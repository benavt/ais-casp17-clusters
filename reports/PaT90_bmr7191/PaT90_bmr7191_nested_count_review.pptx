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PaT90_bmr7191</a:t>
            </a:r>
          </a:p>
          <a:p>
            <a:r>
              <a:t>Source figure: 01-scope.png</a:t>
            </a:r>
          </a:p>
          <a:p>
            <a:r>
              <a:t>Two-level analysis. Child labels identify subsets of primary Cluster 1. The candidate cuts remain exploratory and await per-target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PaT90_bmr7191</a:t>
            </a:r>
          </a:p>
          <a:p>
            <a:r>
              <a:t>Source figure: 02-tm-tradeoffs.png</a:t>
            </a:r>
          </a:p>
          <a:p>
            <a:r>
              <a:t>All K values reuse the same fixed representative pool and TM matrix. Population weights reflect finest-group sizes. These are representative estimates, not all-model TM distributions.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PaT90_bmr7191</a:t>
            </a:r>
          </a:p>
          <a:p>
            <a:r>
              <a:t>Source figure: 03-contrast-populations.png</a:t>
            </a:r>
          </a:p>
          <a:p>
            <a:r>
              <a:t>Contrast provides a provisional ranking. Increasing K can overpartition the ensemble, so this score does not determine an ideal state count. Review small groups and their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PaT90_bmr7191</a:t>
            </a:r>
          </a:p>
          <a:p>
            <a:r>
              <a:t>Source figure: 04-all-counts.png</a:t>
            </a:r>
          </a:p>
          <a:p>
            <a:r>
              <a:t>Equal-cluster TM estimates exclude self pairs. Unavailable within-cluster values occur when representative support is insufficient. The full CSV preserves every value and population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PaT90_bmr7191</a:t>
            </a:r>
          </a:p>
          <a:p>
            <a:r>
              <a:t>Source figure: projections-whole.png</a:t>
            </a:r>
          </a:p>
          <a:p>
            <a:r>
              <a:t>Automatic child baseline: 9 child clusters among 10,028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PaT90_bmr7191</a:t>
            </a:r>
          </a:p>
          <a:p>
            <a:r>
              <a:t>Source figure: projections-k2.png</a:t>
            </a:r>
          </a:p>
          <a:p>
            <a:r>
              <a:t>Exploratory K=2: 2 child clusters among 10,028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PaT90_bmr7191</a:t>
            </a:r>
          </a:p>
          <a:p>
            <a:r>
              <a:t>Source figure: projections-k5.png</a:t>
            </a:r>
          </a:p>
          <a:p>
            <a:r>
              <a:t>Exploratory K=5: 5 child clusters among 10,028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PaT90_bmr7191</a:t>
            </a:r>
          </a:p>
          <a:p>
            <a:r>
              <a:t>Source figure: projections-k10.png</a:t>
            </a:r>
          </a:p>
          <a:p>
            <a:r>
              <a:t>Exploratory K=10: 10 child clusters among 10,028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PaT90_bmr7191</a:t>
            </a:r>
          </a:p>
          <a:p>
            <a:r>
              <a:t>Source figure: projections-k15.png</a:t>
            </a:r>
          </a:p>
          <a:p>
            <a:r>
              <a:t>Exploratory K=15: 15 child clusters among 10,028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PaT90_bmr7191</a:t>
            </a:r>
          </a:p>
          <a:p>
            <a:r>
              <a:t>Source figure: projections-k20.png</a:t>
            </a:r>
          </a:p>
          <a:p>
            <a:r>
              <a:t>Exploratory K=20: 20 child clusters among 10,028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PaT90_bmr7191</a:t>
            </a:r>
          </a:p>
          <a:p>
            <a:r>
              <a:t>Source figure: tm-K10.png</a:t>
            </a:r>
          </a:p>
          <a:p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PaT90_bmr7191</a:t>
            </a:r>
          </a:p>
          <a:p>
            <a:r>
              <a:t>Source figure: tm-K15.png</a:t>
            </a:r>
          </a:p>
          <a:p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PaT90_bmr7191</a:t>
            </a:r>
          </a:p>
          <a:p>
            <a:r>
              <a:t>Source figure: tm-K20.png</a:t>
            </a:r>
          </a:p>
          <a:p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609600"/>
            <a:ext cx="9677400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Two-level analysis. Child labels identify subsets of primary Cluster 1. The candidate cuts remain exploratory and await per-target review.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tm-tradeof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7" y="609600"/>
            <a:ext cx="11059885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All K values reuse the same fixed representative pool and TM matrix. Population weights reflect finest-group sizes. These are representative estimates, not all-model TM distributions.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contrast-popu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7" y="609600"/>
            <a:ext cx="11059885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Contrast provides a provisional ranking. Increasing K can overpartition the ensemble, so this score does not determine an ideal state count. Review small groups and their structures.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all-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933" y="609600"/>
            <a:ext cx="8602133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Equal-cluster TM estimates exclude self pairs. Unavailable within-cluster values occur when representative support is insufficient. The full CSV preserves every value and population count.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wh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Automatic child baseline: 9 child clusters among 10,028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Exploratory K=2: 2 child clusters among 10,028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k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Exploratory K=5: 5 child clusters among 10,028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Exploratory K=10: 10 child clusters among 10,028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k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Exploratory K=15: 15 child clusters among 10,028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k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Exploratory K=20: 20 child clusters among 10,028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-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0" y="609600"/>
            <a:ext cx="6451600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-K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0" y="609600"/>
            <a:ext cx="6451600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-K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0" y="609600"/>
            <a:ext cx="6451600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