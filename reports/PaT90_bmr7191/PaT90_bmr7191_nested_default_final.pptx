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gif" ContentType="image/gif"/>
  <Override PartName="/ppt/domain_variance/slideMasters/slideMaster1.xml" ContentType="application/vnd.openxmlformats-officedocument.presentationml.slideMaster+xml"/>
  <Override PartName="/ppt/domain_variance/slideMasters/theme/theme2.xml" ContentType="application/vnd.openxmlformats-officedocument.theme+xml"/>
  <Override PartName="/ppt/domain_variance/slideLayouts/slideLayout1.xml" ContentType="application/vnd.openxmlformats-officedocument.presentationml.slideLayout+xml"/>
  <Override PartName="/ppt/domain_variance/slideLayouts/slideLayout2.xml" ContentType="application/vnd.openxmlformats-officedocument.presentationml.slideLayout+xml"/>
  <Override PartName="/ppt/domain_variance/slideLayouts/slideLayout3.xml" ContentType="application/vnd.openxmlformats-officedocument.presentationml.slideLayout+xml"/>
  <Override PartName="/ppt/domain_variance/slideLayouts/slideLayout4.xml" ContentType="application/vnd.openxmlformats-officedocument.presentationml.slideLayout+xml"/>
  <Override PartName="/ppt/domain_variance/slideLayouts/slideLayout5.xml" ContentType="application/vnd.openxmlformats-officedocument.presentationml.slideLayout+xml"/>
  <Override PartName="/ppt/domain_variance/slideLayouts/slideLayout6.xml" ContentType="application/vnd.openxmlformats-officedocument.presentationml.slideLayout+xml"/>
  <Override PartName="/ppt/domain_variance/notesMasters/notesMaster1.xml" ContentType="application/vnd.openxmlformats-officedocument.presentationml.notesMaster+xml"/>
  <Override PartName="/ppt/domain_variance/notesMasters/theme/theme3.xml" ContentType="application/vnd.openxmlformats-officedocument.theme+xml"/>
  <Override PartName="/ppt/slides/slide12.xml" ContentType="application/vnd.openxmlformats-officedocument.presentationml.slide+xml"/>
  <Override PartName="/ppt/domain_variance/notesSlides/notesSlide1.xml" ContentType="application/vnd.openxmlformats-officedocument.presentationml.notesSlide+xml"/>
  <Override PartName="/ppt/workflow_addition_12_workflow-pptx-lhap4l6l/slideMasters/slideMaster1.xml" ContentType="application/vnd.openxmlformats-officedocument.presentationml.slideMaster+xml"/>
  <Override PartName="/ppt/workflow_addition_12_workflow-pptx-lhap4l6l/slideMasters/theme/theme2.xml" ContentType="application/vnd.openxmlformats-officedocument.theme+xml"/>
  <Override PartName="/ppt/workflow_addition_12_workflow-pptx-lhap4l6l/slideLayouts/slideLayout1.xml" ContentType="application/vnd.openxmlformats-officedocument.presentationml.slideLayout+xml"/>
  <Override PartName="/ppt/workflow_addition_12_workflow-pptx-lhap4l6l/slideLayouts/slideLayout2.xml" ContentType="application/vnd.openxmlformats-officedocument.presentationml.slideLayout+xml"/>
  <Override PartName="/ppt/workflow_addition_12_workflow-pptx-lhap4l6l/slideLayouts/slideLayout3.xml" ContentType="application/vnd.openxmlformats-officedocument.presentationml.slideLayout+xml"/>
  <Override PartName="/ppt/workflow_addition_12_workflow-pptx-lhap4l6l/slideLayouts/slideLayout4.xml" ContentType="application/vnd.openxmlformats-officedocument.presentationml.slideLayout+xml"/>
  <Override PartName="/ppt/workflow_addition_12_workflow-pptx-lhap4l6l/slideLayouts/slideLayout5.xml" ContentType="application/vnd.openxmlformats-officedocument.presentationml.slideLayout+xml"/>
  <Override PartName="/ppt/workflow_addition_12_workflow-pptx-lhap4l6l/slideLayouts/slideLayout6.xml" ContentType="application/vnd.openxmlformats-officedocument.presentationml.slideLayout+xml"/>
  <Override PartName="/ppt/workflow_addition_12_workflow-pptx-lhap4l6l/notesMasters/notesMaster1.xml" ContentType="application/vnd.openxmlformats-officedocument.presentationml.notesMaster+xml"/>
  <Override PartName="/ppt/workflow_addition_12_workflow-pptx-lhap4l6l/notesMasters/theme/theme3.xml" ContentType="application/vnd.openxmlformats-officedocument.theme+xml"/>
  <Override PartName="/ppt/slides/slide13.xml" ContentType="application/vnd.openxmlformats-officedocument.presentationml.slide+xml"/>
  <Override PartName="/ppt/workflow_addition_12_workflow-pptx-lhap4l6l/slides/charts/chart1.xml" ContentType="application/vnd.openxmlformats-officedocument.drawingml.chart+xml"/>
  <Override PartName="/ppt/workflow_addition_12_workflow-pptx-lhap4l6l/notesSlides/notesSlide1.xml" ContentType="application/vnd.openxmlformats-officedocument.presentationml.notesSlide+xml"/>
  <Override PartName="/ppt/workflow_addition_12_workflow-pptx-lhap4l6l/embeddings/confidence-chart-1.xlsx" ContentType="application/vnd.openxmlformats-officedocument.spreadsheetml.sheet"/>
  <Override PartName="/ppt/workflow_addition_13_workflow-pptx-lhap4l6l/slideMasters/slideMaster1.xml" ContentType="application/vnd.openxmlformats-officedocument.presentationml.slideMaster+xml"/>
  <Override PartName="/ppt/workflow_addition_13_workflow-pptx-lhap4l6l/slideMasters/theme/theme2.xml" ContentType="application/vnd.openxmlformats-officedocument.theme+xml"/>
  <Override PartName="/ppt/workflow_addition_13_workflow-pptx-lhap4l6l/slideLayouts/slideLayout1.xml" ContentType="application/vnd.openxmlformats-officedocument.presentationml.slideLayout+xml"/>
  <Override PartName="/ppt/workflow_addition_13_workflow-pptx-lhap4l6l/slideLayouts/slideLayout2.xml" ContentType="application/vnd.openxmlformats-officedocument.presentationml.slideLayout+xml"/>
  <Override PartName="/ppt/workflow_addition_13_workflow-pptx-lhap4l6l/slideLayouts/slideLayout3.xml" ContentType="application/vnd.openxmlformats-officedocument.presentationml.slideLayout+xml"/>
  <Override PartName="/ppt/workflow_addition_13_workflow-pptx-lhap4l6l/slideLayouts/slideLayout4.xml" ContentType="application/vnd.openxmlformats-officedocument.presentationml.slideLayout+xml"/>
  <Override PartName="/ppt/workflow_addition_13_workflow-pptx-lhap4l6l/slideLayouts/slideLayout5.xml" ContentType="application/vnd.openxmlformats-officedocument.presentationml.slideLayout+xml"/>
  <Override PartName="/ppt/workflow_addition_13_workflow-pptx-lhap4l6l/slideLayouts/slideLayout6.xml" ContentType="application/vnd.openxmlformats-officedocument.presentationml.slideLayout+xml"/>
  <Override PartName="/ppt/workflow_addition_13_workflow-pptx-lhap4l6l/notesMasters/notesMaster1.xml" ContentType="application/vnd.openxmlformats-officedocument.presentationml.notesMaster+xml"/>
  <Override PartName="/ppt/workflow_addition_13_workflow-pptx-lhap4l6l/notesMasters/theme/theme3.xml" ContentType="application/vnd.openxmlformats-officedocument.theme+xml"/>
  <Override PartName="/ppt/slides/slide14.xml" ContentType="application/vnd.openxmlformats-officedocument.presentationml.slide+xml"/>
  <Override PartName="/ppt/workflow_addition_13_workflow-pptx-lhap4l6l/notesSlides/notesSlide1.xml" ContentType="application/vnd.openxmlformats-officedocument.presentationml.notesSlide+xml"/>
  <Override PartName="/ppt/workflow_addition_14_workflow-pptx-lhap4l6l/slideMasters/slideMaster1.xml" ContentType="application/vnd.openxmlformats-officedocument.presentationml.slideMaster+xml"/>
  <Override PartName="/ppt/workflow_addition_14_workflow-pptx-lhap4l6l/slideMasters/theme/theme2.xml" ContentType="application/vnd.openxmlformats-officedocument.theme+xml"/>
  <Override PartName="/ppt/workflow_addition_14_workflow-pptx-lhap4l6l/slideLayouts/slideLayout1.xml" ContentType="application/vnd.openxmlformats-officedocument.presentationml.slideLayout+xml"/>
  <Override PartName="/ppt/workflow_addition_14_workflow-pptx-lhap4l6l/slideLayouts/slideLayout2.xml" ContentType="application/vnd.openxmlformats-officedocument.presentationml.slideLayout+xml"/>
  <Override PartName="/ppt/workflow_addition_14_workflow-pptx-lhap4l6l/slideLayouts/slideLayout3.xml" ContentType="application/vnd.openxmlformats-officedocument.presentationml.slideLayout+xml"/>
  <Override PartName="/ppt/workflow_addition_14_workflow-pptx-lhap4l6l/slideLayouts/slideLayout4.xml" ContentType="application/vnd.openxmlformats-officedocument.presentationml.slideLayout+xml"/>
  <Override PartName="/ppt/workflow_addition_14_workflow-pptx-lhap4l6l/slideLayouts/slideLayout5.xml" ContentType="application/vnd.openxmlformats-officedocument.presentationml.slideLayout+xml"/>
  <Override PartName="/ppt/workflow_addition_14_workflow-pptx-lhap4l6l/slideLayouts/slideLayout6.xml" ContentType="application/vnd.openxmlformats-officedocument.presentationml.slideLayout+xml"/>
  <Override PartName="/ppt/workflow_addition_14_workflow-pptx-lhap4l6l/notesMasters/notesMaster1.xml" ContentType="application/vnd.openxmlformats-officedocument.presentationml.notesMaster+xml"/>
  <Override PartName="/ppt/workflow_addition_14_workflow-pptx-lhap4l6l/notesMasters/theme/theme3.xml" ContentType="application/vnd.openxmlformats-officedocument.theme+xml"/>
  <Override PartName="/ppt/slides/slide15.xml" ContentType="application/vnd.openxmlformats-officedocument.presentationml.slide+xml"/>
  <Override PartName="/ppt/workflow_addition_14_workflow-pptx-lhap4l6l/notesSlides/notesSlide1.xml" ContentType="application/vnd.openxmlformats-officedocument.presentationml.notesSlide+xml"/>
  <Override PartName="/ppt/tm_heatmap/slideMasters/slideMaster1.xml" ContentType="application/vnd.openxmlformats-officedocument.presentationml.slideMaster+xml"/>
  <Override PartName="/ppt/tm_heatmap/slideMasters/theme/theme2.xml" ContentType="application/vnd.openxmlformats-officedocument.theme+xml"/>
  <Override PartName="/ppt/tm_heatmap/slideLayouts/slideLayout1.xml" ContentType="application/vnd.openxmlformats-officedocument.presentationml.slideLayout+xml"/>
  <Override PartName="/ppt/tm_heatmap/slideLayouts/slideLayout2.xml" ContentType="application/vnd.openxmlformats-officedocument.presentationml.slideLayout+xml"/>
  <Override PartName="/ppt/tm_heatmap/slideLayouts/slideLayout3.xml" ContentType="application/vnd.openxmlformats-officedocument.presentationml.slideLayout+xml"/>
  <Override PartName="/ppt/tm_heatmap/slideLayouts/slideLayout4.xml" ContentType="application/vnd.openxmlformats-officedocument.presentationml.slideLayout+xml"/>
  <Override PartName="/ppt/tm_heatmap/slideLayouts/slideLayout5.xml" ContentType="application/vnd.openxmlformats-officedocument.presentationml.slideLayout+xml"/>
  <Override PartName="/ppt/tm_heatmap/slideLayouts/slideLayout6.xml" ContentType="application/vnd.openxmlformats-officedocument.presentationml.slideLayout+xml"/>
  <Override PartName="/ppt/tm_heatmap/notesMasters/notesMaster1.xml" ContentType="application/vnd.openxmlformats-officedocument.presentationml.notesMaster+xml"/>
  <Override PartName="/ppt/tm_heatmap/notesMasters/theme/theme3.xml" ContentType="application/vnd.openxmlformats-officedocument.theme+xml"/>
  <Override PartName="/ppt/slides/slide16.xml" ContentType="application/vnd.openxmlformats-officedocument.presentationml.slide+xml"/>
  <Override PartName="/ppt/tm_heatmap/notesSlides/notesSlide1.xml" ContentType="application/vnd.openxmlformats-officedocument.presentationml.notesSlide+xml"/>
  <Override PartName="/ppt/workflow_addition_16_workflow-pptx-znjhz9x8/slideMasters/slideMaster1.xml" ContentType="application/vnd.openxmlformats-officedocument.presentationml.slideMaster+xml"/>
  <Override PartName="/ppt/workflow_addition_16_workflow-pptx-znjhz9x8/slideMasters/theme/theme2.xml" ContentType="application/vnd.openxmlformats-officedocument.theme+xml"/>
  <Override PartName="/ppt/workflow_addition_16_workflow-pptx-znjhz9x8/slideLayouts/slideLayout1.xml" ContentType="application/vnd.openxmlformats-officedocument.presentationml.slideLayout+xml"/>
  <Override PartName="/ppt/workflow_addition_16_workflow-pptx-znjhz9x8/slideLayouts/slideLayout2.xml" ContentType="application/vnd.openxmlformats-officedocument.presentationml.slideLayout+xml"/>
  <Override PartName="/ppt/workflow_addition_16_workflow-pptx-znjhz9x8/slideLayouts/slideLayout3.xml" ContentType="application/vnd.openxmlformats-officedocument.presentationml.slideLayout+xml"/>
  <Override PartName="/ppt/workflow_addition_16_workflow-pptx-znjhz9x8/slideLayouts/slideLayout4.xml" ContentType="application/vnd.openxmlformats-officedocument.presentationml.slideLayout+xml"/>
  <Override PartName="/ppt/workflow_addition_16_workflow-pptx-znjhz9x8/slideLayouts/slideLayout5.xml" ContentType="application/vnd.openxmlformats-officedocument.presentationml.slideLayout+xml"/>
  <Override PartName="/ppt/workflow_addition_16_workflow-pptx-znjhz9x8/slideLayouts/slideLayout6.xml" ContentType="application/vnd.openxmlformats-officedocument.presentationml.slideLayout+xml"/>
  <Override PartName="/ppt/workflow_addition_16_workflow-pptx-znjhz9x8/notesMasters/notesMaster1.xml" ContentType="application/vnd.openxmlformats-officedocument.presentationml.notesMaster+xml"/>
  <Override PartName="/ppt/workflow_addition_16_workflow-pptx-znjhz9x8/notesMasters/theme/theme3.xml" ContentType="application/vnd.openxmlformats-officedocument.theme+xml"/>
  <Override PartName="/ppt/slides/slide17.xml" ContentType="application/vnd.openxmlformats-officedocument.presentationml.slide+xml"/>
  <Override PartName="/ppt/workflow_addition_16_workflow-pptx-znjhz9x8/notesSlides/notesSlide1.xml" ContentType="application/vnd.openxmlformats-officedocument.presentationml.notesSlide+xml"/>
  <Default Extension="bin" ContentType="application/vnd.openxmlformats-officedocument.presentationml.printerSettings"/>
  <Default Extension="jpeg" ContentType="image/jpeg"/>
  <Override PartName="/ppt/introduction_title/notesMasters/notesMaster1.xml" ContentType="application/vnd.openxmlformats-officedocument.presentationml.notesMaster+xml"/>
  <Override PartName="/ppt/introduction_title/notesSlides/notesSlide1.xml" ContentType="application/vnd.openxmlformats-officedocument.presentationml.notesSlide+xml"/>
  <Override PartName="/ppt/introduction_title/slideLayouts/slideLayout1.xml" ContentType="application/vnd.openxmlformats-officedocument.presentationml.slideLayout+xml"/>
  <Override PartName="/ppt/introduction_title/slideLayouts/slideLayout10.xml" ContentType="application/vnd.openxmlformats-officedocument.presentationml.slideLayout+xml"/>
  <Override PartName="/ppt/introduction_title/slideLayouts/slideLayout11.xml" ContentType="application/vnd.openxmlformats-officedocument.presentationml.slideLayout+xml"/>
  <Override PartName="/ppt/introduction_title/slideLayouts/slideLayout2.xml" ContentType="application/vnd.openxmlformats-officedocument.presentationml.slideLayout+xml"/>
  <Override PartName="/ppt/introduction_title/slideLayouts/slideLayout3.xml" ContentType="application/vnd.openxmlformats-officedocument.presentationml.slideLayout+xml"/>
  <Override PartName="/ppt/introduction_title/slideLayouts/slideLayout4.xml" ContentType="application/vnd.openxmlformats-officedocument.presentationml.slideLayout+xml"/>
  <Override PartName="/ppt/introduction_title/slideLayouts/slideLayout5.xml" ContentType="application/vnd.openxmlformats-officedocument.presentationml.slideLayout+xml"/>
  <Override PartName="/ppt/introduction_title/slideLayouts/slideLayout6.xml" ContentType="application/vnd.openxmlformats-officedocument.presentationml.slideLayout+xml"/>
  <Override PartName="/ppt/introduction_title/slideLayouts/slideLayout7.xml" ContentType="application/vnd.openxmlformats-officedocument.presentationml.slideLayout+xml"/>
  <Override PartName="/ppt/introduction_title/slideLayouts/slideLayout8.xml" ContentType="application/vnd.openxmlformats-officedocument.presentationml.slideLayout+xml"/>
  <Override PartName="/ppt/introduction_title/slideLayouts/slideLayout9.xml" ContentType="application/vnd.openxmlformats-officedocument.presentationml.slideLayout+xml"/>
  <Override PartName="/ppt/introduction_title/slideMasters/slideMaster1.xml" ContentType="application/vnd.openxmlformats-officedocument.presentationml.slideMaster+xml"/>
  <Override PartName="/ppt/slides/slide18.xml" ContentType="application/vnd.openxmlformats-officedocument.presentationml.slide+xml"/>
  <Override PartName="/ppt/introduction_title/theme/theme1.xml" ContentType="application/vnd.openxmlformats-officedocument.theme+xml"/>
  <Override PartName="/ppt/introduction_title/theme/theme2.xml" ContentType="application/vnd.openxmlformats-officedocument.theme+xml"/>
  <Override PartName="/ppt/introduction_methodology/notesMasters/notesMaster1.xml" ContentType="application/vnd.openxmlformats-officedocument.presentationml.notesMaster+xml"/>
  <Override PartName="/ppt/introduction_methodology/notesSlides/notesSlide1.xml" ContentType="application/vnd.openxmlformats-officedocument.presentationml.notesSlide+xml"/>
  <Override PartName="/ppt/introduction_methodology/slideLayouts/slideLayout1.xml" ContentType="application/vnd.openxmlformats-officedocument.presentationml.slideLayout+xml"/>
  <Override PartName="/ppt/introduction_methodology/slideLayouts/slideLayout10.xml" ContentType="application/vnd.openxmlformats-officedocument.presentationml.slideLayout+xml"/>
  <Override PartName="/ppt/introduction_methodology/slideLayouts/slideLayout11.xml" ContentType="application/vnd.openxmlformats-officedocument.presentationml.slideLayout+xml"/>
  <Override PartName="/ppt/introduction_methodology/slideLayouts/slideLayout2.xml" ContentType="application/vnd.openxmlformats-officedocument.presentationml.slideLayout+xml"/>
  <Override PartName="/ppt/introduction_methodology/slideLayouts/slideLayout3.xml" ContentType="application/vnd.openxmlformats-officedocument.presentationml.slideLayout+xml"/>
  <Override PartName="/ppt/introduction_methodology/slideLayouts/slideLayout4.xml" ContentType="application/vnd.openxmlformats-officedocument.presentationml.slideLayout+xml"/>
  <Override PartName="/ppt/introduction_methodology/slideLayouts/slideLayout5.xml" ContentType="application/vnd.openxmlformats-officedocument.presentationml.slideLayout+xml"/>
  <Override PartName="/ppt/introduction_methodology/slideLayouts/slideLayout6.xml" ContentType="application/vnd.openxmlformats-officedocument.presentationml.slideLayout+xml"/>
  <Override PartName="/ppt/introduction_methodology/slideLayouts/slideLayout7.xml" ContentType="application/vnd.openxmlformats-officedocument.presentationml.slideLayout+xml"/>
  <Override PartName="/ppt/introduction_methodology/slideLayouts/slideLayout8.xml" ContentType="application/vnd.openxmlformats-officedocument.presentationml.slideLayout+xml"/>
  <Override PartName="/ppt/introduction_methodology/slideLayouts/slideLayout9.xml" ContentType="application/vnd.openxmlformats-officedocument.presentationml.slideLayout+xml"/>
  <Override PartName="/ppt/introduction_methodology/slideMasters/slideMaster1.xml" ContentType="application/vnd.openxmlformats-officedocument.presentationml.slideMaster+xml"/>
  <Override PartName="/ppt/slides/slide19.xml" ContentType="application/vnd.openxmlformats-officedocument.presentationml.slide+xml"/>
  <Override PartName="/ppt/introduction_methodology/theme/theme1.xml" ContentType="application/vnd.openxmlformats-officedocument.theme+xml"/>
  <Override PartName="/ppt/introduction_methodology/theme/theme2.xml" ContentType="application/vnd.openxmlformats-officedocument.theme+xml"/>
  <Override PartName="/ppt/tm_group_19/notesMasters/notesMaster1.xml" ContentType="application/vnd.openxmlformats-officedocument.presentationml.notesMaster+xml"/>
  <Override PartName="/ppt/tm_group_19/notesSlides/notesSlide1.xml" ContentType="application/vnd.openxmlformats-officedocument.presentationml.notesSlide+xml"/>
  <Override PartName="/ppt/tm_group_19/slideLayouts/slideLayout1.xml" ContentType="application/vnd.openxmlformats-officedocument.presentationml.slideLayout+xml"/>
  <Override PartName="/ppt/tm_group_19/slideLayouts/slideLayout10.xml" ContentType="application/vnd.openxmlformats-officedocument.presentationml.slideLayout+xml"/>
  <Override PartName="/ppt/tm_group_19/slideLayouts/slideLayout11.xml" ContentType="application/vnd.openxmlformats-officedocument.presentationml.slideLayout+xml"/>
  <Override PartName="/ppt/tm_group_19/slideLayouts/slideLayout2.xml" ContentType="application/vnd.openxmlformats-officedocument.presentationml.slideLayout+xml"/>
  <Override PartName="/ppt/tm_group_19/slideLayouts/slideLayout3.xml" ContentType="application/vnd.openxmlformats-officedocument.presentationml.slideLayout+xml"/>
  <Override PartName="/ppt/tm_group_19/slideLayouts/slideLayout4.xml" ContentType="application/vnd.openxmlformats-officedocument.presentationml.slideLayout+xml"/>
  <Override PartName="/ppt/tm_group_19/slideLayouts/slideLayout5.xml" ContentType="application/vnd.openxmlformats-officedocument.presentationml.slideLayout+xml"/>
  <Override PartName="/ppt/tm_group_19/slideLayouts/slideLayout6.xml" ContentType="application/vnd.openxmlformats-officedocument.presentationml.slideLayout+xml"/>
  <Override PartName="/ppt/tm_group_19/slideLayouts/slideLayout7.xml" ContentType="application/vnd.openxmlformats-officedocument.presentationml.slideLayout+xml"/>
  <Override PartName="/ppt/tm_group_19/slideLayouts/slideLayout8.xml" ContentType="application/vnd.openxmlformats-officedocument.presentationml.slideLayout+xml"/>
  <Override PartName="/ppt/tm_group_19/slideLayouts/slideLayout9.xml" ContentType="application/vnd.openxmlformats-officedocument.presentationml.slideLayout+xml"/>
  <Override PartName="/ppt/tm_group_19/slideMasters/slideMaster1.xml" ContentType="application/vnd.openxmlformats-officedocument.presentationml.slideMaster+xml"/>
  <Override PartName="/ppt/slides/slide20.xml" ContentType="application/vnd.openxmlformats-officedocument.presentationml.slide+xml"/>
  <Override PartName="/ppt/tm_group_19/theme/theme1.xml" ContentType="application/vnd.openxmlformats-officedocument.theme+xml"/>
  <Override PartName="/ppt/tm_group_19/theme/theme2.xml" ContentType="application/vnd.openxmlformats-officedocument.theme+xml"/>
  <Override PartName="/ppt/pooled_animation_1/slideMasters/slideMaster1.xml" ContentType="application/vnd.openxmlformats-officedocument.presentationml.slideMaster+xml"/>
  <Override PartName="/ppt/pooled_animation_1/slideMasters/theme/theme2.xml" ContentType="application/vnd.openxmlformats-officedocument.theme+xml"/>
  <Override PartName="/ppt/pooled_animation_1/slideLayouts/slideLayout1.xml" ContentType="application/vnd.openxmlformats-officedocument.presentationml.slideLayout+xml"/>
  <Override PartName="/ppt/pooled_animation_1/slideLayouts/slideLayout2.xml" ContentType="application/vnd.openxmlformats-officedocument.presentationml.slideLayout+xml"/>
  <Override PartName="/ppt/pooled_animation_1/slideLayouts/slideLayout3.xml" ContentType="application/vnd.openxmlformats-officedocument.presentationml.slideLayout+xml"/>
  <Override PartName="/ppt/pooled_animation_1/slideLayouts/slideLayout4.xml" ContentType="application/vnd.openxmlformats-officedocument.presentationml.slideLayout+xml"/>
  <Override PartName="/ppt/pooled_animation_1/slideLayouts/slideLayout5.xml" ContentType="application/vnd.openxmlformats-officedocument.presentationml.slideLayout+xml"/>
  <Override PartName="/ppt/pooled_animation_1/slideLayouts/slideLayout6.xml" ContentType="application/vnd.openxmlformats-officedocument.presentationml.slideLayout+xml"/>
  <Override PartName="/ppt/pooled_animation_1/notesMasters/notesMaster1.xml" ContentType="application/vnd.openxmlformats-officedocument.presentationml.notesMaster+xml"/>
  <Override PartName="/ppt/pooled_animation_1/notesMasters/theme/theme3.xml" ContentType="application/vnd.openxmlformats-officedocument.theme+xml"/>
  <Override PartName="/ppt/slides/slide21.xml" ContentType="application/vnd.openxmlformats-officedocument.presentationml.slide+xml"/>
  <Override PartName="/ppt/pooled_animation_1/notesSlides/notesSlide1.xml" ContentType="application/vnd.openxmlformats-officedocument.presentationml.notesSlide+xml"/>
  <Override PartName="/ppt/pooled_animation_2/slideMasters/slideMaster1.xml" ContentType="application/vnd.openxmlformats-officedocument.presentationml.slideMaster+xml"/>
  <Override PartName="/ppt/pooled_animation_2/slideMasters/theme/theme2.xml" ContentType="application/vnd.openxmlformats-officedocument.theme+xml"/>
  <Override PartName="/ppt/pooled_animation_2/slideLayouts/slideLayout1.xml" ContentType="application/vnd.openxmlformats-officedocument.presentationml.slideLayout+xml"/>
  <Override PartName="/ppt/pooled_animation_2/slideLayouts/slideLayout2.xml" ContentType="application/vnd.openxmlformats-officedocument.presentationml.slideLayout+xml"/>
  <Override PartName="/ppt/pooled_animation_2/slideLayouts/slideLayout3.xml" ContentType="application/vnd.openxmlformats-officedocument.presentationml.slideLayout+xml"/>
  <Override PartName="/ppt/pooled_animation_2/slideLayouts/slideLayout4.xml" ContentType="application/vnd.openxmlformats-officedocument.presentationml.slideLayout+xml"/>
  <Override PartName="/ppt/pooled_animation_2/slideLayouts/slideLayout5.xml" ContentType="application/vnd.openxmlformats-officedocument.presentationml.slideLayout+xml"/>
  <Override PartName="/ppt/pooled_animation_2/slideLayouts/slideLayout6.xml" ContentType="application/vnd.openxmlformats-officedocument.presentationml.slideLayout+xml"/>
  <Override PartName="/ppt/pooled_animation_2/notesMasters/notesMaster1.xml" ContentType="application/vnd.openxmlformats-officedocument.presentationml.notesMaster+xml"/>
  <Override PartName="/ppt/pooled_animation_2/notesMasters/theme/theme3.xml" ContentType="application/vnd.openxmlformats-officedocument.theme+xml"/>
  <Override PartName="/ppt/slides/slide22.xml" ContentType="application/vnd.openxmlformats-officedocument.presentationml.slide+xml"/>
  <Override PartName="/ppt/pooled_animation_2/notesSlides/notesSlide1.xml" ContentType="application/vnd.openxmlformats-officedocument.presentationml.notesSlide+xml"/>
  <Override PartName="/ppt/pooled_animation_3/slideMasters/slideMaster1.xml" ContentType="application/vnd.openxmlformats-officedocument.presentationml.slideMaster+xml"/>
  <Override PartName="/ppt/pooled_animation_3/slideMasters/theme/theme2.xml" ContentType="application/vnd.openxmlformats-officedocument.theme+xml"/>
  <Override PartName="/ppt/pooled_animation_3/slideLayouts/slideLayout1.xml" ContentType="application/vnd.openxmlformats-officedocument.presentationml.slideLayout+xml"/>
  <Override PartName="/ppt/pooled_animation_3/slideLayouts/slideLayout2.xml" ContentType="application/vnd.openxmlformats-officedocument.presentationml.slideLayout+xml"/>
  <Override PartName="/ppt/pooled_animation_3/slideLayouts/slideLayout3.xml" ContentType="application/vnd.openxmlformats-officedocument.presentationml.slideLayout+xml"/>
  <Override PartName="/ppt/pooled_animation_3/slideLayouts/slideLayout4.xml" ContentType="application/vnd.openxmlformats-officedocument.presentationml.slideLayout+xml"/>
  <Override PartName="/ppt/pooled_animation_3/slideLayouts/slideLayout5.xml" ContentType="application/vnd.openxmlformats-officedocument.presentationml.slideLayout+xml"/>
  <Override PartName="/ppt/pooled_animation_3/slideLayouts/slideLayout6.xml" ContentType="application/vnd.openxmlformats-officedocument.presentationml.slideLayout+xml"/>
  <Override PartName="/ppt/pooled_animation_3/notesMasters/notesMaster1.xml" ContentType="application/vnd.openxmlformats-officedocument.presentationml.notesMaster+xml"/>
  <Override PartName="/ppt/pooled_animation_3/notesMasters/theme/theme3.xml" ContentType="application/vnd.openxmlformats-officedocument.theme+xml"/>
  <Override PartName="/ppt/slides/slide23.xml" ContentType="application/vnd.openxmlformats-officedocument.presentationml.slide+xml"/>
  <Override PartName="/ppt/pooled_animation_3/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8412cae3af48ac" /><Relationship Type="http://schemas.openxmlformats.org/officeDocument/2006/relationships/extended-properties" Target="/docProps/app.xml" Id="R44036e766fc04943" /><Relationship Type="http://schemas.openxmlformats.org/officeDocument/2006/relationships/officeDocument" Target="/ppt/presentation.xml" Id="Rdbd900d47e8a4fa8" /></Relationships>
</file>

<file path=ppt/presentation.xml><?xml version="1.0" encoding="utf-8"?>
<p:presentation xmlns:p="http://schemas.openxmlformats.org/presentationml/2006/main" xmlns:r="http://schemas.openxmlformats.org/officeDocument/2006/relationships">
  <p:sldMasterIdLst>
    <p:sldMasterId id="2147483648" r:id="R6e8aba1432764473"/>
    <p:sldMasterId r:id="rIdTMHeatmapMaster12_7" id="2147483649"/>
    <p:sldMasterId r:id="rIdTMHeatmapMaster12_8" id="2147483650"/>
    <p:sldMasterId r:id="rIdTMHeatmapMaster13_11" id="2147483651"/>
    <p:sldMasterId r:id="rIdTMHeatmapMaster14_10" id="2147483652"/>
    <p:sldMasterId r:id="rIdTMHeatmapMaster15_6" id="2147483653"/>
    <p:sldMasterId r:id="rIdTMHeatmapMaster16_9" id="2147483654"/>
    <p:sldMasterId r:id="rIdTMHeatmapMaster17_6" id="2147483655"/>
    <p:sldMasterId r:id="rIdTMHeatmapMaster18_6" id="2147483656"/>
    <p:sldMasterId r:id="rIdTMHeatmapMaster19_9" id="2147483657"/>
    <p:sldMasterId r:id="rIdTMHeatmapMaster20_8" id="2147483658"/>
    <p:sldMasterId r:id="rIdTMHeatmapMaster21_8" id="2147483659"/>
    <p:sldMasterId r:id="rIdTMHeatmapMaster22_8" id="2147483660"/>
  </p:sldMasterIdLst>
  <p:notesMasterIdLst>
    <p:notesMasterId r:id="Ra771bbeaf5564f41"/>
  </p:notesMasterIdLst>
  <p:sldIdLst>
    <p:sldId r:id="rIdTMHeatmap17" id="273"/>
    <p:sldId r:id="rIdTMHeatmap18" id="274"/>
    <p:sldId id="256" r:id="Ra40788fc5b1a46f2"/>
    <p:sldId r:id="rIdTMHeatmap12" id="267"/>
    <p:sldId id="258" r:id="Re278e68cd54140d8"/>
    <p:sldId id="259" r:id="Rc38e1a30dc834d43"/>
    <p:sldId id="260" r:id="R0153028a0a004448"/>
    <p:sldId id="261" r:id="R6a8b8b0b0e0c4e50"/>
    <p:sldId id="262" r:id="R3599c00ba58b4215"/>
    <p:sldId id="263" r:id="Rf861b39714c6447b"/>
    <p:sldId id="264" r:id="R861319f8b1f54f76"/>
    <p:sldId id="265" r:id="R37751daf557f4c82"/>
    <p:sldId id="266" r:id="R04052c2d04504d12"/>
    <p:sldId r:id="rIdTMHeatmap12Added" id="268"/>
    <p:sldId r:id="rIdTMHeatmap13" id="269"/>
    <p:sldId r:id="rIdTMHeatmap14" id="270"/>
    <p:sldId r:id="rIdTMHeatmap15" id="271"/>
    <p:sldId r:id="rIdTMHeatmap16" id="272"/>
    <p:sldId r:id="rIdTMHeatmap19" id="275"/>
    <p:sldId r:id="rIdTMHeatmap20" id="276"/>
    <p:sldId r:id="rIdTMHeatmap21" id="277"/>
    <p:sldId r:id="rIdTMHeatmap22" id="2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152c0980818455f" /><Relationship Type="http://schemas.openxmlformats.org/officeDocument/2006/relationships/slideMaster" Target="/ppt/slideMasters/slideMaster1.xml" Id="R6e8aba1432764473" /><Relationship Type="http://schemas.openxmlformats.org/officeDocument/2006/relationships/notesMaster" Target="/ppt/notesMasters/notesMaster1.xml" Id="Ra771bbeaf5564f41" /><Relationship Type="http://schemas.openxmlformats.org/officeDocument/2006/relationships/presProps" Target="/ppt/presProps.xml" Id="Rc699c26551b740ca" /><Relationship Type="http://schemas.openxmlformats.org/officeDocument/2006/relationships/tableStyles" Target="/ppt/tableStyles.xml" Id="Rc72a94c43af9400e" /><Relationship Type="http://schemas.openxmlformats.org/officeDocument/2006/relationships/slide" Target="/ppt/slides/slide1.xml" Id="Ra40788fc5b1a46f2" /><Relationship Type="http://schemas.openxmlformats.org/officeDocument/2006/relationships/slide" Target="/ppt/slides/slide2.xml" Id="Rd96f672a39f44bab" /><Relationship Type="http://schemas.openxmlformats.org/officeDocument/2006/relationships/slide" Target="/ppt/slides/slide3.xml" Id="Re278e68cd54140d8" /><Relationship Type="http://schemas.openxmlformats.org/officeDocument/2006/relationships/slide" Target="/ppt/slides/slide4.xml" Id="Rc38e1a30dc834d43" /><Relationship Type="http://schemas.openxmlformats.org/officeDocument/2006/relationships/slide" Target="/ppt/slides/slide5.xml" Id="R0153028a0a004448" /><Relationship Type="http://schemas.openxmlformats.org/officeDocument/2006/relationships/slide" Target="/ppt/slides/slide6.xml" Id="R6a8b8b0b0e0c4e50" /><Relationship Type="http://schemas.openxmlformats.org/officeDocument/2006/relationships/slide" Target="/ppt/slides/slide7.xml" Id="R3599c00ba58b4215" /><Relationship Type="http://schemas.openxmlformats.org/officeDocument/2006/relationships/slide" Target="/ppt/slides/slide8.xml" Id="Rf861b39714c6447b" /><Relationship Type="http://schemas.openxmlformats.org/officeDocument/2006/relationships/slide" Target="/ppt/slides/slide9.xml" Id="R861319f8b1f54f76" /><Relationship Type="http://schemas.openxmlformats.org/officeDocument/2006/relationships/slide" Target="/ppt/slides/slide10.xml" Id="R37751daf557f4c82" /><Relationship Type="http://schemas.openxmlformats.org/officeDocument/2006/relationships/slide" Target="/ppt/slides/slide11.xml" Id="R04052c2d04504d12" /><Relationship Id="rIdTMHeatmap12" Type="http://schemas.openxmlformats.org/officeDocument/2006/relationships/slide" Target="slides/slide12.xml" /><Relationship Id="rIdTMHeatmapMaster12_7" Type="http://schemas.openxmlformats.org/officeDocument/2006/relationships/slideMaster" Target="domain_variance/slideMasters/slideMaster1.xml" /><Relationship Id="rIdTMHeatmap12Added" Type="http://schemas.openxmlformats.org/officeDocument/2006/relationships/slide" Target="slides/slide13.xml" /><Relationship Id="rIdTMHeatmapMaster12_8" Type="http://schemas.openxmlformats.org/officeDocument/2006/relationships/slideMaster" Target="workflow_addition_12_workflow-pptx-lhap4l6l/slideMasters/slideMaster1.xml" /><Relationship Id="rIdTMHeatmap13" Type="http://schemas.openxmlformats.org/officeDocument/2006/relationships/slide" Target="slides/slide14.xml" /><Relationship Id="rIdTMHeatmapMaster13_11" Type="http://schemas.openxmlformats.org/officeDocument/2006/relationships/slideMaster" Target="workflow_addition_13_workflow-pptx-lhap4l6l/slideMasters/slideMaster1.xml" /><Relationship Id="rIdTMHeatmap14" Type="http://schemas.openxmlformats.org/officeDocument/2006/relationships/slide" Target="slides/slide15.xml" /><Relationship Id="rIdTMHeatmapMaster14_10" Type="http://schemas.openxmlformats.org/officeDocument/2006/relationships/slideMaster" Target="workflow_addition_14_workflow-pptx-lhap4l6l/slideMasters/slideMaster1.xml" /><Relationship Id="rIdTMHeatmap15" Type="http://schemas.openxmlformats.org/officeDocument/2006/relationships/slide" Target="slides/slide16.xml" /><Relationship Id="rIdTMHeatmapMaster15_6" Type="http://schemas.openxmlformats.org/officeDocument/2006/relationships/slideMaster" Target="tm_heatmap/slideMasters/slideMaster1.xml" /><Relationship Id="rIdTMHeatmap16" Type="http://schemas.openxmlformats.org/officeDocument/2006/relationships/slide" Target="slides/slide17.xml" /><Relationship Id="rIdTMHeatmapMaster16_9" Type="http://schemas.openxmlformats.org/officeDocument/2006/relationships/slideMaster" Target="workflow_addition_16_workflow-pptx-znjhz9x8/slideMasters/slideMaster1.xml" /><Relationship Id="rIdTMHeatmap17" Type="http://schemas.openxmlformats.org/officeDocument/2006/relationships/slide" Target="slides/slide18.xml" /><Relationship Id="rIdTMHeatmapMaster17_6" Type="http://schemas.openxmlformats.org/officeDocument/2006/relationships/slideMaster" Target="introduction_title/slideMasters/slideMaster1.xml" /><Relationship Id="rIdTMHeatmap18" Type="http://schemas.openxmlformats.org/officeDocument/2006/relationships/slide" Target="slides/slide19.xml" /><Relationship Id="rIdTMHeatmapMaster18_6" Type="http://schemas.openxmlformats.org/officeDocument/2006/relationships/slideMaster" Target="introduction_methodology/slideMasters/slideMaster1.xml" /><Relationship Id="rIdTMHeatmap19" Type="http://schemas.openxmlformats.org/officeDocument/2006/relationships/slide" Target="slides/slide20.xml" /><Relationship Id="rIdTMHeatmapMaster19_9" Type="http://schemas.openxmlformats.org/officeDocument/2006/relationships/slideMaster" Target="tm_group_19/slideMasters/slideMaster1.xml" /><Relationship Id="rIdTMHeatmap20" Type="http://schemas.openxmlformats.org/officeDocument/2006/relationships/slide" Target="slides/slide21.xml" /><Relationship Id="rIdTMHeatmapMaster20_8" Type="http://schemas.openxmlformats.org/officeDocument/2006/relationships/slideMaster" Target="pooled_animation_1/slideMasters/slideMaster1.xml" /><Relationship Id="rIdTMHeatmap21" Type="http://schemas.openxmlformats.org/officeDocument/2006/relationships/slide" Target="slides/slide22.xml" /><Relationship Id="rIdTMHeatmapMaster21_8" Type="http://schemas.openxmlformats.org/officeDocument/2006/relationships/slideMaster" Target="pooled_animation_2/slideMasters/slideMaster1.xml" /><Relationship Id="rIdTMHeatmap22" Type="http://schemas.openxmlformats.org/officeDocument/2006/relationships/slide" Target="slides/slide23.xml" /><Relationship Id="rIdTMHeatmapMaster22_8" Type="http://schemas.openxmlformats.org/officeDocument/2006/relationships/slideMaster" Target="pooled_animation_3/slideMasters/slideMaster1.xml" /></Relationships>
</file>

<file path=ppt/domain_variance/notesMasters/_rels/notesMaster1.xml.rels><?xml version='1.0' encoding='utf-8'?>
<Relationships xmlns="http://schemas.openxmlformats.org/package/2006/relationships"><Relationship Type="http://schemas.openxmlformats.org/officeDocument/2006/relationships/theme" Target="theme/theme3.xml" Id="Rc15502fac14a437d" /></Relationships>
</file>

<file path=ppt/domain_variance/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domain_variance/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domain_variance/notesSlides/_rels/notesSlide1.xml.rels><?xml version='1.0' encoding='utf-8'?>
<Relationships xmlns="http://schemas.openxmlformats.org/package/2006/relationships"><Relationship Type="http://schemas.openxmlformats.org/officeDocument/2006/relationships/slide" Target="../../slides/slide12.xml" Id="R594e0765bd954b2d" /><Relationship Type="http://schemas.openxmlformats.org/officeDocument/2006/relationships/notesMaster" Target="../notesMasters/notesMaster1.xml" Id="Re64fb22e833d462b" /></Relationships>
</file>

<file path=ppt/domain_variance/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PaT90_bmr7191_largest_child</a:t>
            </a:r>
          </a:p>
          <a:p xmlns:a="http://schemas.openxmlformats.org/drawingml/2006/main">
            <a:r>
              <a:t>Source figure: annotated variance evidence</a:t>
            </a:r>
          </a:p>
          <a:p xmlns:a="http://schemas.openxmlformats.org/drawingml/2006/main">
            <a:r>
              <a:t>Figure 2. Variance of Cα distances between shared residues across the model ensemble. Colored outlines and membership strips delineate the detected rigid cores, including discontinuous sequence segments.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domain_variance/slideLayouts/_rels/slideLayout1.xml.rels><?xml version='1.0' encoding='utf-8'?>
<Relationships xmlns="http://schemas.openxmlformats.org/package/2006/relationships"><Relationship Type="http://schemas.openxmlformats.org/officeDocument/2006/relationships/slideMaster" Target="../slideMasters/slideMaster1.xml" Id="R95db93aa5a23426d" /></Relationships>
</file>

<file path=ppt/domain_variance/slideLayouts/_rels/slideLayout2.xml.rels><?xml version='1.0' encoding='utf-8'?>
<Relationships xmlns="http://schemas.openxmlformats.org/package/2006/relationships"><Relationship Type="http://schemas.openxmlformats.org/officeDocument/2006/relationships/slideMaster" Target="../slideMasters/slideMaster1.xml" Id="R97db787d62eb4bd2" /></Relationships>
</file>

<file path=ppt/domain_variance/slideLayouts/_rels/slideLayout3.xml.rels><?xml version='1.0' encoding='utf-8'?>
<Relationships xmlns="http://schemas.openxmlformats.org/package/2006/relationships"><Relationship Type="http://schemas.openxmlformats.org/officeDocument/2006/relationships/slideMaster" Target="../slideMasters/slideMaster1.xml" Id="R77e1716a0cd748f4" /></Relationships>
</file>

<file path=ppt/domain_variance/slideLayouts/_rels/slideLayout4.xml.rels><?xml version='1.0' encoding='utf-8'?>
<Relationships xmlns="http://schemas.openxmlformats.org/package/2006/relationships"><Relationship Type="http://schemas.openxmlformats.org/officeDocument/2006/relationships/slideMaster" Target="../slideMasters/slideMaster1.xml" Id="Re6da03e30ce54a6e" /></Relationships>
</file>

<file path=ppt/domain_variance/slideLayouts/_rels/slideLayout5.xml.rels><?xml version='1.0' encoding='utf-8'?>
<Relationships xmlns="http://schemas.openxmlformats.org/package/2006/relationships"><Relationship Type="http://schemas.openxmlformats.org/officeDocument/2006/relationships/slideMaster" Target="../slideMasters/slideMaster1.xml" Id="R42d7e9208a164e6e" /></Relationships>
</file>

<file path=ppt/domain_variance/slideLayouts/_rels/slideLayout6.xml.rels><?xml version='1.0' encoding='utf-8'?>
<Relationships xmlns="http://schemas.openxmlformats.org/package/2006/relationships"><Relationship Type="http://schemas.openxmlformats.org/officeDocument/2006/relationships/slideMaster" Target="../slideMasters/slideMaster1.xml" Id="R9da2be6adcb3407b" /></Relationships>
</file>

<file path=ppt/domain_variance/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8D4EA1-2482-465C-B47E-D6E1D33229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8489F4-5723-402B-9F7C-33305CB3F07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domain_variance/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7B5D641-91BA-4E09-B38A-2785B0EE33E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domain_variance/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77DAD9-ECDF-4A94-82E2-48FA77614A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B62D98-AD1B-41BA-9FB1-D9418BCB8C7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domain_variance/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E4D64B-9AB4-49E9-A2B5-20176CBEF7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13E0A9-B5FF-46CE-B2D2-341A93A3F3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B6762D-90A8-41F7-93AC-0E9DDD7823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domain_variance/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70586B-8F36-4EF0-802B-B549F6C87A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A02B83-7F5C-4B2F-93CF-8CA3E38C04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domain_variance/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domain_variance/slideMasters/_rels/slideMaster1.xml.rels><?xml version='1.0' encoding='utf-8'?>
<Relationships xmlns="http://schemas.openxmlformats.org/package/2006/relationships"><Relationship Type="http://schemas.openxmlformats.org/officeDocument/2006/relationships/theme" Target="theme/theme2.xml" Id="R2bfe48a704014c6f" /><Relationship Type="http://schemas.openxmlformats.org/officeDocument/2006/relationships/slideLayout" Target="../slideLayouts/slideLayout1.xml" Id="R70c5c7d075534dd3" /><Relationship Type="http://schemas.openxmlformats.org/officeDocument/2006/relationships/slideLayout" Target="../slideLayouts/slideLayout2.xml" Id="R425e6c8a680849c0" /><Relationship Type="http://schemas.openxmlformats.org/officeDocument/2006/relationships/slideLayout" Target="../slideLayouts/slideLayout3.xml" Id="Ra741319dc1d046ee" /><Relationship Type="http://schemas.openxmlformats.org/officeDocument/2006/relationships/slideLayout" Target="../slideLayouts/slideLayout4.xml" Id="R622d7931b69a4e76" /><Relationship Type="http://schemas.openxmlformats.org/officeDocument/2006/relationships/slideLayout" Target="../slideLayouts/slideLayout5.xml" Id="Re5e5757b25f14478" /><Relationship Type="http://schemas.openxmlformats.org/officeDocument/2006/relationships/slideLayout" Target="../slideLayouts/slideLayout6.xml" Id="R2129ed453a684f49" /></Relationships>
</file>

<file path=ppt/domain_variance/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c5c7d075534dd3"/>
    <p:sldLayoutId xmlns:r="http://schemas.openxmlformats.org/officeDocument/2006/relationships" id="2147483650" r:id="R425e6c8a680849c0"/>
    <p:sldLayoutId xmlns:r="http://schemas.openxmlformats.org/officeDocument/2006/relationships" id="2147483651" r:id="Ra741319dc1d046ee"/>
    <p:sldLayoutId xmlns:r="http://schemas.openxmlformats.org/officeDocument/2006/relationships" id="2147483652" r:id="R622d7931b69a4e76"/>
    <p:sldLayoutId xmlns:r="http://schemas.openxmlformats.org/officeDocument/2006/relationships" id="2147483653" r:id="Re5e5757b25f14478"/>
    <p:sldLayoutId xmlns:r="http://schemas.openxmlformats.org/officeDocument/2006/relationships" id="2147483654" r:id="R2129ed453a684f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domain_variance/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introduction_methodology/notesMasters/_rels/notesMaster1.xml.rels><?xml version='1.0' encoding='utf-8'?>
<Relationships xmlns="http://schemas.openxmlformats.org/package/2006/relationships"><Relationship Id="rId1" Type="http://schemas.openxmlformats.org/officeDocument/2006/relationships/theme" Target="../theme/theme2.xml" /></Relationships>
</file>

<file path=ppt/introduction_methodology/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introduction_methodology/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9.xml" /></Relationships>
</file>

<file path=ppt/introduction_methodology/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"PaT90 bmr7191 largest child", "comparison": "AFCluster vs AFSample2 vs AFSample3 vs BioEMU vs MD", "sampling_provenance": {"methods": {"AFCluster": 652, "AFSample2": 928, "AFSample3": 1000, "BioEMU": 1984, "MD": 998}, "unassigned_or_reference_count": 4466, "source": "Exact clustering membership and configured model_origin rules"}, "sections": [{"title": "Sampling methods analyzed", "x": 48, "y": 88, "lines": [[["AFCluster", null], [": 652 analyzed models.", null]], [["AFSample2", "https://github.com/wallnerlab/AFsample2"], [": 928 analyzed models.", null]], [["AFSample3", "https://github.com/wallnerlab/afsample3/tree/507e8fd492379cb3996d1ba2e04794e8ce2191df"], [": 1,000 analyzed models.", null]], [["BioEMU", "https://github.com/microsoft/bioemu"], [": 1,984 analyzed models.", null]], [["MD", null], [": 998 analyzed models.", null]]]}, {"title": "Shared structural feature input", "x": 48, "y": 267, "lines": [[["Align sequences; retain residue positions shared", null]], [["by all models. For each structure, calculate the", null]], [["Cα–Cα distance matrix and flatten its upper", null]], [["triangle, excluding the diagonal: R(R−1)/2 values.", null]], [["Flagged termini excluded from features and ensemble fits.", null]], [["Keep ≥75% of each chain; chains ≤15 residues stay intact.", null]]]}, {"title": "Two-dimensional projections", "x": 48, "y": 446, "lines": [[["PCA: scikit-learn 1.7.1", "https://scikit-learn.org/stable/modules/generated/sklearn.decomposition.PCA.html"], ["; centered SVD.", null]], [["t-SNE: scikit-learn 1.7.1", "https://scikit-learn.org/stable/modules/generated/sklearn.manifold.TSNE.html"], ["; Barnes–Hut,", null]], [["perplexity 30; the workflow uses Python t-SNE.", null]], [["UMAP: umap-learn 0.5.11", "https://github.com/lmcinnes/umap"], ["; neighbors 15,", null]], [["min_dist 0.1; Euclidean distance. Random seed 42.", null]]]}, {"title": "Clusters and displayed representatives", "x": 664, "y": 88, "lines": [[["Preserve UMAP components; seeds 42/7/123.", null]], [["Ward splits: feature silhouette ≥0.15; ARI ≥0.80.", null]], [["Show up to 5 AFSample3 models per cluster", null]], [["by mean pLDDT. BioEMU has no confidence scores", null]], [["and is excluded from representative selection.", null]], [["Both BioEMU filter groups remain in clustering.", null]]]}, {"title": "Medoid TM-similarity grid", "x": 664, "y": 267, "lines": [[["Among the displayed models in each cluster, the", null]], [["medoid minimizes mean pairwise aligned Cα RMSD", null]], [["over retained chain-corresponded Cα residues.", null]], [["US-align", "https://github.com/pylelab/USalign"], [" scores each medoid pair in both directions;", null]], [["average-length normalization and directional mean", null]], [["give a symmetric grid (0–1; higher is more similar).", null]]]}, {"title": "Bonsai of the selected ensembles", "x": 664, "y": 446, "lines": [[["Bonsai / Bonsai Scout", "https://github.com/dhdegroot/Bonsai-data-representation/tree/b16ef6f0a164610327022c7d0b92de82b3596aad"], [": native engine b16ef6f.", null]], [["34 representatives; 33 nonzero PCA axes.", null]], [["Variance scaling off; tree paths encode distance.", null]], [["Native edge cuts select 3 groups by silhouette.", null]], [["B labels apply only to selected representatives.", null]], [["Circular views and dendrogram; root is arbitrary.", null]]]}], "references": [["PCA / scikit-learn: Pedregosa et al., 2011", "https://jmlr.org/papers/v12/pedregosa11a.html"], ["t-SNE: van der Maaten &amp; Hinton, 2008", "https://www.jmlr.org/papers/v9/vandermaaten08a.html"], ["UMAP: McInnes, Healy &amp; Melville, 2018", "https://arxiv.org/abs/1802.03426"]], "dataset_scope": "Only nine confidence-producing methods are ranked; BioEMU/BioEMU2 remain in every structural analysis. Unscored-only clusters retain their structural medoid.", "bonsai_source": " (native engine b16ef6f)", "bonsai_url": "https://github.com/dhdegroot/Bonsai-data-representation/tree/b16ef6f0a164610327022c7d0b92de82b3596aad"}</a:t>
            </a:r>
          </a:p>
        </p:txBody>
      </p:sp>
      <p:sp>
        <p:nvSpPr>
          <p:cNvPr id="4" name="Slide Number Placeholder 3"/>
          <p:cNvSpPr>
            <a:spLocks noGrp="1"/>
          </p:cNvSpPr>
          <p:nvPr>
            <p:ph type="sldNum" idx="5" sz="quarter"/>
          </p:nvPr>
        </p:nvSpPr>
        <p:spPr/>
      </p:sp>
    </p:spTree>
  </p:cSld>
  <p:clrMapOvr>
    <a:masterClrMapping/>
  </p:clrMapOvr>
</p:notes>
</file>

<file path=ppt/introduction_methodology/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introduction_methodology/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introduction_methodology/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introduction_methodology/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introduction_methodology/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introduction_methodology/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introduction_methodology/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introduction_methodology/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introduction_methodology/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introduction_methodology/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introduction_methodology/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introduction_methodology/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introduction_methodology/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introduction_methodology/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methodology/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title/notesMasters/_rels/notesMaster1.xml.rels><?xml version='1.0' encoding='utf-8'?>
<Relationships xmlns="http://schemas.openxmlformats.org/package/2006/relationships"><Relationship Id="rId1" Type="http://schemas.openxmlformats.org/officeDocument/2006/relationships/theme" Target="../theme/theme2.xml" /></Relationships>
</file>

<file path=ppt/introduction_title/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introduction_title/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8.xml" /></Relationships>
</file>

<file path=ppt/introduction_title/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"PaT90 bmr7191 largest child", "comparison": "AFCluster vs AFSample2 vs AFSample3 vs BioEMU vs MD", "sampling_provenance": {"methods": {"AFCluster": 652, "AFSample2": 928, "AFSample3": 1000, "BioEMU": 1984, "MD": 998}, "unassigned_or_reference_count": 4466, "source": "Exact clustering membership and configured model_origin rules"}, "sections": [{"title": "Sampling methods analyzed", "x": 48, "y": 88, "lines": [[["AFCluster", null], [": 652 analyzed models.", null]], [["AFSample2", "https://github.com/wallnerlab/AFsample2"], [": 928 analyzed models.", null]], [["AFSample3", "https://github.com/wallnerlab/afsample3/tree/507e8fd492379cb3996d1ba2e04794e8ce2191df"], [": 1,000 analyzed models.", null]], [["BioEMU", "https://github.com/microsoft/bioemu"], [": 1,984 analyzed models.", null]], [["MD", null], [": 998 analyzed models.", null]]]}, {"title": "Shared structural feature input", "x": 48, "y": 267, "lines": [[["Align sequences; retain residue positions shared", null]], [["by all models. For each structure, calculate the", null]], [["Cα–Cα distance matrix and flatten its upper", null]], [["triangle, excluding the diagonal: R(R−1)/2 values.", null]], [["Flagged termini excluded from features and ensemble fits.", null]], [["Keep ≥75% of each chain; chains ≤15 residues stay intact.", null]]]}, {"title": "Two-dimensional projections", "x": 48, "y": 446, "lines": [[["PCA: scikit-learn 1.7.1", "https://scikit-learn.org/stable/modules/generated/sklearn.decomposition.PCA.html"], ["; centered SVD.", null]], [["t-SNE: scikit-learn 1.7.1", "https://scikit-learn.org/stable/modules/generated/sklearn.manifold.TSNE.html"], ["; Barnes–Hut,", null]], [["perplexity 30; the workflow uses Python t-SNE.", null]], [["UMAP: umap-learn 0.5.11", "https://github.com/lmcinnes/umap"], ["; neighbors 15,", null]], [["min_dist 0.1; Euclidean distance. Random seed 42.", null]]]}, {"title": "Clusters and displayed representatives", "x": 664, "y": 88, "lines": [[["Preserve UMAP components; seeds 42/7/123.", null]], [["Ward splits: feature silhouette ≥0.15; ARI ≥0.80.", null]], [["Show up to 5 AFSample3 models per cluster", null]], [["by mean pLDDT. BioEMU has no confidence scores", null]], [["and is excluded from representative selection.", null]], [["Both BioEMU filter groups remain in clustering.", null]]]}, {"title": "Medoid TM-similarity grid", "x": 664, "y": 267, "lines": [[["Among the displayed models in each cluster, the", null]], [["medoid minimizes mean pairwise aligned Cα RMSD", null]], [["over retained chain-corresponded Cα residues.", null]], [["US-align", "https://github.com/pylelab/USalign"], [" scores each medoid pair in both directions;", null]], [["average-length normalization and directional mean", null]], [["give a symmetric grid (0–1; higher is more similar).", null]]]}, {"title": "Bonsai of the selected ensembles", "x": 664, "y": 446, "lines": [[["Bonsai / Bonsai Scout", "https://github.com/dhdegroot/Bonsai-data-representation/tree/b16ef6f0a164610327022c7d0b92de82b3596aad"], [": native engine b16ef6f.", null]], [["34 representatives; 33 nonzero PCA axes.", null]], [["Variance scaling off; tree paths encode distance.", null]], [["Native edge cuts select 3 groups by silhouette.", null]], [["B labels apply only to selected representatives.", null]], [["Circular views and dendrogram; root is arbitrary.", null]]]}], "references": [["PCA / scikit-learn: Pedregosa et al., 2011", "https://jmlr.org/papers/v12/pedregosa11a.html"], ["t-SNE: van der Maaten &amp; Hinton, 2008", "https://www.jmlr.org/papers/v9/vandermaaten08a.html"], ["UMAP: McInnes, Healy &amp; Melville, 2018", "https://arxiv.org/abs/1802.03426"]], "dataset_scope": "Only nine confidence-producing methods are ranked; BioEMU/BioEMU2 remain in every structural analysis. Unscored-only clusters retain their structural medoid.", "bonsai_source": " (native engine b16ef6f)", "bonsai_url": "https://github.com/dhdegroot/Bonsai-data-representation/tree/b16ef6f0a164610327022c7d0b92de82b3596aad"}</a:t>
            </a:r>
          </a:p>
        </p:txBody>
      </p:sp>
      <p:sp>
        <p:nvSpPr>
          <p:cNvPr id="4" name="Slide Number Placeholder 3"/>
          <p:cNvSpPr>
            <a:spLocks noGrp="1"/>
          </p:cNvSpPr>
          <p:nvPr>
            <p:ph type="sldNum" idx="5" sz="quarter"/>
          </p:nvPr>
        </p:nvSpPr>
        <p:spPr/>
      </p:sp>
    </p:spTree>
  </p:cSld>
  <p:clrMapOvr>
    <a:masterClrMapping/>
  </p:clrMapOvr>
</p:notes>
</file>

<file path=ppt/introduction_title/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introduction_titl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introduction_titl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introduction_titl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introduction_titl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introduction_titl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introduction_titl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introduction_titl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introduction_titl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introduction_titl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introduction_titl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introduction_title/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introduction_title/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introduction_title/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title/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133d4798996346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05f12a3a824f91" /><Relationship Type="http://schemas.openxmlformats.org/officeDocument/2006/relationships/notesMaster" Target="/ppt/notesMasters/notesMaster1.xml" Id="Rc412ff9a223e44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2b92f8a773468b" /><Relationship Type="http://schemas.openxmlformats.org/officeDocument/2006/relationships/notesMaster" Target="/ppt/notesMasters/notesMaster1.xml" Id="R052662b065d348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3dbe13cb2f4b8d" /><Relationship Type="http://schemas.openxmlformats.org/officeDocument/2006/relationships/notesMaster" Target="/ppt/notesMasters/notesMaster1.xml" Id="R4cea3a28040349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92cc085a6b4178" /><Relationship Type="http://schemas.openxmlformats.org/officeDocument/2006/relationships/notesMaster" Target="/ppt/notesMasters/notesMaster1.xml" Id="Rd69c06fb984743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135172c6b14a97" /><Relationship Type="http://schemas.openxmlformats.org/officeDocument/2006/relationships/notesMaster" Target="/ppt/notesMasters/notesMaster1.xml" Id="Rfb292b1c1b6843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c9a204d8cf4708" /><Relationship Type="http://schemas.openxmlformats.org/officeDocument/2006/relationships/notesMaster" Target="/ppt/notesMasters/notesMaster1.xml" Id="Re4c4e18d82f44a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492318cdb34b1e" /><Relationship Type="http://schemas.openxmlformats.org/officeDocument/2006/relationships/notesMaster" Target="/ppt/notesMasters/notesMaster1.xml" Id="R4da447969cb847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39c3f101fb422d" /><Relationship Type="http://schemas.openxmlformats.org/officeDocument/2006/relationships/notesMaster" Target="/ppt/notesMasters/notesMaster1.xml" Id="R83e1d2d5aaca40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b0e8825f954311" /><Relationship Type="http://schemas.openxmlformats.org/officeDocument/2006/relationships/notesMaster" Target="/ppt/notesMasters/notesMaster1.xml" Id="Rd7bf7ba0d3b04f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b5acca35cd4594" /><Relationship Type="http://schemas.openxmlformats.org/officeDocument/2006/relationships/notesMaster" Target="/ppt/notesMasters/notesMaster1.xml" Id="Rad7b76fe4b5e49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09f5953f4944c0" /><Relationship Type="http://schemas.openxmlformats.org/officeDocument/2006/relationships/notesMaster" Target="/ppt/notesMasters/notesMaster1.xml" Id="R23d6fa67072244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PaT90_bmr7191_largest_child</a:t>
            </a:r>
          </a:p>
          <a:p xmlns:a="http://schemas.openxmlformats.org/drawingml/2006/main">
            <a:r>
              <a:t>Source figure: visualize_distogram/median_matrix.png</a:t>
            </a:r>
          </a:p>
          <a:p xmlns:a="http://schemas.openxmlformats.org/drawingml/2006/main">
            <a:r>
              <a:t>Figure 1. Median Cα distance between shared residues across the model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PaT90_bmr7191_largest_child</a:t>
            </a:r>
          </a:p>
          <a:p xmlns:a="http://schemas.openxmlformats.org/drawingml/2006/main">
            <a:r>
              <a:t>Source figure: visualize_distogram/variance_matrix.png</a:t>
            </a:r>
          </a:p>
          <a:p xmlns:a="http://schemas.openxmlformats.org/drawingml/2006/main">
            <a:r>
              <a:t>Figure 2. Variance of Cα distances between shared residues across the model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PaT90_bmr7191_largest_child</ns1:t>
            </ns1:r>
          </ns1:p>
          <ns1:p>
            <ns1:r>
              <ns1:t>Confidence panels: [{"scheme_key":"db_mean_plddt","scheme_name":"&lt;pLDDT&gt;","image":"[private source path] &lt;pLDDT&gt;","width":1134,"height":1000},{"scheme_key":"db_ptm","scheme_name":"pTM","image":"[private source path] pTM","width":1142,"height":1000}]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PaT90_bmr7191_largest_child</a:t>
            </a:r>
          </a:p>
          <a:p xmlns:a="http://schemas.openxmlformats.org/drawingml/2006/main">
            <a:r>
              <a:t>Source figure: clustering/pca/pca_dbcat_ais_method_ae4ac7fd.png</a:t>
            </a:r>
          </a:p>
          <a:p xmlns:a="http://schemas.openxmlformats.org/drawingml/2006/main">
            <a:r>
              <a:t>Figure 4. PCA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PaT90_bmr7191_largest_child</ns1:t>
            </ns1:r>
          </ns1:p>
          <ns1:p>
            <ns1:r>
              <ns1:t>Confidence panels: [{"scheme_key":"workflow_umap_knn_clusters","scheme_name":"Child clusters within Cluster 1","image":"[private source path] Cluster labels","width":1895,"height":1119},{"scheme_key":"config::model_origin","scheme_name":"Model Origin","image":"[private source path] Model types","width":1757,"height":1119,"model_type_gif":"[private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PaT90_bmr7191_largest_child</ns1:t>
            </ns1:r>
          </ns1:p>
          <ns1:p>
            <ns1:r>
              <ns1:t>Confidence panels: [{"scheme_key":"db_mean_plddt","scheme_name":"&lt;pLDDT&gt;","image":"[private source path] &lt;pLDDT&gt;","width":1071,"height":1000},{"scheme_key":"db_ptm","scheme_name":"pTM","image":"[private source path] pTM","width":1079,"height":1000}]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PaT90_bmr7191_largest_child</a:t>
            </a:r>
          </a:p>
          <a:p xmlns:a="http://schemas.openxmlformats.org/drawingml/2006/main">
            <a:r>
              <a:t>Source figure: clustering/umap/umap_dbcat_ais_method_ae4ac7fd.png</a:t>
            </a:r>
          </a:p>
          <a:p xmlns:a="http://schemas.openxmlformats.org/drawingml/2006/main">
            <a:r>
              <a:t>Figure 7. UMAP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PaT90_bmr7191_largest_child</ns1:t>
            </ns1:r>
          </ns1:p>
          <ns1:p>
            <ns1:r>
              <ns1:t>Confidence panels: [{"scheme_key":"workflow_umap_knn_clusters","scheme_name":"Child clusters within Cluster 1","image":"[private source path] Cluster labels","width":1842,"height":1119},{"scheme_key":"config::model_origin","scheme_name":"Model Origin","image":"[private source path] Model types","width":1704,"height":1119,"model_type_gif":"[private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PaT90_bmr7191_largest_child</ns1:t>
            </ns1:r>
          </ns1:p>
          <ns1:p>
            <ns1:r>
              <ns1:t>Confidence panels: [{"scheme_key":"db_mean_plddt","scheme_name":"&lt;pLDDT&gt;","image":"[private source path] &lt;pLDDT&gt;","width":1115,"height":1000},{"scheme_key":"db_ptm","scheme_name":"pTM","image":"[private source path] pTM","width":1123,"height":1000}]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PaT90_bmr7191_largest_child</a:t>
            </a:r>
          </a:p>
          <a:p xmlns:a="http://schemas.openxmlformats.org/drawingml/2006/main">
            <a:r>
              <a:t>Source figure: clustering/tsne/tsne_dbcat_ais_method_ae4ac7fd.png</a:t>
            </a:r>
          </a:p>
          <a:p xmlns:a="http://schemas.openxmlformats.org/drawingml/2006/main">
            <a:r>
              <a:t>Figure 10. t-SNE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PaT90_bmr7191_largest_child</ns1:t>
            </ns1:r>
          </ns1:p>
          <ns1:p>
            <ns1:r>
              <ns1:t>Confidence panels: [{"scheme_key":"workflow_umap_knn_clusters","scheme_name":"Child clusters within Cluster 1","image":"[private source path] Cluster labels","width":1879,"height":1119},{"scheme_key":"config::model_origin","scheme_name":"Model Origin","image":"[private source path] Model types","width":1741,"height":1119,"model_type_gif":"[private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1/notesMasters/_rels/notesMaster1.xml.rels><?xml version='1.0' encoding='utf-8'?>
<Relationships xmlns="http://schemas.openxmlformats.org/package/2006/relationships"><Relationship Type="http://schemas.openxmlformats.org/officeDocument/2006/relationships/theme" Target="theme/theme3.xml" Id="R832ee69d6bfa4367" /></Relationships>
</file>

<file path=ppt/pooled_animation_1/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pooled_animation_1/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pooled_animation_1/notesSlides/_rels/notesSlide1.xml.rels><?xml version='1.0' encoding='utf-8'?>
<Relationships xmlns="http://schemas.openxmlformats.org/package/2006/relationships"><Relationship Type="http://schemas.openxmlformats.org/officeDocument/2006/relationships/slide" Target="../../slides/slide21.xml" Id="Rc5170360ce0541ae" /><Relationship Type="http://schemas.openxmlformats.org/officeDocument/2006/relationships/notesMaster" Target="../notesMasters/notesMaster1.xml" Id="R07d0c17e35dc4cc7" /></Relationships>
</file>

<file path=ppt/pooled_animation_1/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{"source_slide":19,"panels":[{"alt":"Pooled group 1 | whole_structure","gif":"[private source path] C-alpha RMSD; no additional fitting","metric_scope":"whole structure","input_order_cost":36.062909857854066}]}</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1/slideLayouts/_rels/slideLayout1.xml.rels><?xml version='1.0' encoding='utf-8'?>
<Relationships xmlns="http://schemas.openxmlformats.org/package/2006/relationships"><Relationship Type="http://schemas.openxmlformats.org/officeDocument/2006/relationships/slideMaster" Target="../slideMasters/slideMaster1.xml" Id="Rcc0f04711a7a47ab" /></Relationships>
</file>

<file path=ppt/pooled_animation_1/slideLayouts/_rels/slideLayout2.xml.rels><?xml version='1.0' encoding='utf-8'?>
<Relationships xmlns="http://schemas.openxmlformats.org/package/2006/relationships"><Relationship Type="http://schemas.openxmlformats.org/officeDocument/2006/relationships/slideMaster" Target="../slideMasters/slideMaster1.xml" Id="R7593de142c2f4ee3" /></Relationships>
</file>

<file path=ppt/pooled_animation_1/slideLayouts/_rels/slideLayout3.xml.rels><?xml version='1.0' encoding='utf-8'?>
<Relationships xmlns="http://schemas.openxmlformats.org/package/2006/relationships"><Relationship Type="http://schemas.openxmlformats.org/officeDocument/2006/relationships/slideMaster" Target="../slideMasters/slideMaster1.xml" Id="Re3e985d52bc84b4f" /></Relationships>
</file>

<file path=ppt/pooled_animation_1/slideLayouts/_rels/slideLayout4.xml.rels><?xml version='1.0' encoding='utf-8'?>
<Relationships xmlns="http://schemas.openxmlformats.org/package/2006/relationships"><Relationship Type="http://schemas.openxmlformats.org/officeDocument/2006/relationships/slideMaster" Target="../slideMasters/slideMaster1.xml" Id="R27b1fde4b38e452d" /></Relationships>
</file>

<file path=ppt/pooled_animation_1/slideLayouts/_rels/slideLayout5.xml.rels><?xml version='1.0' encoding='utf-8'?>
<Relationships xmlns="http://schemas.openxmlformats.org/package/2006/relationships"><Relationship Type="http://schemas.openxmlformats.org/officeDocument/2006/relationships/slideMaster" Target="../slideMasters/slideMaster1.xml" Id="R4e51783ef1bc4371" /></Relationships>
</file>

<file path=ppt/pooled_animation_1/slideLayouts/_rels/slideLayout6.xml.rels><?xml version='1.0' encoding='utf-8'?>
<Relationships xmlns="http://schemas.openxmlformats.org/package/2006/relationships"><Relationship Type="http://schemas.openxmlformats.org/officeDocument/2006/relationships/slideMaster" Target="../slideMasters/slideMaster1.xml" Id="R7920fea9041b43f5" /></Relationships>
</file>

<file path=ppt/pooled_animation_1/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7EDCC3-E681-498B-8F1F-2E4D67819C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089D703-1BE2-4939-94C7-4838097CF6B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pooled_animation_1/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3E969B-16B5-4A82-9E2D-9014A245F4C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pooled_animation_1/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01815D-C7A5-48C7-9146-BEB8CEB5C5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99EB7A6-C320-4055-8064-8A100EB781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1/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976FE00-741A-4DA2-859D-9CEA65FE3D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CCCE59-7294-4E21-A05D-65CD49BF01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C20624-E1D6-4CB7-A22C-DEC6F78B43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pooled_animation_1/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E2126A-BBA9-46E3-B283-3C7BAF5EB3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B5020B-A173-4AD1-A73D-525E8CB1F7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1/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pooled_animation_1/slideMasters/_rels/slideMaster1.xml.rels><?xml version='1.0' encoding='utf-8'?>
<Relationships xmlns="http://schemas.openxmlformats.org/package/2006/relationships"><Relationship Type="http://schemas.openxmlformats.org/officeDocument/2006/relationships/theme" Target="theme/theme2.xml" Id="Re47423222a534122" /><Relationship Type="http://schemas.openxmlformats.org/officeDocument/2006/relationships/slideLayout" Target="../slideLayouts/slideLayout1.xml" Id="R55307549cfae4228" /><Relationship Type="http://schemas.openxmlformats.org/officeDocument/2006/relationships/slideLayout" Target="../slideLayouts/slideLayout2.xml" Id="Rddd77a27fc924755" /><Relationship Type="http://schemas.openxmlformats.org/officeDocument/2006/relationships/slideLayout" Target="../slideLayouts/slideLayout3.xml" Id="R1b10b8df4f92473e" /><Relationship Type="http://schemas.openxmlformats.org/officeDocument/2006/relationships/slideLayout" Target="../slideLayouts/slideLayout4.xml" Id="Rb3d6fac9119f43dc" /><Relationship Type="http://schemas.openxmlformats.org/officeDocument/2006/relationships/slideLayout" Target="../slideLayouts/slideLayout5.xml" Id="Rb795bdd56717406f" /><Relationship Type="http://schemas.openxmlformats.org/officeDocument/2006/relationships/slideLayout" Target="../slideLayouts/slideLayout6.xml" Id="R3a6b2a9db9eb4dd5" /></Relationships>
</file>

<file path=ppt/pooled_animation_1/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307549cfae4228"/>
    <p:sldLayoutId xmlns:r="http://schemas.openxmlformats.org/officeDocument/2006/relationships" id="2147483650" r:id="Rddd77a27fc924755"/>
    <p:sldLayoutId xmlns:r="http://schemas.openxmlformats.org/officeDocument/2006/relationships" id="2147483651" r:id="R1b10b8df4f92473e"/>
    <p:sldLayoutId xmlns:r="http://schemas.openxmlformats.org/officeDocument/2006/relationships" id="2147483652" r:id="Rb3d6fac9119f43dc"/>
    <p:sldLayoutId xmlns:r="http://schemas.openxmlformats.org/officeDocument/2006/relationships" id="2147483653" r:id="Rb795bdd56717406f"/>
    <p:sldLayoutId xmlns:r="http://schemas.openxmlformats.org/officeDocument/2006/relationships" id="2147483654" r:id="R3a6b2a9db9eb4d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pooled_animation_1/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pooled_animation_2/notesMasters/_rels/notesMaster1.xml.rels><?xml version='1.0' encoding='utf-8'?>
<Relationships xmlns="http://schemas.openxmlformats.org/package/2006/relationships"><Relationship Type="http://schemas.openxmlformats.org/officeDocument/2006/relationships/theme" Target="theme/theme3.xml" Id="R6420277f4c804825" /></Relationships>
</file>

<file path=ppt/pooled_animation_2/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pooled_animation_2/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pooled_animation_2/notesSlides/_rels/notesSlide1.xml.rels><?xml version='1.0' encoding='utf-8'?>
<Relationships xmlns="http://schemas.openxmlformats.org/package/2006/relationships"><Relationship Type="http://schemas.openxmlformats.org/officeDocument/2006/relationships/slide" Target="../../slides/slide22.xml" Id="R97f2e67af12a427e" /><Relationship Type="http://schemas.openxmlformats.org/officeDocument/2006/relationships/notesMaster" Target="../notesMasters/notesMaster1.xml" Id="Rded1521a2b834262" /></Relationships>
</file>

<file path=ppt/pooled_animation_2/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{"source_slide":19,"panels":[{"alt":"Pooled group 2 | whole_structure","gif":"[private source path] C-alpha RMSD; no additional fitting","metric_scope":"whole structure","input_order_cost":16.29292019471962}]}</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2/slideLayouts/_rels/slideLayout1.xml.rels><?xml version='1.0' encoding='utf-8'?>
<Relationships xmlns="http://schemas.openxmlformats.org/package/2006/relationships"><Relationship Type="http://schemas.openxmlformats.org/officeDocument/2006/relationships/slideMaster" Target="../slideMasters/slideMaster1.xml" Id="R0dc787b8b91b495f" /></Relationships>
</file>

<file path=ppt/pooled_animation_2/slideLayouts/_rels/slideLayout2.xml.rels><?xml version='1.0' encoding='utf-8'?>
<Relationships xmlns="http://schemas.openxmlformats.org/package/2006/relationships"><Relationship Type="http://schemas.openxmlformats.org/officeDocument/2006/relationships/slideMaster" Target="../slideMasters/slideMaster1.xml" Id="Rba2b54ea8a604d92" /></Relationships>
</file>

<file path=ppt/pooled_animation_2/slideLayouts/_rels/slideLayout3.xml.rels><?xml version='1.0' encoding='utf-8'?>
<Relationships xmlns="http://schemas.openxmlformats.org/package/2006/relationships"><Relationship Type="http://schemas.openxmlformats.org/officeDocument/2006/relationships/slideMaster" Target="../slideMasters/slideMaster1.xml" Id="R78e1022414904ecc" /></Relationships>
</file>

<file path=ppt/pooled_animation_2/slideLayouts/_rels/slideLayout4.xml.rels><?xml version='1.0' encoding='utf-8'?>
<Relationships xmlns="http://schemas.openxmlformats.org/package/2006/relationships"><Relationship Type="http://schemas.openxmlformats.org/officeDocument/2006/relationships/slideMaster" Target="../slideMasters/slideMaster1.xml" Id="Rc498d3935b7f4767" /></Relationships>
</file>

<file path=ppt/pooled_animation_2/slideLayouts/_rels/slideLayout5.xml.rels><?xml version='1.0' encoding='utf-8'?>
<Relationships xmlns="http://schemas.openxmlformats.org/package/2006/relationships"><Relationship Type="http://schemas.openxmlformats.org/officeDocument/2006/relationships/slideMaster" Target="../slideMasters/slideMaster1.xml" Id="R57fee7d48ced42be" /></Relationships>
</file>

<file path=ppt/pooled_animation_2/slideLayouts/_rels/slideLayout6.xml.rels><?xml version='1.0' encoding='utf-8'?>
<Relationships xmlns="http://schemas.openxmlformats.org/package/2006/relationships"><Relationship Type="http://schemas.openxmlformats.org/officeDocument/2006/relationships/slideMaster" Target="../slideMasters/slideMaster1.xml" Id="Rb242a7a924e042b5" /></Relationships>
</file>

<file path=ppt/pooled_animation_2/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13BEB8-B4A5-4B51-842F-D88BAFF2E1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BD6DA7-ECD4-4B7A-A486-10DB867AB58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pooled_animation_2/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3FEB6A-6A4D-428C-9EFF-7E472F657A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pooled_animation_2/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6F6F39-1B35-46EC-B998-6E3CAEA566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B9105E-3B4D-41B6-9658-0ECC7A10FA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2/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ABD4CC-4642-4289-950B-D4CAFFF8BB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85A965-E194-4C69-B660-B99A0D6F20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2D5EC5-4D04-42EA-8D71-A8697D3CE4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pooled_animation_2/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1DC37C-D259-450E-B936-189A05022A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7D5865-6840-4E08-991D-A4BA3A98EC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2/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pooled_animation_2/slideMasters/_rels/slideMaster1.xml.rels><?xml version='1.0' encoding='utf-8'?>
<Relationships xmlns="http://schemas.openxmlformats.org/package/2006/relationships"><Relationship Type="http://schemas.openxmlformats.org/officeDocument/2006/relationships/theme" Target="theme/theme2.xml" Id="Rfa298c1a7b364b98" /><Relationship Type="http://schemas.openxmlformats.org/officeDocument/2006/relationships/slideLayout" Target="../slideLayouts/slideLayout1.xml" Id="Rccc232f4ab6b4144" /><Relationship Type="http://schemas.openxmlformats.org/officeDocument/2006/relationships/slideLayout" Target="../slideLayouts/slideLayout2.xml" Id="Re1c8e90ca63a41fa" /><Relationship Type="http://schemas.openxmlformats.org/officeDocument/2006/relationships/slideLayout" Target="../slideLayouts/slideLayout3.xml" Id="R8b580e9f59ca470e" /><Relationship Type="http://schemas.openxmlformats.org/officeDocument/2006/relationships/slideLayout" Target="../slideLayouts/slideLayout4.xml" Id="R4619dd1b52434691" /><Relationship Type="http://schemas.openxmlformats.org/officeDocument/2006/relationships/slideLayout" Target="../slideLayouts/slideLayout5.xml" Id="R896639f5e5a7419d" /><Relationship Type="http://schemas.openxmlformats.org/officeDocument/2006/relationships/slideLayout" Target="../slideLayouts/slideLayout6.xml" Id="Rf92357a30058402c" /></Relationships>
</file>

<file path=ppt/pooled_animation_2/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c232f4ab6b4144"/>
    <p:sldLayoutId xmlns:r="http://schemas.openxmlformats.org/officeDocument/2006/relationships" id="2147483650" r:id="Re1c8e90ca63a41fa"/>
    <p:sldLayoutId xmlns:r="http://schemas.openxmlformats.org/officeDocument/2006/relationships" id="2147483651" r:id="R8b580e9f59ca470e"/>
    <p:sldLayoutId xmlns:r="http://schemas.openxmlformats.org/officeDocument/2006/relationships" id="2147483652" r:id="R4619dd1b52434691"/>
    <p:sldLayoutId xmlns:r="http://schemas.openxmlformats.org/officeDocument/2006/relationships" id="2147483653" r:id="R896639f5e5a7419d"/>
    <p:sldLayoutId xmlns:r="http://schemas.openxmlformats.org/officeDocument/2006/relationships" id="2147483654" r:id="Rf92357a3005840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pooled_animation_2/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pooled_animation_3/notesMasters/_rels/notesMaster1.xml.rels><?xml version='1.0' encoding='utf-8'?>
<Relationships xmlns="http://schemas.openxmlformats.org/package/2006/relationships"><Relationship Type="http://schemas.openxmlformats.org/officeDocument/2006/relationships/theme" Target="theme/theme3.xml" Id="R137f5de03df548b4" /></Relationships>
</file>

<file path=ppt/pooled_animation_3/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pooled_animation_3/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pooled_animation_3/notesSlides/_rels/notesSlide1.xml.rels><?xml version='1.0' encoding='utf-8'?>
<Relationships xmlns="http://schemas.openxmlformats.org/package/2006/relationships"><Relationship Type="http://schemas.openxmlformats.org/officeDocument/2006/relationships/slide" Target="../../slides/slide23.xml" Id="R2092cc4b62ec454b" /><Relationship Type="http://schemas.openxmlformats.org/officeDocument/2006/relationships/notesMaster" Target="../notesMasters/notesMaster1.xml" Id="Ra7119a3a1b4c4b10" /></Relationships>
</file>

<file path=ppt/pooled_animation_3/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{"source_slide":19,"panels":[{"alt":"Pooled group 3 | whole_structure","gif":"[private source path] C-alpha RMSD; no additional fitting","metric_scope":"whole structure","input_order_cost":25.635356435228882}]}</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3/slideLayouts/_rels/slideLayout1.xml.rels><?xml version='1.0' encoding='utf-8'?>
<Relationships xmlns="http://schemas.openxmlformats.org/package/2006/relationships"><Relationship Type="http://schemas.openxmlformats.org/officeDocument/2006/relationships/slideMaster" Target="../slideMasters/slideMaster1.xml" Id="Rd17ed40ad56349b7" /></Relationships>
</file>

<file path=ppt/pooled_animation_3/slideLayouts/_rels/slideLayout2.xml.rels><?xml version='1.0' encoding='utf-8'?>
<Relationships xmlns="http://schemas.openxmlformats.org/package/2006/relationships"><Relationship Type="http://schemas.openxmlformats.org/officeDocument/2006/relationships/slideMaster" Target="../slideMasters/slideMaster1.xml" Id="R5df8832f06474fad" /></Relationships>
</file>

<file path=ppt/pooled_animation_3/slideLayouts/_rels/slideLayout3.xml.rels><?xml version='1.0' encoding='utf-8'?>
<Relationships xmlns="http://schemas.openxmlformats.org/package/2006/relationships"><Relationship Type="http://schemas.openxmlformats.org/officeDocument/2006/relationships/slideMaster" Target="../slideMasters/slideMaster1.xml" Id="R828033ed99a3429d" /></Relationships>
</file>

<file path=ppt/pooled_animation_3/slideLayouts/_rels/slideLayout4.xml.rels><?xml version='1.0' encoding='utf-8'?>
<Relationships xmlns="http://schemas.openxmlformats.org/package/2006/relationships"><Relationship Type="http://schemas.openxmlformats.org/officeDocument/2006/relationships/slideMaster" Target="../slideMasters/slideMaster1.xml" Id="Rb5fb307f6b2b4646" /></Relationships>
</file>

<file path=ppt/pooled_animation_3/slideLayouts/_rels/slideLayout5.xml.rels><?xml version='1.0' encoding='utf-8'?>
<Relationships xmlns="http://schemas.openxmlformats.org/package/2006/relationships"><Relationship Type="http://schemas.openxmlformats.org/officeDocument/2006/relationships/slideMaster" Target="../slideMasters/slideMaster1.xml" Id="Rcf9ebad9cfbf48ac" /></Relationships>
</file>

<file path=ppt/pooled_animation_3/slideLayouts/_rels/slideLayout6.xml.rels><?xml version='1.0' encoding='utf-8'?>
<Relationships xmlns="http://schemas.openxmlformats.org/package/2006/relationships"><Relationship Type="http://schemas.openxmlformats.org/officeDocument/2006/relationships/slideMaster" Target="../slideMasters/slideMaster1.xml" Id="Ra9697c69e4cc4535" /></Relationships>
</file>

<file path=ppt/pooled_animation_3/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5C5185-753C-4907-9A5E-8B8FF6ACD69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8F228DB-6196-4DBF-97EA-49B0C81B9F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pooled_animation_3/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D07921-C769-4A7C-BB2E-84BE4F9ED3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pooled_animation_3/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1C9C64-28BD-4FF1-ACCC-2BECA70EE6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54FCA9-0D81-4EEE-A15C-9D9565FAEB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3/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50C0B0-D3FA-435E-A7CA-594BFD4597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26A209-7F12-4DF9-95D5-0E3B225E71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2C8761-696F-46B6-BC2D-EB60DAE8981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pooled_animation_3/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D94158-1EE3-4EFB-94E5-EB006416C9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EA0FBE-4415-4978-B926-22B934A4F6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3/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pooled_animation_3/slideMasters/_rels/slideMaster1.xml.rels><?xml version='1.0' encoding='utf-8'?>
<Relationships xmlns="http://schemas.openxmlformats.org/package/2006/relationships"><Relationship Type="http://schemas.openxmlformats.org/officeDocument/2006/relationships/theme" Target="theme/theme2.xml" Id="R2f0e9a9abe4e4b7f" /><Relationship Type="http://schemas.openxmlformats.org/officeDocument/2006/relationships/slideLayout" Target="../slideLayouts/slideLayout1.xml" Id="R08e6b86885934674" /><Relationship Type="http://schemas.openxmlformats.org/officeDocument/2006/relationships/slideLayout" Target="../slideLayouts/slideLayout2.xml" Id="R949fb3e0dfc84c2b" /><Relationship Type="http://schemas.openxmlformats.org/officeDocument/2006/relationships/slideLayout" Target="../slideLayouts/slideLayout3.xml" Id="R26cbc12615124e32" /><Relationship Type="http://schemas.openxmlformats.org/officeDocument/2006/relationships/slideLayout" Target="../slideLayouts/slideLayout4.xml" Id="R04b635ca16874be5" /><Relationship Type="http://schemas.openxmlformats.org/officeDocument/2006/relationships/slideLayout" Target="../slideLayouts/slideLayout5.xml" Id="R523bdadf1d714868" /><Relationship Type="http://schemas.openxmlformats.org/officeDocument/2006/relationships/slideLayout" Target="../slideLayouts/slideLayout6.xml" Id="Rbfa2485f494445ad" /></Relationships>
</file>

<file path=ppt/pooled_animation_3/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e6b86885934674"/>
    <p:sldLayoutId xmlns:r="http://schemas.openxmlformats.org/officeDocument/2006/relationships" id="2147483650" r:id="R949fb3e0dfc84c2b"/>
    <p:sldLayoutId xmlns:r="http://schemas.openxmlformats.org/officeDocument/2006/relationships" id="2147483651" r:id="R26cbc12615124e32"/>
    <p:sldLayoutId xmlns:r="http://schemas.openxmlformats.org/officeDocument/2006/relationships" id="2147483652" r:id="R04b635ca16874be5"/>
    <p:sldLayoutId xmlns:r="http://schemas.openxmlformats.org/officeDocument/2006/relationships" id="2147483653" r:id="R523bdadf1d714868"/>
    <p:sldLayoutId xmlns:r="http://schemas.openxmlformats.org/officeDocument/2006/relationships" id="2147483654" r:id="Rbfa2485f494445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pooled_animation_3/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0d6063dc5848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f47805cff843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e675e9d7844b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1cca6ecc9f42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b7178e74424c8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344d45f86749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ED3040-853C-40F6-B534-953A66D4229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332AE6-A9D5-47F6-909F-AB53718D16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8E4C54-248A-46A4-A84C-733F038F0EA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582C96-A456-456D-8CFA-5B0ED45C75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6C58BA-4A05-40F7-8984-40B4F4C27A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ECE5EF-5DB4-4951-9788-C33978BA8D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FB21DD-B9E8-4366-92E4-D62043A220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FD5B64F-B855-45B7-87AD-0464E64C784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37E920-E0C1-4EEA-914B-D4EF23F851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23016F-36FB-49CF-A3A5-E493470AEB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c7813d228644a5" /><Relationship Type="http://schemas.openxmlformats.org/officeDocument/2006/relationships/slideLayout" Target="/ppt/slideLayouts/slideLayout1.xml" Id="R9e78166e8e4645ae" /><Relationship Type="http://schemas.openxmlformats.org/officeDocument/2006/relationships/slideLayout" Target="/ppt/slideLayouts/slideLayout2.xml" Id="Reb4da90a922942cf" /><Relationship Type="http://schemas.openxmlformats.org/officeDocument/2006/relationships/slideLayout" Target="/ppt/slideLayouts/slideLayout3.xml" Id="Rd307d8e07d384b93" /><Relationship Type="http://schemas.openxmlformats.org/officeDocument/2006/relationships/slideLayout" Target="/ppt/slideLayouts/slideLayout4.xml" Id="Rc4548531b4fa4c5b" /><Relationship Type="http://schemas.openxmlformats.org/officeDocument/2006/relationships/slideLayout" Target="/ppt/slideLayouts/slideLayout5.xml" Id="R93bfd39f2cc64534" /><Relationship Type="http://schemas.openxmlformats.org/officeDocument/2006/relationships/slideLayout" Target="/ppt/slideLayouts/slideLayout6.xml" Id="Re47fbd1872ef4d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78166e8e4645ae"/>
    <p:sldLayoutId xmlns:r="http://schemas.openxmlformats.org/officeDocument/2006/relationships" id="2147483650" r:id="Reb4da90a922942cf"/>
    <p:sldLayoutId xmlns:r="http://schemas.openxmlformats.org/officeDocument/2006/relationships" id="2147483651" r:id="Rd307d8e07d384b93"/>
    <p:sldLayoutId xmlns:r="http://schemas.openxmlformats.org/officeDocument/2006/relationships" id="2147483652" r:id="Rc4548531b4fa4c5b"/>
    <p:sldLayoutId xmlns:r="http://schemas.openxmlformats.org/officeDocument/2006/relationships" id="2147483653" r:id="R93bfd39f2cc64534"/>
    <p:sldLayoutId xmlns:r="http://schemas.openxmlformats.org/officeDocument/2006/relationships" id="2147483654" r:id="Re47fbd1872ef4d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b7864b8d94d4c0a" /><Relationship Type="http://schemas.openxmlformats.org/officeDocument/2006/relationships/image" Target="/ppt/media/image.png" Id="R0ad0ccf7b109459e" /><Relationship Type="http://schemas.openxmlformats.org/officeDocument/2006/relationships/notesSlide" Target="/ppt/notesSlides/notesSlide1.xml" Id="Ra72fbd88ab8546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93402068ec4e43" /><Relationship Type="http://schemas.openxmlformats.org/officeDocument/2006/relationships/image" Target="/ppt/media/image2.png" Id="R50cd09506b994c5c" /><Relationship Type="http://schemas.openxmlformats.org/officeDocument/2006/relationships/notesSlide" Target="/ppt/notesSlides/notesSlide2.xml" Id="R6048da53c6ee49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62be91c426146c9" /><Relationship Type="http://schemas.openxmlformats.org/officeDocument/2006/relationships/image" Target="/ppt/media/image3.png" Id="R8e8a8fcf64784cf5" /><Relationship Type="http://schemas.openxmlformats.org/officeDocument/2006/relationships/image" Target="/ppt/media/image4.png" Id="R6c6a9667aa1d40f5" /><Relationship Type="http://schemas.openxmlformats.org/officeDocument/2006/relationships/notesSlide" Target="/ppt/notesSlides/notesSlide3.xml" Id="R1a272638084f41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99095562944f08" /><Relationship Type="http://schemas.openxmlformats.org/officeDocument/2006/relationships/image" Target="/ppt/media/image5.png" Id="R77e8e94f2c644a13" /><Relationship Type="http://schemas.openxmlformats.org/officeDocument/2006/relationships/notesSlide" Target="/ppt/notesSlides/notesSlide4.xml" Id="R2787529ecb4c4462" /></Relationships>
</file>

<file path=ppt/slides/_rels/slide5.xml.rels><?xml version='1.0' encoding='utf-8'?>
<Relationships xmlns="http://schemas.openxmlformats.org/package/2006/relationships"><Relationship Type="http://schemas.openxmlformats.org/officeDocument/2006/relationships/slideLayout" Target="/ppt/slideLayouts/slideLayout6.xml" Id="R44e73e5958b84a62" /><Relationship Type="http://schemas.openxmlformats.org/officeDocument/2006/relationships/image" Target="/ppt/media/image6.png" Id="Ra6db2b43f64d4d52" /><Relationship Type="http://schemas.openxmlformats.org/officeDocument/2006/relationships/image" Target="/ppt/media/image7.png" Id="Rf2fa7853c89a4709" /><Relationship Type="http://schemas.openxmlformats.org/officeDocument/2006/relationships/notesSlide" Target="/ppt/notesSlides/notesSlide5.xml" Id="R7f2780ee01d84d87" /><Relationship Id="rIdModelTypeAnimation1" Type="http://schemas.openxmlformats.org/officeDocument/2006/relationships/image" Target="../media/model-type-1.gif" /><Relationship Id="rIdModelTypeAnimation1Added" Type="http://schemas.openxmlformats.org/officeDocument/2006/relationships/image" Target="../media/model-type-1.gif" /><Relationship Id="rIdModelTypeAnimation1AddedAdded" Type="http://schemas.openxmlformats.org/officeDocument/2006/relationships/image" Target="../media/model-type-1.gif" /><Relationship Id="rIdModelTypeAnimation1AddedAddedAdded" Type="http://schemas.openxmlformats.org/officeDocument/2006/relationships/image" Target="../media/model-type-1.gi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7384fa15000442c" /><Relationship Type="http://schemas.openxmlformats.org/officeDocument/2006/relationships/image" Target="/ppt/media/image8.png" Id="R721f7b281c5b4c3a" /><Relationship Type="http://schemas.openxmlformats.org/officeDocument/2006/relationships/image" Target="/ppt/media/image9.png" Id="R2acd8803e1534deb" /><Relationship Type="http://schemas.openxmlformats.org/officeDocument/2006/relationships/notesSlide" Target="/ppt/notesSlides/notesSlide6.xml" Id="Ra43109739cf74b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905f826fcaf4b0a" /><Relationship Type="http://schemas.openxmlformats.org/officeDocument/2006/relationships/image" Target="/ppt/media/image10.png" Id="R791c3d69e7154ab3" /><Relationship Type="http://schemas.openxmlformats.org/officeDocument/2006/relationships/notesSlide" Target="/ppt/notesSlides/notesSlide7.xml" Id="R5bd8161e9dd04f43" /></Relationships>
</file>

<file path=ppt/slides/_rels/slide8.xml.rels><?xml version='1.0' encoding='utf-8'?>
<Relationships xmlns="http://schemas.openxmlformats.org/package/2006/relationships"><Relationship Type="http://schemas.openxmlformats.org/officeDocument/2006/relationships/slideLayout" Target="/ppt/slideLayouts/slideLayout6.xml" Id="R0edafc4006654f02" /><Relationship Type="http://schemas.openxmlformats.org/officeDocument/2006/relationships/image" Target="/ppt/media/image11.png" Id="Rde8cae1885e743ef" /><Relationship Type="http://schemas.openxmlformats.org/officeDocument/2006/relationships/image" Target="/ppt/media/image12.png" Id="R4e460e021a3c4aae" /><Relationship Type="http://schemas.openxmlformats.org/officeDocument/2006/relationships/notesSlide" Target="/ppt/notesSlides/notesSlide8.xml" Id="R6396a340fe5c4dd0" /><Relationship Id="rIdModelTypeAnimation1" Type="http://schemas.openxmlformats.org/officeDocument/2006/relationships/image" Target="../media/model-type-2.gif" /><Relationship Id="rIdModelTypeAnimation1Added" Type="http://schemas.openxmlformats.org/officeDocument/2006/relationships/image" Target="../media/model-type-2.gif" /><Relationship Id="rIdModelTypeAnimation1AddedAdded" Type="http://schemas.openxmlformats.org/officeDocument/2006/relationships/image" Target="../media/model-type-2.gif" /><Relationship Id="rIdModelTypeAnimation1AddedAddedAdded" Type="http://schemas.openxmlformats.org/officeDocument/2006/relationships/image" Target="../media/model-type-2.gi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c0e1dfcaabf4620" /><Relationship Type="http://schemas.openxmlformats.org/officeDocument/2006/relationships/image" Target="/ppt/media/image13.png" Id="R36c66d870c484677" /><Relationship Type="http://schemas.openxmlformats.org/officeDocument/2006/relationships/image" Target="/ppt/media/image14.png" Id="R6b7707b9a9f54dae" /><Relationship Type="http://schemas.openxmlformats.org/officeDocument/2006/relationships/notesSlide" Target="/ppt/notesSlides/notesSlide9.xml" Id="Re73d4ead4c6640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667f2c6b9e6439c" /><Relationship Type="http://schemas.openxmlformats.org/officeDocument/2006/relationships/image" Target="/ppt/media/image15.png" Id="Rcee284f044bc4047" /><Relationship Type="http://schemas.openxmlformats.org/officeDocument/2006/relationships/notesSlide" Target="/ppt/notesSlides/notesSlide10.xml" Id="R675bfa97f752473d" /></Relationships>
</file>

<file path=ppt/slides/_rels/slide11.xml.rels><?xml version='1.0' encoding='utf-8'?>
<Relationships xmlns="http://schemas.openxmlformats.org/package/2006/relationships"><Relationship Type="http://schemas.openxmlformats.org/officeDocument/2006/relationships/slideLayout" Target="/ppt/slideLayouts/slideLayout6.xml" Id="R4adf2e7cef814019" /><Relationship Type="http://schemas.openxmlformats.org/officeDocument/2006/relationships/image" Target="/ppt/media/image16.png" Id="Ra2036f7878ee4931" /><Relationship Type="http://schemas.openxmlformats.org/officeDocument/2006/relationships/image" Target="/ppt/media/image17.png" Id="Rb828aff55b894fae" /><Relationship Type="http://schemas.openxmlformats.org/officeDocument/2006/relationships/notesSlide" Target="/ppt/notesSlides/notesSlide11.xml" Id="Red1b365272524866" /><Relationship Id="rIdModelTypeAnimation1" Type="http://schemas.openxmlformats.org/officeDocument/2006/relationships/image" Target="../media/model-type-3.gif" /><Relationship Id="rIdModelTypeAnimation1Added" Type="http://schemas.openxmlformats.org/officeDocument/2006/relationships/image" Target="../media/model-type-3.gif" /><Relationship Id="rIdModelTypeAnimation1AddedAdded" Type="http://schemas.openxmlformats.org/officeDocument/2006/relationships/image" Target="../media/model-type-3.gif" /><Relationship Id="rIdModelTypeAnimation1AddedAddedAdded" Type="http://schemas.openxmlformats.org/officeDocument/2006/relationships/image" Target="../media/model-type-3.gif" /></Relationships>
</file>

<file path=ppt/slides/_rels/slide12.xml.rels><?xml version='1.0' encoding='utf-8'?>
<Relationships xmlns="http://schemas.openxmlformats.org/package/2006/relationships"><Relationship Type="http://schemas.openxmlformats.org/officeDocument/2006/relationships/slideLayout" Target="../domain_variance/slideLayouts/slideLayout6.xml" Id="R33853302b6264d68" /><Relationship Type="http://schemas.openxmlformats.org/officeDocument/2006/relationships/image" Target="../domain_variance/media/image.png" Id="Rb87dd27a07dc459d" /><Relationship Type="http://schemas.openxmlformats.org/officeDocument/2006/relationships/notesSlide" Target="../domain_variance/notesSlides/notesSlide1.xml" Id="Rdde31190b35247b8" /></Relationships>
</file>

<file path=ppt/slides/_rels/slide13.xml.rels><?xml version='1.0' encoding='utf-8'?>
<Relationships xmlns="http://schemas.openxmlformats.org/package/2006/relationships"><Relationship Type="http://schemas.openxmlformats.org/officeDocument/2006/relationships/slideLayout" Target="../workflow_addition_12_workflow-pptx-lhap4l6l/slideLayouts/slideLayout6.xml" Id="R5a47c240797b4228" /><Relationship Type="http://schemas.openxmlformats.org/officeDocument/2006/relationships/chart" Target="../workflow_addition_12_workflow-pptx-lhap4l6l/slides/charts/chart1.xml" Id="R796ab49a03874d40" /><Relationship Type="http://schemas.openxmlformats.org/officeDocument/2006/relationships/notesSlide" Target="../workflow_addition_12_workflow-pptx-lhap4l6l/notesSlides/notesSlide1.xml" Id="R414648c157134cab" /></Relationships>
</file>

<file path=ppt/slides/_rels/slide14.xml.rels><?xml version='1.0' encoding='utf-8'?>
<Relationships xmlns="http://schemas.openxmlformats.org/package/2006/relationships"><Relationship Type="http://schemas.openxmlformats.org/officeDocument/2006/relationships/slideLayout" Target="../workflow_addition_13_workflow-pptx-lhap4l6l/slideLayouts/slideLayout6.xml" Id="R403b6cf4ac7a4612" /><Relationship Type="http://schemas.openxmlformats.org/officeDocument/2006/relationships/image" Target="../workflow_addition_13_workflow-pptx-lhap4l6l/media/image.png" Id="R0a28c52ab24e442d" /><Relationship Type="http://schemas.openxmlformats.org/officeDocument/2006/relationships/image" Target="../workflow_addition_13_workflow-pptx-lhap4l6l/media/image2.png" Id="R11e5085539154967" /><Relationship Type="http://schemas.openxmlformats.org/officeDocument/2006/relationships/image" Target="../workflow_addition_13_workflow-pptx-lhap4l6l/media/image3.png" Id="R3349e45187f14aa1" /><Relationship Type="http://schemas.openxmlformats.org/officeDocument/2006/relationships/image" Target="../workflow_addition_13_workflow-pptx-lhap4l6l/media/image4.png" Id="Re7d1c49ceb0441a2" /><Relationship Type="http://schemas.openxmlformats.org/officeDocument/2006/relationships/image" Target="../workflow_addition_13_workflow-pptx-lhap4l6l/media/image5.png" Id="R2b886308ad65485a" /><Relationship Type="http://schemas.openxmlformats.org/officeDocument/2006/relationships/notesSlide" Target="../workflow_addition_13_workflow-pptx-lhap4l6l/notesSlides/notesSlide1.xml" Id="R003dcfdc47704e50" /></Relationships>
</file>

<file path=ppt/slides/_rels/slide15.xml.rels><?xml version='1.0' encoding='utf-8'?>
<Relationships xmlns="http://schemas.openxmlformats.org/package/2006/relationships"><Relationship Type="http://schemas.openxmlformats.org/officeDocument/2006/relationships/slideLayout" Target="../workflow_addition_14_workflow-pptx-lhap4l6l/slideLayouts/slideLayout6.xml" Id="R76bb7d871b3b42c7" /><Relationship Type="http://schemas.openxmlformats.org/officeDocument/2006/relationships/image" Target="../workflow_addition_14_workflow-pptx-lhap4l6l/media/image.png" Id="R19f03a7520cd45eb" /><Relationship Type="http://schemas.openxmlformats.org/officeDocument/2006/relationships/image" Target="../workflow_addition_14_workflow-pptx-lhap4l6l/media/image2.png" Id="R2a8096bd75f545c3" /><Relationship Type="http://schemas.openxmlformats.org/officeDocument/2006/relationships/image" Target="../workflow_addition_14_workflow-pptx-lhap4l6l/media/image3.png" Id="R4544b76c3fe34dc6" /><Relationship Type="http://schemas.openxmlformats.org/officeDocument/2006/relationships/image" Target="../workflow_addition_14_workflow-pptx-lhap4l6l/media/image4.png" Id="R3c54b419a79944e1" /><Relationship Type="http://schemas.openxmlformats.org/officeDocument/2006/relationships/notesSlide" Target="../workflow_addition_14_workflow-pptx-lhap4l6l/notesSlides/notesSlide1.xml" Id="R7128a9786d614d31" /></Relationships>
</file>

<file path=ppt/slides/_rels/slide16.xml.rels><?xml version='1.0' encoding='utf-8'?>
<Relationships xmlns="http://schemas.openxmlformats.org/package/2006/relationships"><Relationship Type="http://schemas.openxmlformats.org/officeDocument/2006/relationships/slideLayout" Target="../tm_heatmap/slideLayouts/slideLayout6.xml" Id="Rd22857262153404d" /><Relationship Type="http://schemas.openxmlformats.org/officeDocument/2006/relationships/notesSlide" Target="../tm_heatmap/notesSlides/notesSlide1.xml" Id="R4d0cdbc040d34a07" /></Relationships>
</file>

<file path=ppt/slides/_rels/slide17.xml.rels><?xml version='1.0' encoding='utf-8'?>
<Relationships xmlns="http://schemas.openxmlformats.org/package/2006/relationships"><Relationship Type="http://schemas.openxmlformats.org/officeDocument/2006/relationships/slideLayout" Target="../workflow_addition_16_workflow-pptx-znjhz9x8/slideLayouts/slideLayout6.xml" Id="R66a1ac60329b4308" /><Relationship Type="http://schemas.openxmlformats.org/officeDocument/2006/relationships/image" Target="../workflow_addition_16_workflow-pptx-znjhz9x8/media/image.png" Id="Rf416511188d64302" /><Relationship Type="http://schemas.openxmlformats.org/officeDocument/2006/relationships/image" Target="../workflow_addition_16_workflow-pptx-znjhz9x8/media/image2.png" Id="R9696a6c379024ea6" /><Relationship Type="http://schemas.openxmlformats.org/officeDocument/2006/relationships/image" Target="../workflow_addition_16_workflow-pptx-znjhz9x8/media/image3.png" Id="Rc891d8107f05466c" /><Relationship Type="http://schemas.openxmlformats.org/officeDocument/2006/relationships/notesSlide" Target="../workflow_addition_16_workflow-pptx-znjhz9x8/notesSlides/notesSlide1.xml" Id="Rbc1a700d8197499c" /><Relationship Id="rIdBonsaiSource" Type="http://schemas.openxmlformats.org/officeDocument/2006/relationships/hyperlink" Target="https://github.com/dhdegroot/Bonsai-data-representation/tree/b16ef6f0a164610327022c7d0b92de82b3596aad" TargetMode="External" /></Relationships>
</file>

<file path=ppt/slides/_rels/slide18.xml.rels><?xml version='1.0' encoding='utf-8'?>
<Relationships xmlns="http://schemas.openxmlformats.org/package/2006/relationships"><Relationship Id="rId1" Type="http://schemas.openxmlformats.org/officeDocument/2006/relationships/slideLayout" Target="../introduction_title/slideLayouts/slideLayout7.xml" /><Relationship Id="rId2" Type="http://schemas.openxmlformats.org/officeDocument/2006/relationships/notesSlide" Target="../introduction_title/notesSlides/notesSlide1.xml" /></Relationships>
</file>

<file path=ppt/slides/_rels/slide19.xml.rels><?xml version='1.0' encoding='utf-8'?>
<Relationships xmlns="http://schemas.openxmlformats.org/package/2006/relationships"><Relationship Id="rId1" Type="http://schemas.openxmlformats.org/officeDocument/2006/relationships/slideLayout" Target="../introduction_methodology/slideLayouts/slideLayout7.xml" /><Relationship Id="rId2" Type="http://schemas.openxmlformats.org/officeDocument/2006/relationships/hyperlink" Target="https://github.com/wallnerlab/AFsample2" TargetMode="External" /><Relationship Id="rId3" Type="http://schemas.openxmlformats.org/officeDocument/2006/relationships/hyperlink" Target="https://github.com/wallnerlab/afsample3/tree/507e8fd492379cb3996d1ba2e04794e8ce2191df" TargetMode="External" /><Relationship Id="rId4" Type="http://schemas.openxmlformats.org/officeDocument/2006/relationships/hyperlink" Target="https://github.com/microsoft/bioemu" TargetMode="External" /><Relationship Id="rId5" Type="http://schemas.openxmlformats.org/officeDocument/2006/relationships/hyperlink" Target="https://scikit-learn.org/stable/modules/generated/sklearn.decomposition.PCA.html" TargetMode="External" /><Relationship Id="rId6" Type="http://schemas.openxmlformats.org/officeDocument/2006/relationships/hyperlink" Target="https://scikit-learn.org/stable/modules/generated/sklearn.manifold.TSNE.html" TargetMode="External" /><Relationship Id="rId7" Type="http://schemas.openxmlformats.org/officeDocument/2006/relationships/hyperlink" Target="https://github.com/lmcinnes/umap" TargetMode="External" /><Relationship Id="rId8" Type="http://schemas.openxmlformats.org/officeDocument/2006/relationships/hyperlink" Target="https://github.com/pylelab/USalign" TargetMode="External" /><Relationship Id="rId9" Type="http://schemas.openxmlformats.org/officeDocument/2006/relationships/hyperlink" Target="https://github.com/dhdegroot/Bonsai-data-representation/tree/b16ef6f0a164610327022c7d0b92de82b3596aad" TargetMode="External" /><Relationship Id="rId10" Type="http://schemas.openxmlformats.org/officeDocument/2006/relationships/hyperlink" Target="https://jmlr.org/papers/v12/pedregosa11a.html" TargetMode="External" /><Relationship Id="rId11" Type="http://schemas.openxmlformats.org/officeDocument/2006/relationships/hyperlink" Target="https://www.jmlr.org/papers/v9/vandermaaten08a.html" TargetMode="External" /><Relationship Id="rId12" Type="http://schemas.openxmlformats.org/officeDocument/2006/relationships/hyperlink" Target="https://arxiv.org/abs/1802.03426" TargetMode="External" /><Relationship Id="rId13" Type="http://schemas.openxmlformats.org/officeDocument/2006/relationships/notesSlide" Target="../introduction_methodology/notesSlides/notesSlide1.xml" /></Relationships>
</file>

<file path=ppt/slides/_rels/slide20.xml.rels><?xml version='1.0' encoding='utf-8'?>
<Relationships xmlns="http://schemas.openxmlformats.org/package/2006/relationships"><Relationship Id="rId1" Type="http://schemas.openxmlformats.org/officeDocument/2006/relationships/slideLayout" Target="../tm_group_19/slideLayouts/slideLayout7.xml" /><Relationship Id="rId2" Type="http://schemas.openxmlformats.org/officeDocument/2006/relationships/image" Target="../tm_group_19/media/image1.png" /><Relationship Id="rId3" Type="http://schemas.openxmlformats.org/officeDocument/2006/relationships/image" Target="../tm_group_19/media/image2.png" /><Relationship Id="rId4" Type="http://schemas.openxmlformats.org/officeDocument/2006/relationships/image" Target="../tm_group_19/media/image3.png" /><Relationship Id="rId5" Type="http://schemas.openxmlformats.org/officeDocument/2006/relationships/notesSlide" Target="../tm_group_19/notesSlides/notesSlide1.xml" /></Relationships>
</file>

<file path=ppt/slides/_rels/slide21.xml.rels><?xml version='1.0' encoding='utf-8'?>
<Relationships xmlns="http://schemas.openxmlformats.org/package/2006/relationships"><Relationship Type="http://schemas.openxmlformats.org/officeDocument/2006/relationships/slideLayout" Target="../pooled_animation_1/slideLayouts/slideLayout6.xml" Id="R16bccc8ab46c4deb" /><Relationship Type="http://schemas.openxmlformats.org/officeDocument/2006/relationships/image" Target="../pooled_animation_1/media/image.png" Id="R2fc2db42eb7248b5" /><Relationship Type="http://schemas.openxmlformats.org/officeDocument/2006/relationships/notesSlide" Target="../pooled_animation_1/notesSlides/notesSlide1.xml" Id="Rbafb7686c5394afc" /><Relationship Id="rIdPooledAnimation1" Type="http://schemas.openxmlformats.org/officeDocument/2006/relationships/image" Target="../pooled_animation_1/media/pooled-animation-1.gif" /></Relationships>
</file>

<file path=ppt/slides/_rels/slide22.xml.rels><?xml version='1.0' encoding='utf-8'?>
<Relationships xmlns="http://schemas.openxmlformats.org/package/2006/relationships"><Relationship Type="http://schemas.openxmlformats.org/officeDocument/2006/relationships/slideLayout" Target="../pooled_animation_2/slideLayouts/slideLayout6.xml" Id="Rca37c5def49f48b0" /><Relationship Type="http://schemas.openxmlformats.org/officeDocument/2006/relationships/image" Target="../pooled_animation_2/media/image.png" Id="R20171ae741af4ce9" /><Relationship Type="http://schemas.openxmlformats.org/officeDocument/2006/relationships/notesSlide" Target="../pooled_animation_2/notesSlides/notesSlide1.xml" Id="Raa61302ea6ac435d" /><Relationship Id="rIdPooledAnimation1" Type="http://schemas.openxmlformats.org/officeDocument/2006/relationships/image" Target="../pooled_animation_2/media/pooled-animation-1.gif" /></Relationships>
</file>

<file path=ppt/slides/_rels/slide23.xml.rels><?xml version='1.0' encoding='utf-8'?>
<Relationships xmlns="http://schemas.openxmlformats.org/package/2006/relationships"><Relationship Type="http://schemas.openxmlformats.org/officeDocument/2006/relationships/slideLayout" Target="../pooled_animation_3/slideLayouts/slideLayout6.xml" Id="R598a555c8e464bed" /><Relationship Type="http://schemas.openxmlformats.org/officeDocument/2006/relationships/image" Target="../pooled_animation_3/media/image.png" Id="R8455943a35564a4c" /><Relationship Type="http://schemas.openxmlformats.org/officeDocument/2006/relationships/notesSlide" Target="../pooled_animation_3/notesSlides/notesSlide1.xml" Id="R9c27107344304c84" /><Relationship Id="rIdPooledAnimation1" Type="http://schemas.openxmlformats.org/officeDocument/2006/relationships/image" Target="../pooled_animation_3/media/pooled-animation-1.gi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19958C8A-9737-403E-8DFA-E11D13FE2EE9}"/>
              </a:ext>
            </a:extLst>
          </p:cNvPr>
          <p:cNvPicPr>
            <a:picLocks xmlns:a="http://schemas.openxmlformats.org/drawingml/2006/main" noChangeAspect="1"/>
          </p:cNvPicPr>
          <p:nvPr/>
        </p:nvPicPr>
        <p:blipFill>
          <a:blip xmlns:r="http://schemas.openxmlformats.org/officeDocument/2006/relationships" xmlns:a="http://schemas.openxmlformats.org/drawingml/2006/main" r:embed="R0ad0ccf7b109459e"/>
          <a:stretch xmlns:a="http://schemas.openxmlformats.org/drawingml/2006/main"/>
        </p:blipFill>
        <p:spPr>
          <a:xfrm xmlns:a="http://schemas.openxmlformats.org/drawingml/2006/main">
            <a:off x="3351936" y="609600"/>
            <a:ext cx="5488129"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1F7CC3-5D97-4AB6-ABEA-3CF910152187}"/>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 Median Cα distance between shared residues across the model ensemble.</a:t>
            </a:r>
          </a:p>
        </p:txBody>
      </p:sp>
    </p:spTree>
    <p:extLst>
      <p:ext uri="{BB962C8B-B14F-4D97-AF65-F5344CB8AC3E}">
        <p14:creationId xmlns:p14="http://schemas.microsoft.com/office/powerpoint/2010/main" val="4117389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5B1C0972-A49C-4EFA-9241-44FA890A5390}"/>
              </a:ext>
            </a:extLst>
          </p:cNvPr>
          <p:cNvPicPr>
            <a:picLocks xmlns:a="http://schemas.openxmlformats.org/drawingml/2006/main" noChangeAspect="1"/>
          </p:cNvPicPr>
          <p:nvPr/>
        </p:nvPicPr>
        <p:blipFill>
          <a:blip xmlns:r="http://schemas.openxmlformats.org/officeDocument/2006/relationships" xmlns:a="http://schemas.openxmlformats.org/drawingml/2006/main" r:embed="R50cd09506b994c5c"/>
          <a:stretch xmlns:a="http://schemas.openxmlformats.org/drawingml/2006/main"/>
        </p:blipFill>
        <p:spPr>
          <a:xfrm xmlns:a="http://schemas.openxmlformats.org/drawingml/2006/main">
            <a:off x="3401925" y="609600"/>
            <a:ext cx="5388149"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BB3878-E6F0-4981-8A16-DCAAA1DA74E9}"/>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2. Variance of Cα distances between shared residues across the model ensemble.</a:t>
            </a:r>
          </a:p>
        </p:txBody>
      </p:sp>
    </p:spTree>
    <p:extLst>
      <p:ext uri="{BB962C8B-B14F-4D97-AF65-F5344CB8AC3E}">
        <p14:creationId xmlns:p14="http://schemas.microsoft.com/office/powerpoint/2010/main" val="12326565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594FE8A2-0D13-48A5-AB3B-86DBD38EA87D}"/>
              </a:ext>
            </a:extLst>
          </p:cNvPr>
          <p:cNvPicPr>
            <a:picLocks xmlns:a="http://schemas.openxmlformats.org/drawingml/2006/main" noChangeAspect="1"/>
          </p:cNvPicPr>
          <p:nvPr/>
        </p:nvPicPr>
        <p:blipFill>
          <a:blip xmlns:r="http://schemas.openxmlformats.org/officeDocument/2006/relationships" xmlns:a="http://schemas.openxmlformats.org/drawingml/2006/main" r:embed="R8e8a8fcf64784cf5"/>
          <a:stretch xmlns:a="http://schemas.openxmlformats.org/drawingml/2006/main"/>
        </p:blipFill>
        <p:spPr>
          <a:xfrm xmlns:a="http://schemas.openxmlformats.org/drawingml/2006/main">
            <a:off x="457200" y="352727"/>
            <a:ext cx="5486400" cy="4838095"/>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99CF93D9-D419-4DCC-8156-B17EA1F2333F}"/>
              </a:ext>
            </a:extLst>
          </p:cNvPr>
          <p:cNvPicPr>
            <a:picLocks xmlns:a="http://schemas.openxmlformats.org/drawingml/2006/main" noChangeAspect="1"/>
          </p:cNvPicPr>
          <p:nvPr/>
        </p:nvPicPr>
        <p:blipFill>
          <a:blip xmlns:r="http://schemas.openxmlformats.org/officeDocument/2006/relationships" xmlns:a="http://schemas.openxmlformats.org/drawingml/2006/main" r:embed="R6c6a9667aa1d40f5"/>
          <a:stretch xmlns:a="http://schemas.openxmlformats.org/drawingml/2006/main"/>
        </p:blipFill>
        <p:spPr>
          <a:xfrm xmlns:a="http://schemas.openxmlformats.org/drawingml/2006/main">
            <a:off x="6096000" y="369673"/>
            <a:ext cx="5486400" cy="480420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112E88C-0EEF-436F-A4D0-DC84EA94674D}"/>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3. PCA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8325137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5C0E5DCA-1D75-4B85-938B-02561691B698}"/>
              </a:ext>
            </a:extLst>
          </p:cNvPr>
          <p:cNvPicPr>
            <a:picLocks xmlns:a="http://schemas.openxmlformats.org/drawingml/2006/main" noChangeAspect="1"/>
          </p:cNvPicPr>
          <p:nvPr/>
        </p:nvPicPr>
        <p:blipFill>
          <a:blip xmlns:r="http://schemas.openxmlformats.org/officeDocument/2006/relationships" xmlns:a="http://schemas.openxmlformats.org/drawingml/2006/main" r:embed="R77e8e94f2c644a13"/>
          <a:stretch xmlns:a="http://schemas.openxmlformats.org/drawingml/2006/main"/>
        </p:blipFill>
        <p:spPr>
          <a:xfrm xmlns:a="http://schemas.openxmlformats.org/drawingml/2006/main">
            <a:off x="2197798" y="609600"/>
            <a:ext cx="7796404"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215DCC-8644-43A0-90B7-83ED3BF5ADCF}"/>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4. PCA embedding of shared-residue distograms, colored by AIS Method.</a:t>
            </a:r>
          </a:p>
        </p:txBody>
      </p:sp>
    </p:spTree>
    <p:extLst>
      <p:ext uri="{BB962C8B-B14F-4D97-AF65-F5344CB8AC3E}">
        <p14:creationId xmlns:p14="http://schemas.microsoft.com/office/powerpoint/2010/main" val="1325352043"/>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5A268703-09EA-4F76-8C74-125616F85C37}"/>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DDC50D18-819B-4B96-BA29-13B579C662C2}"/>
              </a:ext>
            </a:extLst>
          </p:cNvPr>
          <p:cNvPicPr>
            <a:picLocks noChangeAspect="1"/>
          </p:cNvPicPr>
          <p:nvPr/>
        </p:nvPicPr>
        <p:blipFill>
          <a:blip r:embed="Ra6db2b43f64d4d52"/>
          <a:stretch/>
        </p:blipFill>
        <p:spPr>
          <a:xfrm>
            <a:off x="457200" y="1418612"/>
            <a:ext cx="5486400" cy="3239726"/>
          </a:xfrm>
          <a:prstGeom prst="rect">
            <a:avLst/>
          </a:prstGeom>
        </p:spPr>
      </p:pic>
      <p:sp>
        <p:nvSpPr>
          <p:cNvPr id="3" name="">
            <a:extLst>
              <a:ext uri="{FF2B5EF4-FFF2-40B4-BE49-F238E27FC236}">
                <ns2:creationId id="{B006ACB8-69BB-4FA0-BBC4-AB97C35F92A5}"/>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F93FEFB3-46BD-497B-A817-9A848502D8B9}"/>
              </a:ext>
            </a:extLst>
          </p:cNvPr>
          <p:cNvPicPr>
            <a:picLocks noChangeAspect="1"/>
          </p:cNvPicPr>
          <p:nvPr/>
        </p:nvPicPr>
        <p:blipFill>
          <a:blip r:embed="rIdModelTypeAnimation1AddedAddedAdded"/>
          <a:stretch/>
        </p:blipFill>
        <p:spPr>
          <a:xfrm>
            <a:off x="6096000" y="1291383"/>
            <a:ext cx="5486400" cy="3494184"/>
          </a:xfrm>
          <a:prstGeom prst="rect">
            <a:avLst/>
          </a:prstGeom>
        </p:spPr>
      </p:pic>
      <p:sp>
        <p:nvSpPr>
          <p:cNvPr id="5" name="">
            <a:extLst>
              <a:ext uri="{FF2B5EF4-FFF2-40B4-BE49-F238E27FC236}">
                <ns2:creationId id="{6D89C63D-BAF4-4439-96F8-CE5EC9C2DAF8}"/>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5. PCA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9538205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188B2BEA-61D2-4D4C-AE48-C4842B23DC36}"/>
              </a:ext>
            </a:extLst>
          </p:cNvPr>
          <p:cNvPicPr>
            <a:picLocks xmlns:a="http://schemas.openxmlformats.org/drawingml/2006/main" noChangeAspect="1"/>
          </p:cNvPicPr>
          <p:nvPr/>
        </p:nvPicPr>
        <p:blipFill>
          <a:blip xmlns:r="http://schemas.openxmlformats.org/officeDocument/2006/relationships" xmlns:a="http://schemas.openxmlformats.org/drawingml/2006/main" r:embed="R721f7b281c5b4c3a"/>
          <a:stretch xmlns:a="http://schemas.openxmlformats.org/drawingml/2006/main"/>
        </p:blipFill>
        <p:spPr>
          <a:xfrm xmlns:a="http://schemas.openxmlformats.org/drawingml/2006/main">
            <a:off x="476660" y="228600"/>
            <a:ext cx="5447481" cy="50863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B0DA7F22-B5C2-4FEC-A70A-9EC586F37378}"/>
              </a:ext>
            </a:extLst>
          </p:cNvPr>
          <p:cNvPicPr>
            <a:picLocks xmlns:a="http://schemas.openxmlformats.org/drawingml/2006/main" noChangeAspect="1"/>
          </p:cNvPicPr>
          <p:nvPr/>
        </p:nvPicPr>
        <p:blipFill>
          <a:blip xmlns:r="http://schemas.openxmlformats.org/officeDocument/2006/relationships" xmlns:a="http://schemas.openxmlformats.org/drawingml/2006/main" r:embed="R2acd8803e1534deb"/>
          <a:stretch xmlns:a="http://schemas.openxmlformats.org/drawingml/2006/main"/>
        </p:blipFill>
        <p:spPr>
          <a:xfrm xmlns:a="http://schemas.openxmlformats.org/drawingml/2006/main">
            <a:off x="6096000" y="229421"/>
            <a:ext cx="5486400" cy="508470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0DC3A01-F5A7-4F3C-9633-E79FA78DE969}"/>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6. UMAP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9725869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16D5F989-1C16-491A-8058-8DDB5793E0DE}"/>
              </a:ext>
            </a:extLst>
          </p:cNvPr>
          <p:cNvPicPr>
            <a:picLocks xmlns:a="http://schemas.openxmlformats.org/drawingml/2006/main" noChangeAspect="1"/>
          </p:cNvPicPr>
          <p:nvPr/>
        </p:nvPicPr>
        <p:blipFill>
          <a:blip xmlns:r="http://schemas.openxmlformats.org/officeDocument/2006/relationships" xmlns:a="http://schemas.openxmlformats.org/drawingml/2006/main" r:embed="R791c3d69e7154ab3"/>
          <a:stretch xmlns:a="http://schemas.openxmlformats.org/drawingml/2006/main"/>
        </p:blipFill>
        <p:spPr>
          <a:xfrm xmlns:a="http://schemas.openxmlformats.org/drawingml/2006/main">
            <a:off x="2312387" y="609600"/>
            <a:ext cx="7567225"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027ABEC-CF66-42A9-9D81-74FC2E819F5E}"/>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7. UMAP embedding of shared-residue distograms, colored by AIS Method.</a:t>
            </a:r>
          </a:p>
        </p:txBody>
      </p:sp>
    </p:spTree>
    <p:extLst>
      <p:ext uri="{BB962C8B-B14F-4D97-AF65-F5344CB8AC3E}">
        <p14:creationId xmlns:p14="http://schemas.microsoft.com/office/powerpoint/2010/main" val="1017015162"/>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EB75AB0A-2AA7-4974-B230-714550B79A17}"/>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3A857142-56C3-4432-8044-C79921072DA5}"/>
              </a:ext>
            </a:extLst>
          </p:cNvPr>
          <p:cNvPicPr>
            <a:picLocks noChangeAspect="1"/>
          </p:cNvPicPr>
          <p:nvPr/>
        </p:nvPicPr>
        <p:blipFill>
          <a:blip r:embed="Rde8cae1885e743ef"/>
          <a:stretch/>
        </p:blipFill>
        <p:spPr>
          <a:xfrm>
            <a:off x="457200" y="1372003"/>
            <a:ext cx="5486400" cy="3332943"/>
          </a:xfrm>
          <a:prstGeom prst="rect">
            <a:avLst/>
          </a:prstGeom>
        </p:spPr>
      </p:pic>
      <p:sp>
        <p:nvSpPr>
          <p:cNvPr id="3" name="">
            <a:extLst>
              <a:ext uri="{FF2B5EF4-FFF2-40B4-BE49-F238E27FC236}">
                <ns2:creationId id="{63C25534-26A9-4A56-A4B3-9D9D86248472}"/>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2CEA9417-668E-4321-BA6C-CC9AF48C9A82}"/>
              </a:ext>
            </a:extLst>
          </p:cNvPr>
          <p:cNvPicPr>
            <a:picLocks noChangeAspect="1"/>
          </p:cNvPicPr>
          <p:nvPr/>
        </p:nvPicPr>
        <p:blipFill>
          <a:blip r:embed="rIdModelTypeAnimation1AddedAddedAdded"/>
          <a:stretch/>
        </p:blipFill>
        <p:spPr>
          <a:xfrm>
            <a:off x="6096000" y="1237043"/>
            <a:ext cx="5486400" cy="3602865"/>
          </a:xfrm>
          <a:prstGeom prst="rect">
            <a:avLst/>
          </a:prstGeom>
        </p:spPr>
      </p:pic>
      <p:sp>
        <p:nvSpPr>
          <p:cNvPr id="5" name="">
            <a:extLst>
              <a:ext uri="{FF2B5EF4-FFF2-40B4-BE49-F238E27FC236}">
                <ns2:creationId id="{BC6669B7-9EF4-4681-A9D7-D1E1F3EF8EC8}"/>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8. UMAP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12282658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10D07AF5-D0D8-4D21-A369-CBD3FEB8509E}"/>
              </a:ext>
            </a:extLst>
          </p:cNvPr>
          <p:cNvPicPr>
            <a:picLocks xmlns:a="http://schemas.openxmlformats.org/drawingml/2006/main" noChangeAspect="1"/>
          </p:cNvPicPr>
          <p:nvPr/>
        </p:nvPicPr>
        <p:blipFill>
          <a:blip xmlns:r="http://schemas.openxmlformats.org/officeDocument/2006/relationships" xmlns:a="http://schemas.openxmlformats.org/drawingml/2006/main" r:embed="R36c66d870c484677"/>
          <a:stretch xmlns:a="http://schemas.openxmlformats.org/drawingml/2006/main"/>
        </p:blipFill>
        <p:spPr>
          <a:xfrm xmlns:a="http://schemas.openxmlformats.org/drawingml/2006/main">
            <a:off x="457200" y="311506"/>
            <a:ext cx="5486400" cy="4920538"/>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6B18130E-D620-4254-B271-B321CD6037CD}"/>
              </a:ext>
            </a:extLst>
          </p:cNvPr>
          <p:cNvPicPr>
            <a:picLocks xmlns:a="http://schemas.openxmlformats.org/drawingml/2006/main" noChangeAspect="1"/>
          </p:cNvPicPr>
          <p:nvPr/>
        </p:nvPicPr>
        <p:blipFill>
          <a:blip xmlns:r="http://schemas.openxmlformats.org/officeDocument/2006/relationships" xmlns:a="http://schemas.openxmlformats.org/drawingml/2006/main" r:embed="R6b7707b9a9f54dae"/>
          <a:stretch xmlns:a="http://schemas.openxmlformats.org/drawingml/2006/main"/>
        </p:blipFill>
        <p:spPr>
          <a:xfrm xmlns:a="http://schemas.openxmlformats.org/drawingml/2006/main">
            <a:off x="6096000" y="329032"/>
            <a:ext cx="5486400" cy="48854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2408089-04E7-4FCE-9AA7-DDDB25BB67F6}"/>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9. t-SNE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18549238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2BAE63B6-6FDD-4DFC-B394-BA463333F209}"/>
              </a:ext>
            </a:extLst>
          </p:cNvPr>
          <p:cNvPicPr>
            <a:picLocks xmlns:a="http://schemas.openxmlformats.org/drawingml/2006/main" noChangeAspect="1"/>
          </p:cNvPicPr>
          <p:nvPr/>
        </p:nvPicPr>
        <p:blipFill>
          <a:blip xmlns:r="http://schemas.openxmlformats.org/officeDocument/2006/relationships" xmlns:a="http://schemas.openxmlformats.org/drawingml/2006/main" r:embed="Rcee284f044bc4047"/>
          <a:stretch xmlns:a="http://schemas.openxmlformats.org/drawingml/2006/main"/>
        </p:blipFill>
        <p:spPr>
          <a:xfrm xmlns:a="http://schemas.openxmlformats.org/drawingml/2006/main">
            <a:off x="2232391" y="609600"/>
            <a:ext cx="7727218"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115D5C-4F48-4146-995D-79BB655B2B9A}"/>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10. t-SNE embedding of shared-residue distograms, colored by AIS Method.</a:t>
            </a:r>
          </a:p>
        </p:txBody>
      </p:sp>
    </p:spTree>
    <p:extLst>
      <p:ext uri="{BB962C8B-B14F-4D97-AF65-F5344CB8AC3E}">
        <p14:creationId xmlns:p14="http://schemas.microsoft.com/office/powerpoint/2010/main" val="849972009"/>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397420FD-9220-4857-809F-817ADC741475}"/>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7A7D60AD-6C9E-4D00-AF42-F625F741AFBC}"/>
              </a:ext>
            </a:extLst>
          </p:cNvPr>
          <p:cNvPicPr>
            <a:picLocks noChangeAspect="1"/>
          </p:cNvPicPr>
          <p:nvPr/>
        </p:nvPicPr>
        <p:blipFill>
          <a:blip r:embed="Ra2036f7878ee4931"/>
          <a:stretch/>
        </p:blipFill>
        <p:spPr>
          <a:xfrm>
            <a:off x="457200" y="1404818"/>
            <a:ext cx="5486400" cy="3267313"/>
          </a:xfrm>
          <a:prstGeom prst="rect">
            <a:avLst/>
          </a:prstGeom>
        </p:spPr>
      </p:pic>
      <p:sp>
        <p:nvSpPr>
          <p:cNvPr id="3" name="">
            <a:extLst>
              <a:ext uri="{FF2B5EF4-FFF2-40B4-BE49-F238E27FC236}">
                <ns2:creationId id="{D92AB143-FA56-4B17-A9C2-E5F5D6398F37}"/>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ECE23A60-C7E7-4227-80F8-DD08EE3D794C}"/>
              </a:ext>
            </a:extLst>
          </p:cNvPr>
          <p:cNvPicPr>
            <a:picLocks noChangeAspect="1"/>
          </p:cNvPicPr>
          <p:nvPr/>
        </p:nvPicPr>
        <p:blipFill>
          <a:blip r:embed="rIdModelTypeAnimation1AddedAddedAdded"/>
          <a:stretch/>
        </p:blipFill>
        <p:spPr>
          <a:xfrm>
            <a:off x="6096000" y="1275327"/>
            <a:ext cx="5486400" cy="3526296"/>
          </a:xfrm>
          <a:prstGeom prst="rect">
            <a:avLst/>
          </a:prstGeom>
        </p:spPr>
      </p:pic>
      <p:sp>
        <p:nvSpPr>
          <p:cNvPr id="5" name="">
            <a:extLst>
              <a:ext uri="{FF2B5EF4-FFF2-40B4-BE49-F238E27FC236}">
                <ns2:creationId id="{C6683A24-0C0F-472E-BEF6-BEEDD7D1E944}"/>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11. t-SNE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1005189583"/>
      </p:ext>
    </p:extLst>
  </p:cSld>
</p:sld>
</file>

<file path=ppt/slides/slide12.xml><?xml version="1.0" encoding="utf-8"?>
<p:sld xmlns:ns1="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ns1:solidFill>
          <ns1:srgbClr val="FFFFFF"/>
        </ns1:solidFill>
      </p:bgPr>
    </p:bg>
    <p:spTree>
      <p:nvGrpSpPr>
        <p:cNvPr id="1" name=""/>
        <p:cNvGrpSpPr/>
        <p:nvPr/>
      </p:nvGrpSpPr>
      <p:grpSpPr>
        <ns1:xfrm/>
      </p:grpSpPr>
      <p:pic>
        <p:nvPicPr>
          <p:cNvPr id="3" name="">
            <ns1:extLst>
              <ns1:ext uri="{FF2B5EF4-FFF2-40B4-BE49-F238E27FC236}">
                <ns2:creationId id="{EE2A6774-B0BE-4020-A5F3-461B00A20AD8}"/>
              </ns1:ext>
            </ns1:extLst>
          </p:cNvPr>
          <p:cNvPicPr>
            <ns1:picLocks noChangeAspect="1"/>
          </p:cNvPicPr>
          <p:nvPr/>
        </p:nvPicPr>
        <p:blipFill>
          <ns1:blip r:embed="Rb87dd27a07dc459d"/>
          <ns1:stretch/>
        </p:blipFill>
        <p:spPr>
          <ns1:xfrm>
            <ns1:off x="3249706" y="609600"/>
            <ns1:ext cx="5692588" cy="4838700"/>
          </ns1:xfrm>
          <ns1:prstGeom prst="rect">
            <ns1:avLst/>
          </ns1:prstGeom>
        </p:spPr>
      </p:pic>
      <p:sp>
        <p:nvSpPr>
          <p:cNvPr id="2" name="">
            <ns1:extLst>
              <ns1:ext uri="{FF2B5EF4-FFF2-40B4-BE49-F238E27FC236}">
                <ns2:creationId id="{16257D87-86D1-4BDE-A7DA-10CDC9BAA3AA}"/>
              </ns1:ext>
            </ns1:extLst>
          </p:cNvPr>
          <p:cNvSpPr>
            <ns1:spLocks noGrp="1"/>
          </p:cNvSpPr>
          <p:nvPr/>
        </p:nvSpPr>
        <p:spPr>
          <ns1:xfrm>
            <ns1:off x="457200" y="5715000"/>
            <ns1:ext cx="11277600" cy="914400"/>
          </ns1:xfrm>
          <ns1:prstGeom prst="rect">
            <ns1:avLst/>
          </ns1:prstGeom>
          <ns1:noFill/>
          <ns1:ln w="0">
            <ns1:noFill/>
          </ns1:ln>
        </p:spPr>
        <p:txBody>
          <ns1:bodyPr>
            <ns1:normAutofit fontScale="100000"/>
          </ns1:bodyPr>
          <ns1:lstStyle>
            <ns1:defPPr>
              <ns1:defRPr sz="1800">
                <ns1:solidFill>
                  <ns1:srgbClr val="222222"/>
                </ns1:solidFill>
                <ns1:latin typeface="DejaVu Sans"/>
                <ns1:ea typeface="DejaVu Sans"/>
                <ns1:cs typeface="DejaVu Sans"/>
              </ns1:defRPr>
            </ns1:defPPr>
            <ns1:lvl1pPr>
              <ns1:defRPr sz="1800">
                <ns1:solidFill>
                  <ns1:srgbClr val="222222"/>
                </ns1:solidFill>
                <ns1:latin typeface="DejaVu Sans"/>
                <ns1:ea typeface="DejaVu Sans"/>
                <ns1:cs typeface="DejaVu Sans"/>
              </ns1:defRPr>
            </ns1:lvl1pPr>
            <ns1:lvl2pPr>
              <ns1:defRPr sz="1800">
                <ns1:solidFill>
                  <ns1:srgbClr val="222222"/>
                </ns1:solidFill>
                <ns1:latin typeface="DejaVu Sans"/>
                <ns1:ea typeface="DejaVu Sans"/>
                <ns1:cs typeface="DejaVu Sans"/>
              </ns1:defRPr>
            </ns1:lvl2pPr>
            <ns1:lvl3pPr>
              <ns1:defRPr sz="1800">
                <ns1:solidFill>
                  <ns1:srgbClr val="222222"/>
                </ns1:solidFill>
                <ns1:latin typeface="DejaVu Sans"/>
                <ns1:ea typeface="DejaVu Sans"/>
                <ns1:cs typeface="DejaVu Sans"/>
              </ns1:defRPr>
            </ns1:lvl3pPr>
            <ns1:lvl4pPr>
              <ns1:defRPr sz="1800">
                <ns1:solidFill>
                  <ns1:srgbClr val="222222"/>
                </ns1:solidFill>
                <ns1:latin typeface="DejaVu Sans"/>
                <ns1:ea typeface="DejaVu Sans"/>
                <ns1:cs typeface="DejaVu Sans"/>
              </ns1:defRPr>
            </ns1:lvl4pPr>
            <ns1:lvl5pPr>
              <ns1:defRPr sz="1800">
                <ns1:solidFill>
                  <ns1:srgbClr val="222222"/>
                </ns1:solidFill>
                <ns1:latin typeface="DejaVu Sans"/>
                <ns1:ea typeface="DejaVu Sans"/>
                <ns1:cs typeface="DejaVu Sans"/>
              </ns1:defRPr>
            </ns1:lvl5pPr>
            <ns1:lvl6pPr>
              <ns1:defRPr sz="1800">
                <ns1:solidFill>
                  <ns1:srgbClr val="222222"/>
                </ns1:solidFill>
                <ns1:latin typeface="DejaVu Sans"/>
                <ns1:ea typeface="DejaVu Sans"/>
                <ns1:cs typeface="DejaVu Sans"/>
              </ns1:defRPr>
            </ns1:lvl6pPr>
            <ns1:lvl7pPr>
              <ns1:defRPr sz="1800">
                <ns1:solidFill>
                  <ns1:srgbClr val="222222"/>
                </ns1:solidFill>
                <ns1:latin typeface="DejaVu Sans"/>
                <ns1:ea typeface="DejaVu Sans"/>
                <ns1:cs typeface="DejaVu Sans"/>
              </ns1:defRPr>
            </ns1:lvl7pPr>
            <ns1:lvl8pPr>
              <ns1:defRPr sz="1800">
                <ns1:solidFill>
                  <ns1:srgbClr val="222222"/>
                </ns1:solidFill>
                <ns1:latin typeface="DejaVu Sans"/>
                <ns1:ea typeface="DejaVu Sans"/>
                <ns1:cs typeface="DejaVu Sans"/>
              </ns1:defRPr>
            </ns1:lvl8pPr>
            <ns1:lvl9pPr>
              <ns1:defRPr sz="1800">
                <ns1:solidFill>
                  <ns1:srgbClr val="222222"/>
                </ns1:solidFill>
                <ns1:latin typeface="DejaVu Sans"/>
                <ns1:ea typeface="DejaVu Sans"/>
                <ns1:cs typeface="DejaVu Sans"/>
              </ns1:defRPr>
            </ns1:lvl9pPr>
          </ns1:lstStyle>
          <ns1:p>
            <ns1:pPr>
              <ns1:defRPr sz="1800">
                <ns1:solidFill>
                  <ns1:srgbClr val="222222"/>
                </ns1:solidFill>
                <ns1:latin typeface="DejaVu Sans"/>
                <ns1:ea typeface="DejaVu Sans"/>
                <ns1:cs typeface="DejaVu Sans"/>
              </ns1:defRPr>
            </ns1:pPr>
            <ns1:r>
              <ns1:rPr sz="1800">
                <ns1:solidFill>
                  <ns1:srgbClr val="222222"/>
                </ns1:solidFill>
                <ns1:latin typeface="DejaVu Sans"/>
                <ns1:ea typeface="DejaVu Sans"/>
                <ns1:cs typeface="DejaVu Sans"/>
              </ns1:rPr>
              <ns1:t>Figure 2. Variance of Cα distances between shared residues across the model ensemble. Colored outlines and membership strips delineate the detected rigid cores, including discontinuous sequence segments.</ns1:t>
            </ns1:r>
          </ns1:p>
        </p:txBody>
      </p:sp>
    </p:spTree>
    <p:extLst>
      <p:ext uri="{BB962C8B-B14F-4D97-AF65-F5344CB8AC3E}">
        <ns4:creationId val="146281880"/>
      </p:ext>
    </p:extLst>
  </p:cSld>
</p:sld>
</file>

<file path=ppt/slides/slide13.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ADB7DE75-6705-433A-B37F-C41C5D562509}"/>
              </a:ext>
            </a:extLst>
          </p:cNvPr>
          <p:cNvSpPr>
            <a:spLocks noGrp="1"/>
          </p:cNvSpPr>
          <p:nvPr/>
        </p:nvSpPr>
        <p:spPr>
          <a:xfrm>
            <a:off x="457200" y="228600"/>
            <a:ext cx="11277600" cy="361950"/>
          </a:xfrm>
          <a:prstGeom prst="rect">
            <a:avLst/>
          </a:prstGeom>
          <a:noFill/>
          <a:ln w="0">
            <a:noFill/>
          </a:ln>
        </p:spPr>
        <p:txBody>
          <a:bodyPr/>
          <a:lstStyle>
            <a:defPPr>
              <a:defRPr sz="2250">
                <a:solidFill>
                  <a:srgbClr val="222222"/>
                </a:solidFill>
                <a:latin typeface="DejaVu Sans"/>
                <a:ea typeface="DejaVu Sans"/>
                <a:cs typeface="DejaVu Sans"/>
              </a:defRPr>
            </a:defPPr>
            <a:lvl1pPr>
              <a:defRPr sz="2250">
                <a:solidFill>
                  <a:srgbClr val="222222"/>
                </a:solidFill>
                <a:latin typeface="DejaVu Sans"/>
                <a:ea typeface="DejaVu Sans"/>
                <a:cs typeface="DejaVu Sans"/>
              </a:defRPr>
            </a:lvl1pPr>
            <a:lvl2pPr>
              <a:defRPr sz="2250">
                <a:solidFill>
                  <a:srgbClr val="222222"/>
                </a:solidFill>
                <a:latin typeface="DejaVu Sans"/>
                <a:ea typeface="DejaVu Sans"/>
                <a:cs typeface="DejaVu Sans"/>
              </a:defRPr>
            </a:lvl2pPr>
            <a:lvl3pPr>
              <a:defRPr sz="2250">
                <a:solidFill>
                  <a:srgbClr val="222222"/>
                </a:solidFill>
                <a:latin typeface="DejaVu Sans"/>
                <a:ea typeface="DejaVu Sans"/>
                <a:cs typeface="DejaVu Sans"/>
              </a:defRPr>
            </a:lvl3pPr>
            <a:lvl4pPr>
              <a:defRPr sz="2250">
                <a:solidFill>
                  <a:srgbClr val="222222"/>
                </a:solidFill>
                <a:latin typeface="DejaVu Sans"/>
                <a:ea typeface="DejaVu Sans"/>
                <a:cs typeface="DejaVu Sans"/>
              </a:defRPr>
            </a:lvl4pPr>
            <a:lvl5pPr>
              <a:defRPr sz="2250">
                <a:solidFill>
                  <a:srgbClr val="222222"/>
                </a:solidFill>
                <a:latin typeface="DejaVu Sans"/>
                <a:ea typeface="DejaVu Sans"/>
                <a:cs typeface="DejaVu Sans"/>
              </a:defRPr>
            </a:lvl5pPr>
            <a:lvl6pPr>
              <a:defRPr sz="2250">
                <a:solidFill>
                  <a:srgbClr val="222222"/>
                </a:solidFill>
                <a:latin typeface="DejaVu Sans"/>
                <a:ea typeface="DejaVu Sans"/>
                <a:cs typeface="DejaVu Sans"/>
              </a:defRPr>
            </a:lvl6pPr>
            <a:lvl7pPr>
              <a:defRPr sz="2250">
                <a:solidFill>
                  <a:srgbClr val="222222"/>
                </a:solidFill>
                <a:latin typeface="DejaVu Sans"/>
                <a:ea typeface="DejaVu Sans"/>
                <a:cs typeface="DejaVu Sans"/>
              </a:defRPr>
            </a:lvl7pPr>
            <a:lvl8pPr>
              <a:defRPr sz="2250">
                <a:solidFill>
                  <a:srgbClr val="222222"/>
                </a:solidFill>
                <a:latin typeface="DejaVu Sans"/>
                <a:ea typeface="DejaVu Sans"/>
                <a:cs typeface="DejaVu Sans"/>
              </a:defRPr>
            </a:lvl8pPr>
            <a:lvl9pPr>
              <a:defRPr sz="2250">
                <a:solidFill>
                  <a:srgbClr val="222222"/>
                </a:solidFill>
                <a:latin typeface="DejaVu Sans"/>
                <a:ea typeface="DejaVu Sans"/>
                <a:cs typeface="DejaVu Sans"/>
              </a:defRPr>
            </a:lvl9pPr>
          </a:lstStyle>
          <a:p>
            <a:pPr>
              <a:defRPr sz="2250">
                <a:solidFill>
                  <a:srgbClr val="222222"/>
                </a:solidFill>
                <a:latin typeface="DejaVu Sans"/>
                <a:ea typeface="DejaVu Sans"/>
                <a:cs typeface="DejaVu Sans"/>
              </a:defRPr>
            </a:pPr>
            <a:r>
              <a:rPr sz="2250">
                <a:solidFill>
                  <a:srgbClr val="222222"/>
                </a:solidFill>
                <a:latin typeface="DejaVu Sans"/>
                <a:ea typeface="DejaVu Sans"/>
                <a:cs typeface="DejaVu Sans"/>
              </a:rPr>
              <a:t>Cluster confidence distributions</a:t>
            </a:r>
          </a:p>
        </p:txBody>
      </p:sp>
      <p:graphicFrame>
        <p:nvGraphicFramePr>
          <p:cNvPr id="2" name="Chart">
            <a:extLst>
              <a:ext uri="{FF2B5EF4-FFF2-40B4-BE49-F238E27FC236}">
                <ns2:creationId id="{74D4D5AA-B1F0-4E4B-BAE3-4E2597BE47A4}"/>
              </a:ext>
            </a:extLst>
          </p:cNvPr>
          <p:cNvGraphicFramePr/>
          <p:nvPr/>
        </p:nvGraphicFramePr>
        <p:xfrm>
          <a:off x="457200" y="666750"/>
          <a:ext cx="11277600" cy="4572000"/>
        </p:xfrm>
        <a:graphic>
          <a:graphicData uri="http://schemas.openxmlformats.org/drawingml/2006/chart">
            <c:chart r:id="R796ab49a03874d40"/>
          </a:graphicData>
        </a:graphic>
      </p:graphicFrame>
      <p:sp>
        <p:nvSpPr>
          <p:cNvPr id="3" name="">
            <a:extLst>
              <a:ext uri="{FF2B5EF4-FFF2-40B4-BE49-F238E27FC236}">
                <ns2:creationId id="{333FAC30-54D4-491C-BC07-B747186CFEF0}"/>
              </a:ext>
            </a:extLst>
          </p:cNvPr>
          <p:cNvSpPr>
            <a:spLocks noGrp="1"/>
          </p:cNvSpPr>
          <p:nvPr/>
        </p:nvSpPr>
        <p:spPr>
          <a:xfrm>
            <a:off x="1611419" y="5276850"/>
            <a:ext cx="990600" cy="285750"/>
          </a:xfrm>
          <a:prstGeom prst="rect">
            <a:avLst/>
          </a:prstGeom>
          <a:noFill/>
          <a:ln w="0">
            <a:noFill/>
          </a:ln>
        </p:spPr>
        <p:txBody>
          <a:bodyPr/>
          <a:lstStyle>
            <a:defPPr algn="ctr">
              <a:defRPr sz="1200">
                <a:solidFill>
                  <a:srgbClr val="222222"/>
                </a:solidFill>
                <a:latin typeface="DejaVu Sans"/>
                <a:ea typeface="DejaVu Sans"/>
                <a:cs typeface="DejaVu Sans"/>
              </a:defRPr>
            </a:defPPr>
            <a:lvl1pPr algn="ctr">
              <a:defRPr sz="1200">
                <a:solidFill>
                  <a:srgbClr val="222222"/>
                </a:solidFill>
                <a:latin typeface="DejaVu Sans"/>
                <a:ea typeface="DejaVu Sans"/>
                <a:cs typeface="DejaVu Sans"/>
              </a:defRPr>
            </a:lvl1pPr>
            <a:lvl2pPr algn="ctr">
              <a:defRPr sz="1200">
                <a:solidFill>
                  <a:srgbClr val="222222"/>
                </a:solidFill>
                <a:latin typeface="DejaVu Sans"/>
                <a:ea typeface="DejaVu Sans"/>
                <a:cs typeface="DejaVu Sans"/>
              </a:defRPr>
            </a:lvl2pPr>
            <a:lvl3pPr algn="ctr">
              <a:defRPr sz="1200">
                <a:solidFill>
                  <a:srgbClr val="222222"/>
                </a:solidFill>
                <a:latin typeface="DejaVu Sans"/>
                <a:ea typeface="DejaVu Sans"/>
                <a:cs typeface="DejaVu Sans"/>
              </a:defRPr>
            </a:lvl3pPr>
            <a:lvl4pPr algn="ctr">
              <a:defRPr sz="1200">
                <a:solidFill>
                  <a:srgbClr val="222222"/>
                </a:solidFill>
                <a:latin typeface="DejaVu Sans"/>
                <a:ea typeface="DejaVu Sans"/>
                <a:cs typeface="DejaVu Sans"/>
              </a:defRPr>
            </a:lvl4pPr>
            <a:lvl5pPr algn="ctr">
              <a:defRPr sz="1200">
                <a:solidFill>
                  <a:srgbClr val="222222"/>
                </a:solidFill>
                <a:latin typeface="DejaVu Sans"/>
                <a:ea typeface="DejaVu Sans"/>
                <a:cs typeface="DejaVu Sans"/>
              </a:defRPr>
            </a:lvl5pPr>
            <a:lvl6pPr algn="ctr">
              <a:defRPr sz="1200">
                <a:solidFill>
                  <a:srgbClr val="222222"/>
                </a:solidFill>
                <a:latin typeface="DejaVu Sans"/>
                <a:ea typeface="DejaVu Sans"/>
                <a:cs typeface="DejaVu Sans"/>
              </a:defRPr>
            </a:lvl6pPr>
            <a:lvl7pPr algn="ctr">
              <a:defRPr sz="1200">
                <a:solidFill>
                  <a:srgbClr val="222222"/>
                </a:solidFill>
                <a:latin typeface="DejaVu Sans"/>
                <a:ea typeface="DejaVu Sans"/>
                <a:cs typeface="DejaVu Sans"/>
              </a:defRPr>
            </a:lvl7pPr>
            <a:lvl8pPr algn="ctr">
              <a:defRPr sz="1200">
                <a:solidFill>
                  <a:srgbClr val="222222"/>
                </a:solidFill>
                <a:latin typeface="DejaVu Sans"/>
                <a:ea typeface="DejaVu Sans"/>
                <a:cs typeface="DejaVu Sans"/>
              </a:defRPr>
            </a:lvl8pPr>
            <a:lvl9pPr algn="ctr">
              <a:defRPr sz="1200">
                <a:solidFill>
                  <a:srgbClr val="222222"/>
                </a:solidFill>
                <a:latin typeface="DejaVu Sans"/>
                <a:ea typeface="DejaVu Sans"/>
                <a:cs typeface="DejaVu Sans"/>
              </a:defRPr>
            </a:lvl9pPr>
          </a:lstStyle>
          <a:p>
            <a:pPr algn="ctr">
              <a:defRPr sz="1200">
                <a:solidFill>
                  <a:srgbClr val="222222"/>
                </a:solidFill>
                <a:latin typeface="DejaVu Sans"/>
                <a:ea typeface="DejaVu Sans"/>
                <a:cs typeface="DejaVu Sans"/>
              </a:defRPr>
            </a:pPr>
            <a:r>
              <a:rPr sz="1200">
                <a:solidFill>
                  <a:srgbClr val="222222"/>
                </a:solidFill>
                <a:latin typeface="DejaVu Sans"/>
                <a:ea typeface="DejaVu Sans"/>
                <a:cs typeface="DejaVu Sans"/>
              </a:rPr>
              <a:t>C1.1</a:t>
            </a:r>
          </a:p>
        </p:txBody>
      </p:sp>
      <p:sp>
        <p:nvSpPr>
          <p:cNvPr id="4" name="">
            <a:extLst>
              <a:ext uri="{FF2B5EF4-FFF2-40B4-BE49-F238E27FC236}">
                <ns2:creationId id="{C9A43D1C-5AD6-4EA0-A5C9-877C20E4AAA1}"/>
              </a:ext>
            </a:extLst>
          </p:cNvPr>
          <p:cNvSpPr>
            <a:spLocks noGrp="1"/>
          </p:cNvSpPr>
          <p:nvPr/>
        </p:nvSpPr>
        <p:spPr>
          <a:xfrm>
            <a:off x="2847879" y="5276850"/>
            <a:ext cx="990600" cy="285750"/>
          </a:xfrm>
          <a:prstGeom prst="rect">
            <a:avLst/>
          </a:prstGeom>
          <a:noFill/>
          <a:ln w="0">
            <a:noFill/>
          </a:ln>
        </p:spPr>
        <p:txBody>
          <a:bodyPr/>
          <a:lstStyle>
            <a:defPPr algn="ctr">
              <a:defRPr sz="1200">
                <a:solidFill>
                  <a:srgbClr val="222222"/>
                </a:solidFill>
                <a:latin typeface="DejaVu Sans"/>
                <a:ea typeface="DejaVu Sans"/>
                <a:cs typeface="DejaVu Sans"/>
              </a:defRPr>
            </a:defPPr>
            <a:lvl1pPr algn="ctr">
              <a:defRPr sz="1200">
                <a:solidFill>
                  <a:srgbClr val="222222"/>
                </a:solidFill>
                <a:latin typeface="DejaVu Sans"/>
                <a:ea typeface="DejaVu Sans"/>
                <a:cs typeface="DejaVu Sans"/>
              </a:defRPr>
            </a:lvl1pPr>
            <a:lvl2pPr algn="ctr">
              <a:defRPr sz="1200">
                <a:solidFill>
                  <a:srgbClr val="222222"/>
                </a:solidFill>
                <a:latin typeface="DejaVu Sans"/>
                <a:ea typeface="DejaVu Sans"/>
                <a:cs typeface="DejaVu Sans"/>
              </a:defRPr>
            </a:lvl2pPr>
            <a:lvl3pPr algn="ctr">
              <a:defRPr sz="1200">
                <a:solidFill>
                  <a:srgbClr val="222222"/>
                </a:solidFill>
                <a:latin typeface="DejaVu Sans"/>
                <a:ea typeface="DejaVu Sans"/>
                <a:cs typeface="DejaVu Sans"/>
              </a:defRPr>
            </a:lvl3pPr>
            <a:lvl4pPr algn="ctr">
              <a:defRPr sz="1200">
                <a:solidFill>
                  <a:srgbClr val="222222"/>
                </a:solidFill>
                <a:latin typeface="DejaVu Sans"/>
                <a:ea typeface="DejaVu Sans"/>
                <a:cs typeface="DejaVu Sans"/>
              </a:defRPr>
            </a:lvl4pPr>
            <a:lvl5pPr algn="ctr">
              <a:defRPr sz="1200">
                <a:solidFill>
                  <a:srgbClr val="222222"/>
                </a:solidFill>
                <a:latin typeface="DejaVu Sans"/>
                <a:ea typeface="DejaVu Sans"/>
                <a:cs typeface="DejaVu Sans"/>
              </a:defRPr>
            </a:lvl5pPr>
            <a:lvl6pPr algn="ctr">
              <a:defRPr sz="1200">
                <a:solidFill>
                  <a:srgbClr val="222222"/>
                </a:solidFill>
                <a:latin typeface="DejaVu Sans"/>
                <a:ea typeface="DejaVu Sans"/>
                <a:cs typeface="DejaVu Sans"/>
              </a:defRPr>
            </a:lvl6pPr>
            <a:lvl7pPr algn="ctr">
              <a:defRPr sz="1200">
                <a:solidFill>
                  <a:srgbClr val="222222"/>
                </a:solidFill>
                <a:latin typeface="DejaVu Sans"/>
                <a:ea typeface="DejaVu Sans"/>
                <a:cs typeface="DejaVu Sans"/>
              </a:defRPr>
            </a:lvl7pPr>
            <a:lvl8pPr algn="ctr">
              <a:defRPr sz="1200">
                <a:solidFill>
                  <a:srgbClr val="222222"/>
                </a:solidFill>
                <a:latin typeface="DejaVu Sans"/>
                <a:ea typeface="DejaVu Sans"/>
                <a:cs typeface="DejaVu Sans"/>
              </a:defRPr>
            </a:lvl8pPr>
            <a:lvl9pPr algn="ctr">
              <a:defRPr sz="1200">
                <a:solidFill>
                  <a:srgbClr val="222222"/>
                </a:solidFill>
                <a:latin typeface="DejaVu Sans"/>
                <a:ea typeface="DejaVu Sans"/>
                <a:cs typeface="DejaVu Sans"/>
              </a:defRPr>
            </a:lvl9pPr>
          </a:lstStyle>
          <a:p>
            <a:pPr algn="ctr">
              <a:defRPr sz="1200">
                <a:solidFill>
                  <a:srgbClr val="222222"/>
                </a:solidFill>
                <a:latin typeface="DejaVu Sans"/>
                <a:ea typeface="DejaVu Sans"/>
                <a:cs typeface="DejaVu Sans"/>
              </a:defRPr>
            </a:pPr>
            <a:r>
              <a:rPr sz="1200">
                <a:solidFill>
                  <a:srgbClr val="222222"/>
                </a:solidFill>
                <a:latin typeface="DejaVu Sans"/>
                <a:ea typeface="DejaVu Sans"/>
                <a:cs typeface="DejaVu Sans"/>
              </a:rPr>
              <a:t>C1.2</a:t>
            </a:r>
          </a:p>
        </p:txBody>
      </p:sp>
      <p:sp>
        <p:nvSpPr>
          <p:cNvPr id="5" name="">
            <a:extLst>
              <a:ext uri="{FF2B5EF4-FFF2-40B4-BE49-F238E27FC236}">
                <ns2:creationId id="{F9CC2B2D-0BA9-46BE-AAB3-50ECF7D2B2E2}"/>
              </a:ext>
            </a:extLst>
          </p:cNvPr>
          <p:cNvSpPr>
            <a:spLocks noGrp="1"/>
          </p:cNvSpPr>
          <p:nvPr/>
        </p:nvSpPr>
        <p:spPr>
          <a:xfrm>
            <a:off x="4084338" y="5276850"/>
            <a:ext cx="990600" cy="285750"/>
          </a:xfrm>
          <a:prstGeom prst="rect">
            <a:avLst/>
          </a:prstGeom>
          <a:noFill/>
          <a:ln w="0">
            <a:noFill/>
          </a:ln>
        </p:spPr>
        <p:txBody>
          <a:bodyPr/>
          <a:lstStyle>
            <a:defPPr algn="ctr">
              <a:defRPr sz="1200">
                <a:solidFill>
                  <a:srgbClr val="222222"/>
                </a:solidFill>
                <a:latin typeface="DejaVu Sans"/>
                <a:ea typeface="DejaVu Sans"/>
                <a:cs typeface="DejaVu Sans"/>
              </a:defRPr>
            </a:defPPr>
            <a:lvl1pPr algn="ctr">
              <a:defRPr sz="1200">
                <a:solidFill>
                  <a:srgbClr val="222222"/>
                </a:solidFill>
                <a:latin typeface="DejaVu Sans"/>
                <a:ea typeface="DejaVu Sans"/>
                <a:cs typeface="DejaVu Sans"/>
              </a:defRPr>
            </a:lvl1pPr>
            <a:lvl2pPr algn="ctr">
              <a:defRPr sz="1200">
                <a:solidFill>
                  <a:srgbClr val="222222"/>
                </a:solidFill>
                <a:latin typeface="DejaVu Sans"/>
                <a:ea typeface="DejaVu Sans"/>
                <a:cs typeface="DejaVu Sans"/>
              </a:defRPr>
            </a:lvl2pPr>
            <a:lvl3pPr algn="ctr">
              <a:defRPr sz="1200">
                <a:solidFill>
                  <a:srgbClr val="222222"/>
                </a:solidFill>
                <a:latin typeface="DejaVu Sans"/>
                <a:ea typeface="DejaVu Sans"/>
                <a:cs typeface="DejaVu Sans"/>
              </a:defRPr>
            </a:lvl3pPr>
            <a:lvl4pPr algn="ctr">
              <a:defRPr sz="1200">
                <a:solidFill>
                  <a:srgbClr val="222222"/>
                </a:solidFill>
                <a:latin typeface="DejaVu Sans"/>
                <a:ea typeface="DejaVu Sans"/>
                <a:cs typeface="DejaVu Sans"/>
              </a:defRPr>
            </a:lvl4pPr>
            <a:lvl5pPr algn="ctr">
              <a:defRPr sz="1200">
                <a:solidFill>
                  <a:srgbClr val="222222"/>
                </a:solidFill>
                <a:latin typeface="DejaVu Sans"/>
                <a:ea typeface="DejaVu Sans"/>
                <a:cs typeface="DejaVu Sans"/>
              </a:defRPr>
            </a:lvl5pPr>
            <a:lvl6pPr algn="ctr">
              <a:defRPr sz="1200">
                <a:solidFill>
                  <a:srgbClr val="222222"/>
                </a:solidFill>
                <a:latin typeface="DejaVu Sans"/>
                <a:ea typeface="DejaVu Sans"/>
                <a:cs typeface="DejaVu Sans"/>
              </a:defRPr>
            </a:lvl6pPr>
            <a:lvl7pPr algn="ctr">
              <a:defRPr sz="1200">
                <a:solidFill>
                  <a:srgbClr val="222222"/>
                </a:solidFill>
                <a:latin typeface="DejaVu Sans"/>
                <a:ea typeface="DejaVu Sans"/>
                <a:cs typeface="DejaVu Sans"/>
              </a:defRPr>
            </a:lvl7pPr>
            <a:lvl8pPr algn="ctr">
              <a:defRPr sz="1200">
                <a:solidFill>
                  <a:srgbClr val="222222"/>
                </a:solidFill>
                <a:latin typeface="DejaVu Sans"/>
                <a:ea typeface="DejaVu Sans"/>
                <a:cs typeface="DejaVu Sans"/>
              </a:defRPr>
            </a:lvl8pPr>
            <a:lvl9pPr algn="ctr">
              <a:defRPr sz="1200">
                <a:solidFill>
                  <a:srgbClr val="222222"/>
                </a:solidFill>
                <a:latin typeface="DejaVu Sans"/>
                <a:ea typeface="DejaVu Sans"/>
                <a:cs typeface="DejaVu Sans"/>
              </a:defRPr>
            </a:lvl9pPr>
          </a:lstStyle>
          <a:p>
            <a:pPr algn="ctr">
              <a:defRPr sz="1200">
                <a:solidFill>
                  <a:srgbClr val="222222"/>
                </a:solidFill>
                <a:latin typeface="DejaVu Sans"/>
                <a:ea typeface="DejaVu Sans"/>
                <a:cs typeface="DejaVu Sans"/>
              </a:defRPr>
            </a:pPr>
            <a:r>
              <a:rPr sz="1200">
                <a:solidFill>
                  <a:srgbClr val="222222"/>
                </a:solidFill>
                <a:latin typeface="DejaVu Sans"/>
                <a:ea typeface="DejaVu Sans"/>
                <a:cs typeface="DejaVu Sans"/>
              </a:rPr>
              <a:t>C1.3</a:t>
            </a:r>
          </a:p>
        </p:txBody>
      </p:sp>
      <p:sp>
        <p:nvSpPr>
          <p:cNvPr id="6" name="">
            <a:extLst>
              <a:ext uri="{FF2B5EF4-FFF2-40B4-BE49-F238E27FC236}">
                <ns2:creationId id="{453DF0C6-74A3-423F-BA8C-53CB03741E03}"/>
              </a:ext>
            </a:extLst>
          </p:cNvPr>
          <p:cNvSpPr>
            <a:spLocks noGrp="1"/>
          </p:cNvSpPr>
          <p:nvPr/>
        </p:nvSpPr>
        <p:spPr>
          <a:xfrm>
            <a:off x="5320798" y="5276850"/>
            <a:ext cx="990600" cy="285750"/>
          </a:xfrm>
          <a:prstGeom prst="rect">
            <a:avLst/>
          </a:prstGeom>
          <a:noFill/>
          <a:ln w="0">
            <a:noFill/>
          </a:ln>
        </p:spPr>
        <p:txBody>
          <a:bodyPr/>
          <a:lstStyle>
            <a:defPPr algn="ctr">
              <a:defRPr sz="1200">
                <a:solidFill>
                  <a:srgbClr val="222222"/>
                </a:solidFill>
                <a:latin typeface="DejaVu Sans"/>
                <a:ea typeface="DejaVu Sans"/>
                <a:cs typeface="DejaVu Sans"/>
              </a:defRPr>
            </a:defPPr>
            <a:lvl1pPr algn="ctr">
              <a:defRPr sz="1200">
                <a:solidFill>
                  <a:srgbClr val="222222"/>
                </a:solidFill>
                <a:latin typeface="DejaVu Sans"/>
                <a:ea typeface="DejaVu Sans"/>
                <a:cs typeface="DejaVu Sans"/>
              </a:defRPr>
            </a:lvl1pPr>
            <a:lvl2pPr algn="ctr">
              <a:defRPr sz="1200">
                <a:solidFill>
                  <a:srgbClr val="222222"/>
                </a:solidFill>
                <a:latin typeface="DejaVu Sans"/>
                <a:ea typeface="DejaVu Sans"/>
                <a:cs typeface="DejaVu Sans"/>
              </a:defRPr>
            </a:lvl2pPr>
            <a:lvl3pPr algn="ctr">
              <a:defRPr sz="1200">
                <a:solidFill>
                  <a:srgbClr val="222222"/>
                </a:solidFill>
                <a:latin typeface="DejaVu Sans"/>
                <a:ea typeface="DejaVu Sans"/>
                <a:cs typeface="DejaVu Sans"/>
              </a:defRPr>
            </a:lvl3pPr>
            <a:lvl4pPr algn="ctr">
              <a:defRPr sz="1200">
                <a:solidFill>
                  <a:srgbClr val="222222"/>
                </a:solidFill>
                <a:latin typeface="DejaVu Sans"/>
                <a:ea typeface="DejaVu Sans"/>
                <a:cs typeface="DejaVu Sans"/>
              </a:defRPr>
            </a:lvl4pPr>
            <a:lvl5pPr algn="ctr">
              <a:defRPr sz="1200">
                <a:solidFill>
                  <a:srgbClr val="222222"/>
                </a:solidFill>
                <a:latin typeface="DejaVu Sans"/>
                <a:ea typeface="DejaVu Sans"/>
                <a:cs typeface="DejaVu Sans"/>
              </a:defRPr>
            </a:lvl5pPr>
            <a:lvl6pPr algn="ctr">
              <a:defRPr sz="1200">
                <a:solidFill>
                  <a:srgbClr val="222222"/>
                </a:solidFill>
                <a:latin typeface="DejaVu Sans"/>
                <a:ea typeface="DejaVu Sans"/>
                <a:cs typeface="DejaVu Sans"/>
              </a:defRPr>
            </a:lvl6pPr>
            <a:lvl7pPr algn="ctr">
              <a:defRPr sz="1200">
                <a:solidFill>
                  <a:srgbClr val="222222"/>
                </a:solidFill>
                <a:latin typeface="DejaVu Sans"/>
                <a:ea typeface="DejaVu Sans"/>
                <a:cs typeface="DejaVu Sans"/>
              </a:defRPr>
            </a:lvl7pPr>
            <a:lvl8pPr algn="ctr">
              <a:defRPr sz="1200">
                <a:solidFill>
                  <a:srgbClr val="222222"/>
                </a:solidFill>
                <a:latin typeface="DejaVu Sans"/>
                <a:ea typeface="DejaVu Sans"/>
                <a:cs typeface="DejaVu Sans"/>
              </a:defRPr>
            </a:lvl8pPr>
            <a:lvl9pPr algn="ctr">
              <a:defRPr sz="1200">
                <a:solidFill>
                  <a:srgbClr val="222222"/>
                </a:solidFill>
                <a:latin typeface="DejaVu Sans"/>
                <a:ea typeface="DejaVu Sans"/>
                <a:cs typeface="DejaVu Sans"/>
              </a:defRPr>
            </a:lvl9pPr>
          </a:lstStyle>
          <a:p>
            <a:pPr algn="ctr">
              <a:defRPr sz="1200">
                <a:solidFill>
                  <a:srgbClr val="222222"/>
                </a:solidFill>
                <a:latin typeface="DejaVu Sans"/>
                <a:ea typeface="DejaVu Sans"/>
                <a:cs typeface="DejaVu Sans"/>
              </a:defRPr>
            </a:pPr>
            <a:r>
              <a:rPr sz="1200">
                <a:solidFill>
                  <a:srgbClr val="222222"/>
                </a:solidFill>
                <a:latin typeface="DejaVu Sans"/>
                <a:ea typeface="DejaVu Sans"/>
                <a:cs typeface="DejaVu Sans"/>
              </a:rPr>
              <a:t>C1.4</a:t>
            </a:r>
          </a:p>
        </p:txBody>
      </p:sp>
      <p:sp>
        <p:nvSpPr>
          <p:cNvPr id="7" name="">
            <a:extLst>
              <a:ext uri="{FF2B5EF4-FFF2-40B4-BE49-F238E27FC236}">
                <ns2:creationId id="{59B14BFC-FE09-44B1-A092-69CA5933D9EC}"/>
              </a:ext>
            </a:extLst>
          </p:cNvPr>
          <p:cNvSpPr>
            <a:spLocks noGrp="1"/>
          </p:cNvSpPr>
          <p:nvPr/>
        </p:nvSpPr>
        <p:spPr>
          <a:xfrm>
            <a:off x="6557258" y="5276850"/>
            <a:ext cx="990600" cy="285750"/>
          </a:xfrm>
          <a:prstGeom prst="rect">
            <a:avLst/>
          </a:prstGeom>
          <a:noFill/>
          <a:ln w="0">
            <a:noFill/>
          </a:ln>
        </p:spPr>
        <p:txBody>
          <a:bodyPr/>
          <a:lstStyle>
            <a:defPPr algn="ctr">
              <a:defRPr sz="1200">
                <a:solidFill>
                  <a:srgbClr val="222222"/>
                </a:solidFill>
                <a:latin typeface="DejaVu Sans"/>
                <a:ea typeface="DejaVu Sans"/>
                <a:cs typeface="DejaVu Sans"/>
              </a:defRPr>
            </a:defPPr>
            <a:lvl1pPr algn="ctr">
              <a:defRPr sz="1200">
                <a:solidFill>
                  <a:srgbClr val="222222"/>
                </a:solidFill>
                <a:latin typeface="DejaVu Sans"/>
                <a:ea typeface="DejaVu Sans"/>
                <a:cs typeface="DejaVu Sans"/>
              </a:defRPr>
            </a:lvl1pPr>
            <a:lvl2pPr algn="ctr">
              <a:defRPr sz="1200">
                <a:solidFill>
                  <a:srgbClr val="222222"/>
                </a:solidFill>
                <a:latin typeface="DejaVu Sans"/>
                <a:ea typeface="DejaVu Sans"/>
                <a:cs typeface="DejaVu Sans"/>
              </a:defRPr>
            </a:lvl2pPr>
            <a:lvl3pPr algn="ctr">
              <a:defRPr sz="1200">
                <a:solidFill>
                  <a:srgbClr val="222222"/>
                </a:solidFill>
                <a:latin typeface="DejaVu Sans"/>
                <a:ea typeface="DejaVu Sans"/>
                <a:cs typeface="DejaVu Sans"/>
              </a:defRPr>
            </a:lvl3pPr>
            <a:lvl4pPr algn="ctr">
              <a:defRPr sz="1200">
                <a:solidFill>
                  <a:srgbClr val="222222"/>
                </a:solidFill>
                <a:latin typeface="DejaVu Sans"/>
                <a:ea typeface="DejaVu Sans"/>
                <a:cs typeface="DejaVu Sans"/>
              </a:defRPr>
            </a:lvl4pPr>
            <a:lvl5pPr algn="ctr">
              <a:defRPr sz="1200">
                <a:solidFill>
                  <a:srgbClr val="222222"/>
                </a:solidFill>
                <a:latin typeface="DejaVu Sans"/>
                <a:ea typeface="DejaVu Sans"/>
                <a:cs typeface="DejaVu Sans"/>
              </a:defRPr>
            </a:lvl5pPr>
            <a:lvl6pPr algn="ctr">
              <a:defRPr sz="1200">
                <a:solidFill>
                  <a:srgbClr val="222222"/>
                </a:solidFill>
                <a:latin typeface="DejaVu Sans"/>
                <a:ea typeface="DejaVu Sans"/>
                <a:cs typeface="DejaVu Sans"/>
              </a:defRPr>
            </a:lvl6pPr>
            <a:lvl7pPr algn="ctr">
              <a:defRPr sz="1200">
                <a:solidFill>
                  <a:srgbClr val="222222"/>
                </a:solidFill>
                <a:latin typeface="DejaVu Sans"/>
                <a:ea typeface="DejaVu Sans"/>
                <a:cs typeface="DejaVu Sans"/>
              </a:defRPr>
            </a:lvl7pPr>
            <a:lvl8pPr algn="ctr">
              <a:defRPr sz="1200">
                <a:solidFill>
                  <a:srgbClr val="222222"/>
                </a:solidFill>
                <a:latin typeface="DejaVu Sans"/>
                <a:ea typeface="DejaVu Sans"/>
                <a:cs typeface="DejaVu Sans"/>
              </a:defRPr>
            </a:lvl8pPr>
            <a:lvl9pPr algn="ctr">
              <a:defRPr sz="1200">
                <a:solidFill>
                  <a:srgbClr val="222222"/>
                </a:solidFill>
                <a:latin typeface="DejaVu Sans"/>
                <a:ea typeface="DejaVu Sans"/>
                <a:cs typeface="DejaVu Sans"/>
              </a:defRPr>
            </a:lvl9pPr>
          </a:lstStyle>
          <a:p>
            <a:pPr algn="ctr">
              <a:defRPr sz="1200">
                <a:solidFill>
                  <a:srgbClr val="222222"/>
                </a:solidFill>
                <a:latin typeface="DejaVu Sans"/>
                <a:ea typeface="DejaVu Sans"/>
                <a:cs typeface="DejaVu Sans"/>
              </a:defRPr>
            </a:pPr>
            <a:r>
              <a:rPr sz="1200">
                <a:solidFill>
                  <a:srgbClr val="222222"/>
                </a:solidFill>
                <a:latin typeface="DejaVu Sans"/>
                <a:ea typeface="DejaVu Sans"/>
                <a:cs typeface="DejaVu Sans"/>
              </a:rPr>
              <a:t>C1.5</a:t>
            </a:r>
          </a:p>
        </p:txBody>
      </p:sp>
      <p:sp>
        <p:nvSpPr>
          <p:cNvPr id="8" name="">
            <a:extLst>
              <a:ext uri="{FF2B5EF4-FFF2-40B4-BE49-F238E27FC236}">
                <ns2:creationId id="{80D541C8-1BC2-449A-A1D8-5414CEAB2676}"/>
              </a:ext>
            </a:extLst>
          </p:cNvPr>
          <p:cNvSpPr>
            <a:spLocks noGrp="1"/>
          </p:cNvSpPr>
          <p:nvPr/>
        </p:nvSpPr>
        <p:spPr>
          <a:xfrm>
            <a:off x="7793718" y="5276850"/>
            <a:ext cx="990600" cy="285750"/>
          </a:xfrm>
          <a:prstGeom prst="rect">
            <a:avLst/>
          </a:prstGeom>
          <a:noFill/>
          <a:ln w="0">
            <a:noFill/>
          </a:ln>
        </p:spPr>
        <p:txBody>
          <a:bodyPr/>
          <a:lstStyle>
            <a:defPPr algn="ctr">
              <a:defRPr sz="1200">
                <a:solidFill>
                  <a:srgbClr val="222222"/>
                </a:solidFill>
                <a:latin typeface="DejaVu Sans"/>
                <a:ea typeface="DejaVu Sans"/>
                <a:cs typeface="DejaVu Sans"/>
              </a:defRPr>
            </a:defPPr>
            <a:lvl1pPr algn="ctr">
              <a:defRPr sz="1200">
                <a:solidFill>
                  <a:srgbClr val="222222"/>
                </a:solidFill>
                <a:latin typeface="DejaVu Sans"/>
                <a:ea typeface="DejaVu Sans"/>
                <a:cs typeface="DejaVu Sans"/>
              </a:defRPr>
            </a:lvl1pPr>
            <a:lvl2pPr algn="ctr">
              <a:defRPr sz="1200">
                <a:solidFill>
                  <a:srgbClr val="222222"/>
                </a:solidFill>
                <a:latin typeface="DejaVu Sans"/>
                <a:ea typeface="DejaVu Sans"/>
                <a:cs typeface="DejaVu Sans"/>
              </a:defRPr>
            </a:lvl2pPr>
            <a:lvl3pPr algn="ctr">
              <a:defRPr sz="1200">
                <a:solidFill>
                  <a:srgbClr val="222222"/>
                </a:solidFill>
                <a:latin typeface="DejaVu Sans"/>
                <a:ea typeface="DejaVu Sans"/>
                <a:cs typeface="DejaVu Sans"/>
              </a:defRPr>
            </a:lvl3pPr>
            <a:lvl4pPr algn="ctr">
              <a:defRPr sz="1200">
                <a:solidFill>
                  <a:srgbClr val="222222"/>
                </a:solidFill>
                <a:latin typeface="DejaVu Sans"/>
                <a:ea typeface="DejaVu Sans"/>
                <a:cs typeface="DejaVu Sans"/>
              </a:defRPr>
            </a:lvl4pPr>
            <a:lvl5pPr algn="ctr">
              <a:defRPr sz="1200">
                <a:solidFill>
                  <a:srgbClr val="222222"/>
                </a:solidFill>
                <a:latin typeface="DejaVu Sans"/>
                <a:ea typeface="DejaVu Sans"/>
                <a:cs typeface="DejaVu Sans"/>
              </a:defRPr>
            </a:lvl5pPr>
            <a:lvl6pPr algn="ctr">
              <a:defRPr sz="1200">
                <a:solidFill>
                  <a:srgbClr val="222222"/>
                </a:solidFill>
                <a:latin typeface="DejaVu Sans"/>
                <a:ea typeface="DejaVu Sans"/>
                <a:cs typeface="DejaVu Sans"/>
              </a:defRPr>
            </a:lvl6pPr>
            <a:lvl7pPr algn="ctr">
              <a:defRPr sz="1200">
                <a:solidFill>
                  <a:srgbClr val="222222"/>
                </a:solidFill>
                <a:latin typeface="DejaVu Sans"/>
                <a:ea typeface="DejaVu Sans"/>
                <a:cs typeface="DejaVu Sans"/>
              </a:defRPr>
            </a:lvl7pPr>
            <a:lvl8pPr algn="ctr">
              <a:defRPr sz="1200">
                <a:solidFill>
                  <a:srgbClr val="222222"/>
                </a:solidFill>
                <a:latin typeface="DejaVu Sans"/>
                <a:ea typeface="DejaVu Sans"/>
                <a:cs typeface="DejaVu Sans"/>
              </a:defRPr>
            </a:lvl8pPr>
            <a:lvl9pPr algn="ctr">
              <a:defRPr sz="1200">
                <a:solidFill>
                  <a:srgbClr val="222222"/>
                </a:solidFill>
                <a:latin typeface="DejaVu Sans"/>
                <a:ea typeface="DejaVu Sans"/>
                <a:cs typeface="DejaVu Sans"/>
              </a:defRPr>
            </a:lvl9pPr>
          </a:lstStyle>
          <a:p>
            <a:pPr algn="ctr">
              <a:defRPr sz="1200">
                <a:solidFill>
                  <a:srgbClr val="222222"/>
                </a:solidFill>
                <a:latin typeface="DejaVu Sans"/>
                <a:ea typeface="DejaVu Sans"/>
                <a:cs typeface="DejaVu Sans"/>
              </a:defRPr>
            </a:pPr>
            <a:r>
              <a:rPr sz="1200">
                <a:solidFill>
                  <a:srgbClr val="222222"/>
                </a:solidFill>
                <a:latin typeface="DejaVu Sans"/>
                <a:ea typeface="DejaVu Sans"/>
                <a:cs typeface="DejaVu Sans"/>
              </a:rPr>
              <a:t>C1.6</a:t>
            </a:r>
          </a:p>
        </p:txBody>
      </p:sp>
      <p:sp>
        <p:nvSpPr>
          <p:cNvPr id="9" name="">
            <a:extLst>
              <a:ext uri="{FF2B5EF4-FFF2-40B4-BE49-F238E27FC236}">
                <ns2:creationId id="{7655D80E-4BEE-4D27-B175-812F79A30BE0}"/>
              </a:ext>
            </a:extLst>
          </p:cNvPr>
          <p:cNvSpPr>
            <a:spLocks noGrp="1"/>
          </p:cNvSpPr>
          <p:nvPr/>
        </p:nvSpPr>
        <p:spPr>
          <a:xfrm>
            <a:off x="9030177" y="5276850"/>
            <a:ext cx="990600" cy="285750"/>
          </a:xfrm>
          <a:prstGeom prst="rect">
            <a:avLst/>
          </a:prstGeom>
          <a:noFill/>
          <a:ln w="0">
            <a:noFill/>
          </a:ln>
        </p:spPr>
        <p:txBody>
          <a:bodyPr/>
          <a:lstStyle>
            <a:defPPr algn="ctr">
              <a:defRPr sz="1200">
                <a:solidFill>
                  <a:srgbClr val="222222"/>
                </a:solidFill>
                <a:latin typeface="DejaVu Sans"/>
                <a:ea typeface="DejaVu Sans"/>
                <a:cs typeface="DejaVu Sans"/>
              </a:defRPr>
            </a:defPPr>
            <a:lvl1pPr algn="ctr">
              <a:defRPr sz="1200">
                <a:solidFill>
                  <a:srgbClr val="222222"/>
                </a:solidFill>
                <a:latin typeface="DejaVu Sans"/>
                <a:ea typeface="DejaVu Sans"/>
                <a:cs typeface="DejaVu Sans"/>
              </a:defRPr>
            </a:lvl1pPr>
            <a:lvl2pPr algn="ctr">
              <a:defRPr sz="1200">
                <a:solidFill>
                  <a:srgbClr val="222222"/>
                </a:solidFill>
                <a:latin typeface="DejaVu Sans"/>
                <a:ea typeface="DejaVu Sans"/>
                <a:cs typeface="DejaVu Sans"/>
              </a:defRPr>
            </a:lvl2pPr>
            <a:lvl3pPr algn="ctr">
              <a:defRPr sz="1200">
                <a:solidFill>
                  <a:srgbClr val="222222"/>
                </a:solidFill>
                <a:latin typeface="DejaVu Sans"/>
                <a:ea typeface="DejaVu Sans"/>
                <a:cs typeface="DejaVu Sans"/>
              </a:defRPr>
            </a:lvl3pPr>
            <a:lvl4pPr algn="ctr">
              <a:defRPr sz="1200">
                <a:solidFill>
                  <a:srgbClr val="222222"/>
                </a:solidFill>
                <a:latin typeface="DejaVu Sans"/>
                <a:ea typeface="DejaVu Sans"/>
                <a:cs typeface="DejaVu Sans"/>
              </a:defRPr>
            </a:lvl4pPr>
            <a:lvl5pPr algn="ctr">
              <a:defRPr sz="1200">
                <a:solidFill>
                  <a:srgbClr val="222222"/>
                </a:solidFill>
                <a:latin typeface="DejaVu Sans"/>
                <a:ea typeface="DejaVu Sans"/>
                <a:cs typeface="DejaVu Sans"/>
              </a:defRPr>
            </a:lvl5pPr>
            <a:lvl6pPr algn="ctr">
              <a:defRPr sz="1200">
                <a:solidFill>
                  <a:srgbClr val="222222"/>
                </a:solidFill>
                <a:latin typeface="DejaVu Sans"/>
                <a:ea typeface="DejaVu Sans"/>
                <a:cs typeface="DejaVu Sans"/>
              </a:defRPr>
            </a:lvl6pPr>
            <a:lvl7pPr algn="ctr">
              <a:defRPr sz="1200">
                <a:solidFill>
                  <a:srgbClr val="222222"/>
                </a:solidFill>
                <a:latin typeface="DejaVu Sans"/>
                <a:ea typeface="DejaVu Sans"/>
                <a:cs typeface="DejaVu Sans"/>
              </a:defRPr>
            </a:lvl7pPr>
            <a:lvl8pPr algn="ctr">
              <a:defRPr sz="1200">
                <a:solidFill>
                  <a:srgbClr val="222222"/>
                </a:solidFill>
                <a:latin typeface="DejaVu Sans"/>
                <a:ea typeface="DejaVu Sans"/>
                <a:cs typeface="DejaVu Sans"/>
              </a:defRPr>
            </a:lvl8pPr>
            <a:lvl9pPr algn="ctr">
              <a:defRPr sz="1200">
                <a:solidFill>
                  <a:srgbClr val="222222"/>
                </a:solidFill>
                <a:latin typeface="DejaVu Sans"/>
                <a:ea typeface="DejaVu Sans"/>
                <a:cs typeface="DejaVu Sans"/>
              </a:defRPr>
            </a:lvl9pPr>
          </a:lstStyle>
          <a:p>
            <a:pPr algn="ctr">
              <a:defRPr sz="1200">
                <a:solidFill>
                  <a:srgbClr val="222222"/>
                </a:solidFill>
                <a:latin typeface="DejaVu Sans"/>
                <a:ea typeface="DejaVu Sans"/>
                <a:cs typeface="DejaVu Sans"/>
              </a:defRPr>
            </a:pPr>
            <a:r>
              <a:rPr sz="1200">
                <a:solidFill>
                  <a:srgbClr val="222222"/>
                </a:solidFill>
                <a:latin typeface="DejaVu Sans"/>
                <a:ea typeface="DejaVu Sans"/>
                <a:cs typeface="DejaVu Sans"/>
              </a:rPr>
              <a:t>C1.7</a:t>
            </a:r>
          </a:p>
        </p:txBody>
      </p:sp>
      <p:sp>
        <p:nvSpPr>
          <p:cNvPr id="10" name="">
            <a:extLst>
              <a:ext uri="{FF2B5EF4-FFF2-40B4-BE49-F238E27FC236}">
                <ns2:creationId id="{D6E9ACD3-5DB0-4716-B9AA-F0BF1A9C4022}"/>
              </a:ext>
            </a:extLst>
          </p:cNvPr>
          <p:cNvSpPr>
            <a:spLocks noGrp="1"/>
          </p:cNvSpPr>
          <p:nvPr/>
        </p:nvSpPr>
        <p:spPr>
          <a:xfrm>
            <a:off x="10266637" y="5276850"/>
            <a:ext cx="990600" cy="285750"/>
          </a:xfrm>
          <a:prstGeom prst="rect">
            <a:avLst/>
          </a:prstGeom>
          <a:noFill/>
          <a:ln w="0">
            <a:noFill/>
          </a:ln>
        </p:spPr>
        <p:txBody>
          <a:bodyPr/>
          <a:lstStyle>
            <a:defPPr algn="ctr">
              <a:defRPr sz="1200">
                <a:solidFill>
                  <a:srgbClr val="222222"/>
                </a:solidFill>
                <a:latin typeface="DejaVu Sans"/>
                <a:ea typeface="DejaVu Sans"/>
                <a:cs typeface="DejaVu Sans"/>
              </a:defRPr>
            </a:defPPr>
            <a:lvl1pPr algn="ctr">
              <a:defRPr sz="1200">
                <a:solidFill>
                  <a:srgbClr val="222222"/>
                </a:solidFill>
                <a:latin typeface="DejaVu Sans"/>
                <a:ea typeface="DejaVu Sans"/>
                <a:cs typeface="DejaVu Sans"/>
              </a:defRPr>
            </a:lvl1pPr>
            <a:lvl2pPr algn="ctr">
              <a:defRPr sz="1200">
                <a:solidFill>
                  <a:srgbClr val="222222"/>
                </a:solidFill>
                <a:latin typeface="DejaVu Sans"/>
                <a:ea typeface="DejaVu Sans"/>
                <a:cs typeface="DejaVu Sans"/>
              </a:defRPr>
            </a:lvl2pPr>
            <a:lvl3pPr algn="ctr">
              <a:defRPr sz="1200">
                <a:solidFill>
                  <a:srgbClr val="222222"/>
                </a:solidFill>
                <a:latin typeface="DejaVu Sans"/>
                <a:ea typeface="DejaVu Sans"/>
                <a:cs typeface="DejaVu Sans"/>
              </a:defRPr>
            </a:lvl3pPr>
            <a:lvl4pPr algn="ctr">
              <a:defRPr sz="1200">
                <a:solidFill>
                  <a:srgbClr val="222222"/>
                </a:solidFill>
                <a:latin typeface="DejaVu Sans"/>
                <a:ea typeface="DejaVu Sans"/>
                <a:cs typeface="DejaVu Sans"/>
              </a:defRPr>
            </a:lvl4pPr>
            <a:lvl5pPr algn="ctr">
              <a:defRPr sz="1200">
                <a:solidFill>
                  <a:srgbClr val="222222"/>
                </a:solidFill>
                <a:latin typeface="DejaVu Sans"/>
                <a:ea typeface="DejaVu Sans"/>
                <a:cs typeface="DejaVu Sans"/>
              </a:defRPr>
            </a:lvl5pPr>
            <a:lvl6pPr algn="ctr">
              <a:defRPr sz="1200">
                <a:solidFill>
                  <a:srgbClr val="222222"/>
                </a:solidFill>
                <a:latin typeface="DejaVu Sans"/>
                <a:ea typeface="DejaVu Sans"/>
                <a:cs typeface="DejaVu Sans"/>
              </a:defRPr>
            </a:lvl6pPr>
            <a:lvl7pPr algn="ctr">
              <a:defRPr sz="1200">
                <a:solidFill>
                  <a:srgbClr val="222222"/>
                </a:solidFill>
                <a:latin typeface="DejaVu Sans"/>
                <a:ea typeface="DejaVu Sans"/>
                <a:cs typeface="DejaVu Sans"/>
              </a:defRPr>
            </a:lvl7pPr>
            <a:lvl8pPr algn="ctr">
              <a:defRPr sz="1200">
                <a:solidFill>
                  <a:srgbClr val="222222"/>
                </a:solidFill>
                <a:latin typeface="DejaVu Sans"/>
                <a:ea typeface="DejaVu Sans"/>
                <a:cs typeface="DejaVu Sans"/>
              </a:defRPr>
            </a:lvl8pPr>
            <a:lvl9pPr algn="ctr">
              <a:defRPr sz="1200">
                <a:solidFill>
                  <a:srgbClr val="222222"/>
                </a:solidFill>
                <a:latin typeface="DejaVu Sans"/>
                <a:ea typeface="DejaVu Sans"/>
                <a:cs typeface="DejaVu Sans"/>
              </a:defRPr>
            </a:lvl9pPr>
          </a:lstStyle>
          <a:p>
            <a:pPr algn="ctr">
              <a:defRPr sz="1200">
                <a:solidFill>
                  <a:srgbClr val="222222"/>
                </a:solidFill>
                <a:latin typeface="DejaVu Sans"/>
                <a:ea typeface="DejaVu Sans"/>
                <a:cs typeface="DejaVu Sans"/>
              </a:defRPr>
            </a:pPr>
            <a:r>
              <a:rPr sz="1200">
                <a:solidFill>
                  <a:srgbClr val="222222"/>
                </a:solidFill>
                <a:latin typeface="DejaVu Sans"/>
                <a:ea typeface="DejaVu Sans"/>
                <a:cs typeface="DejaVu Sans"/>
              </a:rPr>
              <a:t>C1.8</a:t>
            </a:r>
          </a:p>
        </p:txBody>
      </p:sp>
      <p:sp>
        <p:nvSpPr>
          <p:cNvPr id="11" name="">
            <a:extLst>
              <a:ext uri="{FF2B5EF4-FFF2-40B4-BE49-F238E27FC236}">
                <ns2:creationId id="{3000BBB1-FCFD-49E3-9C99-D1908972B62D}"/>
              </a:ext>
            </a:extLst>
          </p:cNvPr>
          <p:cNvSpPr>
            <a:spLocks noGrp="1"/>
          </p:cNvSpPr>
          <p:nvPr/>
        </p:nvSpPr>
        <p:spPr>
          <a:xfrm>
            <a:off x="457200" y="5715000"/>
            <a:ext cx="11277600" cy="914400"/>
          </a:xfrm>
          <a:prstGeom prst="rect">
            <a:avLst/>
          </a:prstGeom>
          <a:noFill/>
          <a:ln w="0">
            <a:noFill/>
          </a:ln>
        </p:spPr>
        <p:txBody>
          <a:bodyPr>
            <a:normAutofit fontScale="9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12. Cluster confidence distributions. Colored outlines show eligible cluster members with confidence scores; black dots mark the displayed models. Eligible models ranked by &lt;pLDDT&gt;; representative selection follows the recorded source scope. Detected terminal residues are excluded from fitting and medoid selection; all residues remain visible. Unscored-only clusters show their unscored structural medoid without a confidence violin.</a:t>
            </a:r>
          </a:p>
        </p:txBody>
      </p:sp>
    </p:spTree>
    <p:extLst>
      <p:ext uri="{BB962C8B-B14F-4D97-AF65-F5344CB8AC3E}">
        <ns5:creationId val="2108221890"/>
      </p:ext>
    </p:extLst>
  </p:cSld>
</p:sld>
</file>

<file path=ppt/slides/slide1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C9F9EFE8-0E22-4830-A7DC-1F2BCDF12D24}"/>
              </a:ext>
            </a:extLst>
          </p:cNvPr>
          <p:cNvSpPr>
            <a:spLocks noGrp="1"/>
          </p:cNvSpPr>
          <p:nvPr/>
        </p:nvSpPr>
        <p:spPr>
          <a:xfrm>
            <a:off x="457200" y="228600"/>
            <a:ext cx="3606800" cy="323850"/>
          </a:xfrm>
          <a:prstGeom prst="rect">
            <a:avLst/>
          </a:prstGeom>
          <a:noFill/>
          <a:ln w="0">
            <a:noFill/>
          </a:ln>
        </p:spPr>
        <p:txBody>
          <a:bodyPr/>
          <a:lstStyle>
            <a:defPPr>
              <a:defRPr sz="1800">
                <a:solidFill>
                  <a:srgbClr val="1F77B4"/>
                </a:solidFill>
                <a:latin typeface="DejaVu Sans"/>
                <a:ea typeface="DejaVu Sans"/>
                <a:cs typeface="DejaVu Sans"/>
              </a:defRPr>
            </a:defPPr>
            <a:lvl1pPr>
              <a:defRPr sz="1800">
                <a:solidFill>
                  <a:srgbClr val="1F77B4"/>
                </a:solidFill>
                <a:latin typeface="DejaVu Sans"/>
                <a:ea typeface="DejaVu Sans"/>
                <a:cs typeface="DejaVu Sans"/>
              </a:defRPr>
            </a:lvl1pPr>
            <a:lvl2pPr>
              <a:defRPr sz="1800">
                <a:solidFill>
                  <a:srgbClr val="1F77B4"/>
                </a:solidFill>
                <a:latin typeface="DejaVu Sans"/>
                <a:ea typeface="DejaVu Sans"/>
                <a:cs typeface="DejaVu Sans"/>
              </a:defRPr>
            </a:lvl2pPr>
            <a:lvl3pPr>
              <a:defRPr sz="1800">
                <a:solidFill>
                  <a:srgbClr val="1F77B4"/>
                </a:solidFill>
                <a:latin typeface="DejaVu Sans"/>
                <a:ea typeface="DejaVu Sans"/>
                <a:cs typeface="DejaVu Sans"/>
              </a:defRPr>
            </a:lvl3pPr>
            <a:lvl4pPr>
              <a:defRPr sz="1800">
                <a:solidFill>
                  <a:srgbClr val="1F77B4"/>
                </a:solidFill>
                <a:latin typeface="DejaVu Sans"/>
                <a:ea typeface="DejaVu Sans"/>
                <a:cs typeface="DejaVu Sans"/>
              </a:defRPr>
            </a:lvl4pPr>
            <a:lvl5pPr>
              <a:defRPr sz="1800">
                <a:solidFill>
                  <a:srgbClr val="1F77B4"/>
                </a:solidFill>
                <a:latin typeface="DejaVu Sans"/>
                <a:ea typeface="DejaVu Sans"/>
                <a:cs typeface="DejaVu Sans"/>
              </a:defRPr>
            </a:lvl5pPr>
            <a:lvl6pPr>
              <a:defRPr sz="1800">
                <a:solidFill>
                  <a:srgbClr val="1F77B4"/>
                </a:solidFill>
                <a:latin typeface="DejaVu Sans"/>
                <a:ea typeface="DejaVu Sans"/>
                <a:cs typeface="DejaVu Sans"/>
              </a:defRPr>
            </a:lvl6pPr>
            <a:lvl7pPr>
              <a:defRPr sz="1800">
                <a:solidFill>
                  <a:srgbClr val="1F77B4"/>
                </a:solidFill>
                <a:latin typeface="DejaVu Sans"/>
                <a:ea typeface="DejaVu Sans"/>
                <a:cs typeface="DejaVu Sans"/>
              </a:defRPr>
            </a:lvl7pPr>
            <a:lvl8pPr>
              <a:defRPr sz="1800">
                <a:solidFill>
                  <a:srgbClr val="1F77B4"/>
                </a:solidFill>
                <a:latin typeface="DejaVu Sans"/>
                <a:ea typeface="DejaVu Sans"/>
                <a:cs typeface="DejaVu Sans"/>
              </a:defRPr>
            </a:lvl8pPr>
            <a:lvl9pPr>
              <a:defRPr sz="1800">
                <a:solidFill>
                  <a:srgbClr val="1F77B4"/>
                </a:solidFill>
                <a:latin typeface="DejaVu Sans"/>
                <a:ea typeface="DejaVu Sans"/>
                <a:cs typeface="DejaVu Sans"/>
              </a:defRPr>
            </a:lvl9pPr>
          </a:lstStyle>
          <a:p>
            <a:pPr>
              <a:defRPr sz="1800">
                <a:solidFill>
                  <a:srgbClr val="1F77B4"/>
                </a:solidFill>
                <a:latin typeface="DejaVu Sans"/>
                <a:ea typeface="DejaVu Sans"/>
                <a:cs typeface="DejaVu Sans"/>
              </a:defRPr>
            </a:pPr>
            <a:r>
              <a:rPr sz="1800">
                <a:solidFill>
                  <a:srgbClr val="1F77B4"/>
                </a:solidFill>
                <a:latin typeface="DejaVu Sans"/>
                <a:ea typeface="DejaVu Sans"/>
                <a:cs typeface="DejaVu Sans"/>
              </a:rPr>
              <a:t>a. C1.1</a:t>
            </a:r>
          </a:p>
        </p:txBody>
      </p:sp>
      <p:pic>
        <p:nvPicPr>
          <p:cNvPr id="2" name="">
            <a:extLst>
              <a:ext uri="{FF2B5EF4-FFF2-40B4-BE49-F238E27FC236}">
                <ns2:creationId id="{3559182F-D0EA-44F5-9C16-88ED60D442AD}"/>
              </a:ext>
            </a:extLst>
          </p:cNvPr>
          <p:cNvPicPr>
            <a:picLocks noChangeAspect="1"/>
          </p:cNvPicPr>
          <p:nvPr/>
        </p:nvPicPr>
        <p:blipFill>
          <a:blip r:embed="R0a28c52ab24e442d"/>
          <a:srcRect l="21056" t="23818" r="24500" b="15727"/>
          <a:stretch/>
        </p:blipFill>
        <p:spPr>
          <a:xfrm>
            <a:off x="674437" y="590550"/>
            <a:ext cx="3172326" cy="2152650"/>
          </a:xfrm>
          <a:prstGeom prst="rect">
            <a:avLst/>
          </a:prstGeom>
        </p:spPr>
      </p:pic>
      <p:sp>
        <p:nvSpPr>
          <p:cNvPr id="3" name="">
            <a:extLst>
              <a:ext uri="{FF2B5EF4-FFF2-40B4-BE49-F238E27FC236}">
                <ns2:creationId id="{BDEFD64C-2AB7-4E56-A89D-4058DBE841B6}"/>
              </a:ext>
            </a:extLst>
          </p:cNvPr>
          <p:cNvSpPr>
            <a:spLocks noGrp="1"/>
          </p:cNvSpPr>
          <p:nvPr/>
        </p:nvSpPr>
        <p:spPr>
          <a:xfrm>
            <a:off x="4216400" y="228600"/>
            <a:ext cx="3606800" cy="323850"/>
          </a:xfrm>
          <a:prstGeom prst="rect">
            <a:avLst/>
          </a:prstGeom>
          <a:noFill/>
          <a:ln w="0">
            <a:noFill/>
          </a:ln>
        </p:spPr>
        <p:txBody>
          <a:bodyPr/>
          <a:lstStyle>
            <a:defPPr>
              <a:defRPr sz="1800">
                <a:solidFill>
                  <a:srgbClr val="FF7F0E"/>
                </a:solidFill>
                <a:latin typeface="DejaVu Sans"/>
                <a:ea typeface="DejaVu Sans"/>
                <a:cs typeface="DejaVu Sans"/>
              </a:defRPr>
            </a:defPPr>
            <a:lvl1pPr>
              <a:defRPr sz="1800">
                <a:solidFill>
                  <a:srgbClr val="FF7F0E"/>
                </a:solidFill>
                <a:latin typeface="DejaVu Sans"/>
                <a:ea typeface="DejaVu Sans"/>
                <a:cs typeface="DejaVu Sans"/>
              </a:defRPr>
            </a:lvl1pPr>
            <a:lvl2pPr>
              <a:defRPr sz="1800">
                <a:solidFill>
                  <a:srgbClr val="FF7F0E"/>
                </a:solidFill>
                <a:latin typeface="DejaVu Sans"/>
                <a:ea typeface="DejaVu Sans"/>
                <a:cs typeface="DejaVu Sans"/>
              </a:defRPr>
            </a:lvl2pPr>
            <a:lvl3pPr>
              <a:defRPr sz="1800">
                <a:solidFill>
                  <a:srgbClr val="FF7F0E"/>
                </a:solidFill>
                <a:latin typeface="DejaVu Sans"/>
                <a:ea typeface="DejaVu Sans"/>
                <a:cs typeface="DejaVu Sans"/>
              </a:defRPr>
            </a:lvl3pPr>
            <a:lvl4pPr>
              <a:defRPr sz="1800">
                <a:solidFill>
                  <a:srgbClr val="FF7F0E"/>
                </a:solidFill>
                <a:latin typeface="DejaVu Sans"/>
                <a:ea typeface="DejaVu Sans"/>
                <a:cs typeface="DejaVu Sans"/>
              </a:defRPr>
            </a:lvl4pPr>
            <a:lvl5pPr>
              <a:defRPr sz="1800">
                <a:solidFill>
                  <a:srgbClr val="FF7F0E"/>
                </a:solidFill>
                <a:latin typeface="DejaVu Sans"/>
                <a:ea typeface="DejaVu Sans"/>
                <a:cs typeface="DejaVu Sans"/>
              </a:defRPr>
            </a:lvl5pPr>
            <a:lvl6pPr>
              <a:defRPr sz="1800">
                <a:solidFill>
                  <a:srgbClr val="FF7F0E"/>
                </a:solidFill>
                <a:latin typeface="DejaVu Sans"/>
                <a:ea typeface="DejaVu Sans"/>
                <a:cs typeface="DejaVu Sans"/>
              </a:defRPr>
            </a:lvl6pPr>
            <a:lvl7pPr>
              <a:defRPr sz="1800">
                <a:solidFill>
                  <a:srgbClr val="FF7F0E"/>
                </a:solidFill>
                <a:latin typeface="DejaVu Sans"/>
                <a:ea typeface="DejaVu Sans"/>
                <a:cs typeface="DejaVu Sans"/>
              </a:defRPr>
            </a:lvl7pPr>
            <a:lvl8pPr>
              <a:defRPr sz="1800">
                <a:solidFill>
                  <a:srgbClr val="FF7F0E"/>
                </a:solidFill>
                <a:latin typeface="DejaVu Sans"/>
                <a:ea typeface="DejaVu Sans"/>
                <a:cs typeface="DejaVu Sans"/>
              </a:defRPr>
            </a:lvl8pPr>
            <a:lvl9pPr>
              <a:defRPr sz="1800">
                <a:solidFill>
                  <a:srgbClr val="FF7F0E"/>
                </a:solidFill>
                <a:latin typeface="DejaVu Sans"/>
                <a:ea typeface="DejaVu Sans"/>
                <a:cs typeface="DejaVu Sans"/>
              </a:defRPr>
            </a:lvl9pPr>
          </a:lstStyle>
          <a:p>
            <a:pPr>
              <a:defRPr sz="1800">
                <a:solidFill>
                  <a:srgbClr val="FF7F0E"/>
                </a:solidFill>
                <a:latin typeface="DejaVu Sans"/>
                <a:ea typeface="DejaVu Sans"/>
                <a:cs typeface="DejaVu Sans"/>
              </a:defRPr>
            </a:pPr>
            <a:r>
              <a:rPr sz="1800">
                <a:solidFill>
                  <a:srgbClr val="FF7F0E"/>
                </a:solidFill>
                <a:latin typeface="DejaVu Sans"/>
                <a:ea typeface="DejaVu Sans"/>
                <a:cs typeface="DejaVu Sans"/>
              </a:rPr>
              <a:t>b. C1.2</a:t>
            </a:r>
          </a:p>
        </p:txBody>
      </p:sp>
      <p:pic>
        <p:nvPicPr>
          <p:cNvPr id="4" name="">
            <a:extLst>
              <a:ext uri="{FF2B5EF4-FFF2-40B4-BE49-F238E27FC236}">
                <ns2:creationId id="{C715F2B9-8BB1-4C52-AF7C-27CAAC494276}"/>
              </a:ext>
            </a:extLst>
          </p:cNvPr>
          <p:cNvPicPr>
            <a:picLocks noChangeAspect="1"/>
          </p:cNvPicPr>
          <p:nvPr/>
        </p:nvPicPr>
        <p:blipFill>
          <a:blip r:embed="R11e5085539154967"/>
          <a:srcRect l="21056" t="23818" r="24500" b="15727"/>
          <a:stretch/>
        </p:blipFill>
        <p:spPr>
          <a:xfrm>
            <a:off x="4433637" y="590550"/>
            <a:ext cx="3172326" cy="2152650"/>
          </a:xfrm>
          <a:prstGeom prst="rect">
            <a:avLst/>
          </a:prstGeom>
        </p:spPr>
      </p:pic>
      <p:sp>
        <p:nvSpPr>
          <p:cNvPr id="5" name="">
            <a:extLst>
              <a:ext uri="{FF2B5EF4-FFF2-40B4-BE49-F238E27FC236}">
                <ns2:creationId id="{1CB6051A-C2DF-48F2-905A-B744E3120E06}"/>
              </a:ext>
            </a:extLst>
          </p:cNvPr>
          <p:cNvSpPr>
            <a:spLocks noGrp="1"/>
          </p:cNvSpPr>
          <p:nvPr/>
        </p:nvSpPr>
        <p:spPr>
          <a:xfrm>
            <a:off x="7975600" y="228600"/>
            <a:ext cx="3606800" cy="323850"/>
          </a:xfrm>
          <a:prstGeom prst="rect">
            <a:avLst/>
          </a:prstGeom>
          <a:noFill/>
          <a:ln w="0">
            <a:noFill/>
          </a:ln>
        </p:spPr>
        <p:txBody>
          <a:bodyPr/>
          <a:lstStyle>
            <a:defPPr>
              <a:defRPr sz="1800">
                <a:solidFill>
                  <a:srgbClr val="2CA02C"/>
                </a:solidFill>
                <a:latin typeface="DejaVu Sans"/>
                <a:ea typeface="DejaVu Sans"/>
                <a:cs typeface="DejaVu Sans"/>
              </a:defRPr>
            </a:defPPr>
            <a:lvl1pPr>
              <a:defRPr sz="1800">
                <a:solidFill>
                  <a:srgbClr val="2CA02C"/>
                </a:solidFill>
                <a:latin typeface="DejaVu Sans"/>
                <a:ea typeface="DejaVu Sans"/>
                <a:cs typeface="DejaVu Sans"/>
              </a:defRPr>
            </a:lvl1pPr>
            <a:lvl2pPr>
              <a:defRPr sz="1800">
                <a:solidFill>
                  <a:srgbClr val="2CA02C"/>
                </a:solidFill>
                <a:latin typeface="DejaVu Sans"/>
                <a:ea typeface="DejaVu Sans"/>
                <a:cs typeface="DejaVu Sans"/>
              </a:defRPr>
            </a:lvl2pPr>
            <a:lvl3pPr>
              <a:defRPr sz="1800">
                <a:solidFill>
                  <a:srgbClr val="2CA02C"/>
                </a:solidFill>
                <a:latin typeface="DejaVu Sans"/>
                <a:ea typeface="DejaVu Sans"/>
                <a:cs typeface="DejaVu Sans"/>
              </a:defRPr>
            </a:lvl3pPr>
            <a:lvl4pPr>
              <a:defRPr sz="1800">
                <a:solidFill>
                  <a:srgbClr val="2CA02C"/>
                </a:solidFill>
                <a:latin typeface="DejaVu Sans"/>
                <a:ea typeface="DejaVu Sans"/>
                <a:cs typeface="DejaVu Sans"/>
              </a:defRPr>
            </a:lvl4pPr>
            <a:lvl5pPr>
              <a:defRPr sz="1800">
                <a:solidFill>
                  <a:srgbClr val="2CA02C"/>
                </a:solidFill>
                <a:latin typeface="DejaVu Sans"/>
                <a:ea typeface="DejaVu Sans"/>
                <a:cs typeface="DejaVu Sans"/>
              </a:defRPr>
            </a:lvl5pPr>
            <a:lvl6pPr>
              <a:defRPr sz="1800">
                <a:solidFill>
                  <a:srgbClr val="2CA02C"/>
                </a:solidFill>
                <a:latin typeface="DejaVu Sans"/>
                <a:ea typeface="DejaVu Sans"/>
                <a:cs typeface="DejaVu Sans"/>
              </a:defRPr>
            </a:lvl6pPr>
            <a:lvl7pPr>
              <a:defRPr sz="1800">
                <a:solidFill>
                  <a:srgbClr val="2CA02C"/>
                </a:solidFill>
                <a:latin typeface="DejaVu Sans"/>
                <a:ea typeface="DejaVu Sans"/>
                <a:cs typeface="DejaVu Sans"/>
              </a:defRPr>
            </a:lvl7pPr>
            <a:lvl8pPr>
              <a:defRPr sz="1800">
                <a:solidFill>
                  <a:srgbClr val="2CA02C"/>
                </a:solidFill>
                <a:latin typeface="DejaVu Sans"/>
                <a:ea typeface="DejaVu Sans"/>
                <a:cs typeface="DejaVu Sans"/>
              </a:defRPr>
            </a:lvl8pPr>
            <a:lvl9pPr>
              <a:defRPr sz="1800">
                <a:solidFill>
                  <a:srgbClr val="2CA02C"/>
                </a:solidFill>
                <a:latin typeface="DejaVu Sans"/>
                <a:ea typeface="DejaVu Sans"/>
                <a:cs typeface="DejaVu Sans"/>
              </a:defRPr>
            </a:lvl9pPr>
          </a:lstStyle>
          <a:p>
            <a:pPr>
              <a:defRPr sz="1800">
                <a:solidFill>
                  <a:srgbClr val="2CA02C"/>
                </a:solidFill>
                <a:latin typeface="DejaVu Sans"/>
                <a:ea typeface="DejaVu Sans"/>
                <a:cs typeface="DejaVu Sans"/>
              </a:defRPr>
            </a:pPr>
            <a:r>
              <a:rPr sz="1800">
                <a:solidFill>
                  <a:srgbClr val="2CA02C"/>
                </a:solidFill>
                <a:latin typeface="DejaVu Sans"/>
                <a:ea typeface="DejaVu Sans"/>
                <a:cs typeface="DejaVu Sans"/>
              </a:rPr>
              <a:t>c. C1.3</a:t>
            </a:r>
          </a:p>
        </p:txBody>
      </p:sp>
      <p:pic>
        <p:nvPicPr>
          <p:cNvPr id="6" name="">
            <a:extLst>
              <a:ext uri="{FF2B5EF4-FFF2-40B4-BE49-F238E27FC236}">
                <ns2:creationId id="{050D71A7-C974-416C-9063-01C0CA55215A}"/>
              </a:ext>
            </a:extLst>
          </p:cNvPr>
          <p:cNvPicPr>
            <a:picLocks noChangeAspect="1"/>
          </p:cNvPicPr>
          <p:nvPr/>
        </p:nvPicPr>
        <p:blipFill>
          <a:blip r:embed="R3349e45187f14aa1"/>
          <a:srcRect l="21056" t="23818" r="24500" b="15727"/>
          <a:stretch/>
        </p:blipFill>
        <p:spPr>
          <a:xfrm>
            <a:off x="8192837" y="590550"/>
            <a:ext cx="3172326" cy="2152650"/>
          </a:xfrm>
          <a:prstGeom prst="rect">
            <a:avLst/>
          </a:prstGeom>
        </p:spPr>
      </p:pic>
      <p:sp>
        <p:nvSpPr>
          <p:cNvPr id="7" name="">
            <a:extLst>
              <a:ext uri="{FF2B5EF4-FFF2-40B4-BE49-F238E27FC236}">
                <ns2:creationId id="{50336751-2DD4-4422-A39A-20826D509BC9}"/>
              </a:ext>
            </a:extLst>
          </p:cNvPr>
          <p:cNvSpPr>
            <a:spLocks noGrp="1"/>
          </p:cNvSpPr>
          <p:nvPr/>
        </p:nvSpPr>
        <p:spPr>
          <a:xfrm>
            <a:off x="457200" y="2838450"/>
            <a:ext cx="3606800" cy="323850"/>
          </a:xfrm>
          <a:prstGeom prst="rect">
            <a:avLst/>
          </a:prstGeom>
          <a:noFill/>
          <a:ln w="0">
            <a:noFill/>
          </a:ln>
        </p:spPr>
        <p:txBody>
          <a:bodyPr/>
          <a:lstStyle>
            <a:defPPr>
              <a:defRPr sz="1800">
                <a:solidFill>
                  <a:srgbClr val="D62728"/>
                </a:solidFill>
                <a:latin typeface="DejaVu Sans"/>
                <a:ea typeface="DejaVu Sans"/>
                <a:cs typeface="DejaVu Sans"/>
              </a:defRPr>
            </a:defPPr>
            <a:lvl1pPr>
              <a:defRPr sz="1800">
                <a:solidFill>
                  <a:srgbClr val="D62728"/>
                </a:solidFill>
                <a:latin typeface="DejaVu Sans"/>
                <a:ea typeface="DejaVu Sans"/>
                <a:cs typeface="DejaVu Sans"/>
              </a:defRPr>
            </a:lvl1pPr>
            <a:lvl2pPr>
              <a:defRPr sz="1800">
                <a:solidFill>
                  <a:srgbClr val="D62728"/>
                </a:solidFill>
                <a:latin typeface="DejaVu Sans"/>
                <a:ea typeface="DejaVu Sans"/>
                <a:cs typeface="DejaVu Sans"/>
              </a:defRPr>
            </a:lvl2pPr>
            <a:lvl3pPr>
              <a:defRPr sz="1800">
                <a:solidFill>
                  <a:srgbClr val="D62728"/>
                </a:solidFill>
                <a:latin typeface="DejaVu Sans"/>
                <a:ea typeface="DejaVu Sans"/>
                <a:cs typeface="DejaVu Sans"/>
              </a:defRPr>
            </a:lvl3pPr>
            <a:lvl4pPr>
              <a:defRPr sz="1800">
                <a:solidFill>
                  <a:srgbClr val="D62728"/>
                </a:solidFill>
                <a:latin typeface="DejaVu Sans"/>
                <a:ea typeface="DejaVu Sans"/>
                <a:cs typeface="DejaVu Sans"/>
              </a:defRPr>
            </a:lvl4pPr>
            <a:lvl5pPr>
              <a:defRPr sz="1800">
                <a:solidFill>
                  <a:srgbClr val="D62728"/>
                </a:solidFill>
                <a:latin typeface="DejaVu Sans"/>
                <a:ea typeface="DejaVu Sans"/>
                <a:cs typeface="DejaVu Sans"/>
              </a:defRPr>
            </a:lvl5pPr>
            <a:lvl6pPr>
              <a:defRPr sz="1800">
                <a:solidFill>
                  <a:srgbClr val="D62728"/>
                </a:solidFill>
                <a:latin typeface="DejaVu Sans"/>
                <a:ea typeface="DejaVu Sans"/>
                <a:cs typeface="DejaVu Sans"/>
              </a:defRPr>
            </a:lvl6pPr>
            <a:lvl7pPr>
              <a:defRPr sz="1800">
                <a:solidFill>
                  <a:srgbClr val="D62728"/>
                </a:solidFill>
                <a:latin typeface="DejaVu Sans"/>
                <a:ea typeface="DejaVu Sans"/>
                <a:cs typeface="DejaVu Sans"/>
              </a:defRPr>
            </a:lvl7pPr>
            <a:lvl8pPr>
              <a:defRPr sz="1800">
                <a:solidFill>
                  <a:srgbClr val="D62728"/>
                </a:solidFill>
                <a:latin typeface="DejaVu Sans"/>
                <a:ea typeface="DejaVu Sans"/>
                <a:cs typeface="DejaVu Sans"/>
              </a:defRPr>
            </a:lvl8pPr>
            <a:lvl9pPr>
              <a:defRPr sz="1800">
                <a:solidFill>
                  <a:srgbClr val="D62728"/>
                </a:solidFill>
                <a:latin typeface="DejaVu Sans"/>
                <a:ea typeface="DejaVu Sans"/>
                <a:cs typeface="DejaVu Sans"/>
              </a:defRPr>
            </a:lvl9pPr>
          </a:lstStyle>
          <a:p>
            <a:pPr>
              <a:defRPr sz="1800">
                <a:solidFill>
                  <a:srgbClr val="D62728"/>
                </a:solidFill>
                <a:latin typeface="DejaVu Sans"/>
                <a:ea typeface="DejaVu Sans"/>
                <a:cs typeface="DejaVu Sans"/>
              </a:defRPr>
            </a:pPr>
            <a:r>
              <a:rPr sz="1800">
                <a:solidFill>
                  <a:srgbClr val="D62728"/>
                </a:solidFill>
                <a:latin typeface="DejaVu Sans"/>
                <a:ea typeface="DejaVu Sans"/>
                <a:cs typeface="DejaVu Sans"/>
              </a:rPr>
              <a:t>d. C1.4</a:t>
            </a:r>
          </a:p>
        </p:txBody>
      </p:sp>
      <p:pic>
        <p:nvPicPr>
          <p:cNvPr id="8" name="">
            <a:extLst>
              <a:ext uri="{FF2B5EF4-FFF2-40B4-BE49-F238E27FC236}">
                <ns2:creationId id="{3972FDC9-EEA1-4AC7-A926-622F5CDAF9DD}"/>
              </a:ext>
            </a:extLst>
          </p:cNvPr>
          <p:cNvPicPr>
            <a:picLocks noChangeAspect="1"/>
          </p:cNvPicPr>
          <p:nvPr/>
        </p:nvPicPr>
        <p:blipFill>
          <a:blip r:embed="Re7d1c49ceb0441a2"/>
          <a:srcRect l="21056" t="23818" r="24500" b="15727"/>
          <a:stretch/>
        </p:blipFill>
        <p:spPr>
          <a:xfrm>
            <a:off x="674437" y="3200400"/>
            <a:ext cx="3172326" cy="2152650"/>
          </a:xfrm>
          <a:prstGeom prst="rect">
            <a:avLst/>
          </a:prstGeom>
        </p:spPr>
      </p:pic>
      <p:sp>
        <p:nvSpPr>
          <p:cNvPr id="9" name="">
            <a:extLst>
              <a:ext uri="{FF2B5EF4-FFF2-40B4-BE49-F238E27FC236}">
                <ns2:creationId id="{47542A90-40EF-44E2-9B7F-B203F1E71A94}"/>
              </a:ext>
            </a:extLst>
          </p:cNvPr>
          <p:cNvSpPr>
            <a:spLocks noGrp="1"/>
          </p:cNvSpPr>
          <p:nvPr/>
        </p:nvSpPr>
        <p:spPr>
          <a:xfrm>
            <a:off x="4216400" y="2838450"/>
            <a:ext cx="3606800" cy="323850"/>
          </a:xfrm>
          <a:prstGeom prst="rect">
            <a:avLst/>
          </a:prstGeom>
          <a:noFill/>
          <a:ln w="0">
            <a:noFill/>
          </a:ln>
        </p:spPr>
        <p:txBody>
          <a:bodyPr/>
          <a:lstStyle>
            <a:defPPr>
              <a:defRPr sz="1800">
                <a:solidFill>
                  <a:srgbClr val="9467BD"/>
                </a:solidFill>
                <a:latin typeface="DejaVu Sans"/>
                <a:ea typeface="DejaVu Sans"/>
                <a:cs typeface="DejaVu Sans"/>
              </a:defRPr>
            </a:defPPr>
            <a:lvl1pPr>
              <a:defRPr sz="1800">
                <a:solidFill>
                  <a:srgbClr val="9467BD"/>
                </a:solidFill>
                <a:latin typeface="DejaVu Sans"/>
                <a:ea typeface="DejaVu Sans"/>
                <a:cs typeface="DejaVu Sans"/>
              </a:defRPr>
            </a:lvl1pPr>
            <a:lvl2pPr>
              <a:defRPr sz="1800">
                <a:solidFill>
                  <a:srgbClr val="9467BD"/>
                </a:solidFill>
                <a:latin typeface="DejaVu Sans"/>
                <a:ea typeface="DejaVu Sans"/>
                <a:cs typeface="DejaVu Sans"/>
              </a:defRPr>
            </a:lvl2pPr>
            <a:lvl3pPr>
              <a:defRPr sz="1800">
                <a:solidFill>
                  <a:srgbClr val="9467BD"/>
                </a:solidFill>
                <a:latin typeface="DejaVu Sans"/>
                <a:ea typeface="DejaVu Sans"/>
                <a:cs typeface="DejaVu Sans"/>
              </a:defRPr>
            </a:lvl3pPr>
            <a:lvl4pPr>
              <a:defRPr sz="1800">
                <a:solidFill>
                  <a:srgbClr val="9467BD"/>
                </a:solidFill>
                <a:latin typeface="DejaVu Sans"/>
                <a:ea typeface="DejaVu Sans"/>
                <a:cs typeface="DejaVu Sans"/>
              </a:defRPr>
            </a:lvl4pPr>
            <a:lvl5pPr>
              <a:defRPr sz="1800">
                <a:solidFill>
                  <a:srgbClr val="9467BD"/>
                </a:solidFill>
                <a:latin typeface="DejaVu Sans"/>
                <a:ea typeface="DejaVu Sans"/>
                <a:cs typeface="DejaVu Sans"/>
              </a:defRPr>
            </a:lvl5pPr>
            <a:lvl6pPr>
              <a:defRPr sz="1800">
                <a:solidFill>
                  <a:srgbClr val="9467BD"/>
                </a:solidFill>
                <a:latin typeface="DejaVu Sans"/>
                <a:ea typeface="DejaVu Sans"/>
                <a:cs typeface="DejaVu Sans"/>
              </a:defRPr>
            </a:lvl6pPr>
            <a:lvl7pPr>
              <a:defRPr sz="1800">
                <a:solidFill>
                  <a:srgbClr val="9467BD"/>
                </a:solidFill>
                <a:latin typeface="DejaVu Sans"/>
                <a:ea typeface="DejaVu Sans"/>
                <a:cs typeface="DejaVu Sans"/>
              </a:defRPr>
            </a:lvl7pPr>
            <a:lvl8pPr>
              <a:defRPr sz="1800">
                <a:solidFill>
                  <a:srgbClr val="9467BD"/>
                </a:solidFill>
                <a:latin typeface="DejaVu Sans"/>
                <a:ea typeface="DejaVu Sans"/>
                <a:cs typeface="DejaVu Sans"/>
              </a:defRPr>
            </a:lvl8pPr>
            <a:lvl9pPr>
              <a:defRPr sz="1800">
                <a:solidFill>
                  <a:srgbClr val="9467BD"/>
                </a:solidFill>
                <a:latin typeface="DejaVu Sans"/>
                <a:ea typeface="DejaVu Sans"/>
                <a:cs typeface="DejaVu Sans"/>
              </a:defRPr>
            </a:lvl9pPr>
          </a:lstStyle>
          <a:p>
            <a:pPr>
              <a:defRPr sz="1800">
                <a:solidFill>
                  <a:srgbClr val="9467BD"/>
                </a:solidFill>
                <a:latin typeface="DejaVu Sans"/>
                <a:ea typeface="DejaVu Sans"/>
                <a:cs typeface="DejaVu Sans"/>
              </a:defRPr>
            </a:pPr>
            <a:r>
              <a:rPr sz="1800">
                <a:solidFill>
                  <a:srgbClr val="9467BD"/>
                </a:solidFill>
                <a:latin typeface="DejaVu Sans"/>
                <a:ea typeface="DejaVu Sans"/>
                <a:cs typeface="DejaVu Sans"/>
              </a:rPr>
              <a:t>e. C1.5</a:t>
            </a:r>
          </a:p>
        </p:txBody>
      </p:sp>
      <p:pic>
        <p:nvPicPr>
          <p:cNvPr id="10" name="">
            <a:extLst>
              <a:ext uri="{FF2B5EF4-FFF2-40B4-BE49-F238E27FC236}">
                <ns2:creationId id="{A7882820-B47B-4161-A9CD-3ACE573D66D2}"/>
              </a:ext>
            </a:extLst>
          </p:cNvPr>
          <p:cNvPicPr>
            <a:picLocks noChangeAspect="1"/>
          </p:cNvPicPr>
          <p:nvPr/>
        </p:nvPicPr>
        <p:blipFill>
          <a:blip r:embed="R2b886308ad65485a"/>
          <a:srcRect l="21056" t="23818" r="24500" b="15727"/>
          <a:stretch/>
        </p:blipFill>
        <p:spPr>
          <a:xfrm>
            <a:off x="4433637" y="3200400"/>
            <a:ext cx="3172326" cy="2152650"/>
          </a:xfrm>
          <a:prstGeom prst="rect">
            <a:avLst/>
          </a:prstGeom>
        </p:spPr>
      </p:pic>
      <p:sp>
        <p:nvSpPr>
          <p:cNvPr id="11" name="">
            <a:extLst>
              <a:ext uri="{FF2B5EF4-FFF2-40B4-BE49-F238E27FC236}">
                <ns2:creationId id="{BDF3AD27-4E97-4DCB-9227-90373522C48B}"/>
              </a:ext>
            </a:extLst>
          </p:cNvPr>
          <p:cNvSpPr>
            <a:spLocks noGrp="1"/>
          </p:cNvSpPr>
          <p:nvPr/>
        </p:nvSpPr>
        <p:spPr>
          <a:xfrm>
            <a:off x="457200" y="5619750"/>
            <a:ext cx="11277600" cy="1009650"/>
          </a:xfrm>
          <a:prstGeom prst="rect">
            <a:avLst/>
          </a:prstGeom>
          <a:noFill/>
          <a:ln w="0">
            <a:noFill/>
          </a:ln>
        </p:spPr>
        <p:txBody>
          <a:bodyPr>
            <a:normAutofit fontScale="10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13. Cluster ensembles (up to 5 models each), aligned to each full-cluster Cα RMSD medoid. Eligible models ranked by &lt;pLDDT&gt;; representative selection follows the recorded source scope. Detected terminal residues are excluded from fitting and medoid selection; all residues remain visible. Unscored-only clusters show their unscored structural medoid without a confidence violin.</a:t>
            </a:r>
          </a:p>
        </p:txBody>
      </p:sp>
    </p:spTree>
    <p:extLst>
      <p:ext uri="{BB962C8B-B14F-4D97-AF65-F5344CB8AC3E}">
        <ns4:creationId val="625150757"/>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31880000-53C3-48C8-BD12-5D8EF9CBE8C2}"/>
              </a:ext>
            </a:extLst>
          </p:cNvPr>
          <p:cNvSpPr>
            <a:spLocks noGrp="1"/>
          </p:cNvSpPr>
          <p:nvPr/>
        </p:nvSpPr>
        <p:spPr>
          <a:xfrm>
            <a:off x="457200" y="228600"/>
            <a:ext cx="5486400" cy="323850"/>
          </a:xfrm>
          <a:prstGeom prst="rect">
            <a:avLst/>
          </a:prstGeom>
          <a:noFill/>
          <a:ln w="0">
            <a:noFill/>
          </a:ln>
        </p:spPr>
        <p:txBody>
          <a:bodyPr/>
          <a:lstStyle>
            <a:defPPr>
              <a:defRPr sz="1800">
                <a:solidFill>
                  <a:srgbClr val="8C564B"/>
                </a:solidFill>
                <a:latin typeface="DejaVu Sans"/>
                <a:ea typeface="DejaVu Sans"/>
                <a:cs typeface="DejaVu Sans"/>
              </a:defRPr>
            </a:defPPr>
            <a:lvl1pPr>
              <a:defRPr sz="1800">
                <a:solidFill>
                  <a:srgbClr val="8C564B"/>
                </a:solidFill>
                <a:latin typeface="DejaVu Sans"/>
                <a:ea typeface="DejaVu Sans"/>
                <a:cs typeface="DejaVu Sans"/>
              </a:defRPr>
            </a:lvl1pPr>
            <a:lvl2pPr>
              <a:defRPr sz="1800">
                <a:solidFill>
                  <a:srgbClr val="8C564B"/>
                </a:solidFill>
                <a:latin typeface="DejaVu Sans"/>
                <a:ea typeface="DejaVu Sans"/>
                <a:cs typeface="DejaVu Sans"/>
              </a:defRPr>
            </a:lvl2pPr>
            <a:lvl3pPr>
              <a:defRPr sz="1800">
                <a:solidFill>
                  <a:srgbClr val="8C564B"/>
                </a:solidFill>
                <a:latin typeface="DejaVu Sans"/>
                <a:ea typeface="DejaVu Sans"/>
                <a:cs typeface="DejaVu Sans"/>
              </a:defRPr>
            </a:lvl3pPr>
            <a:lvl4pPr>
              <a:defRPr sz="1800">
                <a:solidFill>
                  <a:srgbClr val="8C564B"/>
                </a:solidFill>
                <a:latin typeface="DejaVu Sans"/>
                <a:ea typeface="DejaVu Sans"/>
                <a:cs typeface="DejaVu Sans"/>
              </a:defRPr>
            </a:lvl4pPr>
            <a:lvl5pPr>
              <a:defRPr sz="1800">
                <a:solidFill>
                  <a:srgbClr val="8C564B"/>
                </a:solidFill>
                <a:latin typeface="DejaVu Sans"/>
                <a:ea typeface="DejaVu Sans"/>
                <a:cs typeface="DejaVu Sans"/>
              </a:defRPr>
            </a:lvl5pPr>
            <a:lvl6pPr>
              <a:defRPr sz="1800">
                <a:solidFill>
                  <a:srgbClr val="8C564B"/>
                </a:solidFill>
                <a:latin typeface="DejaVu Sans"/>
                <a:ea typeface="DejaVu Sans"/>
                <a:cs typeface="DejaVu Sans"/>
              </a:defRPr>
            </a:lvl6pPr>
            <a:lvl7pPr>
              <a:defRPr sz="1800">
                <a:solidFill>
                  <a:srgbClr val="8C564B"/>
                </a:solidFill>
                <a:latin typeface="DejaVu Sans"/>
                <a:ea typeface="DejaVu Sans"/>
                <a:cs typeface="DejaVu Sans"/>
              </a:defRPr>
            </a:lvl7pPr>
            <a:lvl8pPr>
              <a:defRPr sz="1800">
                <a:solidFill>
                  <a:srgbClr val="8C564B"/>
                </a:solidFill>
                <a:latin typeface="DejaVu Sans"/>
                <a:ea typeface="DejaVu Sans"/>
                <a:cs typeface="DejaVu Sans"/>
              </a:defRPr>
            </a:lvl8pPr>
            <a:lvl9pPr>
              <a:defRPr sz="1800">
                <a:solidFill>
                  <a:srgbClr val="8C564B"/>
                </a:solidFill>
                <a:latin typeface="DejaVu Sans"/>
                <a:ea typeface="DejaVu Sans"/>
                <a:cs typeface="DejaVu Sans"/>
              </a:defRPr>
            </a:lvl9pPr>
          </a:lstStyle>
          <a:p>
            <a:pPr>
              <a:defRPr sz="1800">
                <a:solidFill>
                  <a:srgbClr val="8C564B"/>
                </a:solidFill>
                <a:latin typeface="DejaVu Sans"/>
                <a:ea typeface="DejaVu Sans"/>
                <a:cs typeface="DejaVu Sans"/>
              </a:defRPr>
            </a:pPr>
            <a:r>
              <a:rPr sz="1800">
                <a:solidFill>
                  <a:srgbClr val="8C564B"/>
                </a:solidFill>
                <a:latin typeface="DejaVu Sans"/>
                <a:ea typeface="DejaVu Sans"/>
                <a:cs typeface="DejaVu Sans"/>
              </a:rPr>
              <a:t>a. C1.6</a:t>
            </a:r>
          </a:p>
        </p:txBody>
      </p:sp>
      <p:pic>
        <p:nvPicPr>
          <p:cNvPr id="2" name="">
            <a:extLst>
              <a:ext uri="{FF2B5EF4-FFF2-40B4-BE49-F238E27FC236}">
                <ns2:creationId id="{E91DA89B-4163-4267-A6EE-604692DA168D}"/>
              </a:ext>
            </a:extLst>
          </p:cNvPr>
          <p:cNvPicPr>
            <a:picLocks noChangeAspect="1"/>
          </p:cNvPicPr>
          <p:nvPr/>
        </p:nvPicPr>
        <p:blipFill>
          <a:blip r:embed="R19f03a7520cd45eb"/>
          <a:srcRect l="21056" t="23818" r="24500" b="15727"/>
          <a:stretch/>
        </p:blipFill>
        <p:spPr>
          <a:xfrm>
            <a:off x="1614237" y="590550"/>
            <a:ext cx="3172326" cy="2152650"/>
          </a:xfrm>
          <a:prstGeom prst="rect">
            <a:avLst/>
          </a:prstGeom>
        </p:spPr>
      </p:pic>
      <p:sp>
        <p:nvSpPr>
          <p:cNvPr id="3" name="">
            <a:extLst>
              <a:ext uri="{FF2B5EF4-FFF2-40B4-BE49-F238E27FC236}">
                <ns2:creationId id="{D8930D90-7D41-4E13-A031-86EDAE2255A9}"/>
              </a:ext>
            </a:extLst>
          </p:cNvPr>
          <p:cNvSpPr>
            <a:spLocks noGrp="1"/>
          </p:cNvSpPr>
          <p:nvPr/>
        </p:nvSpPr>
        <p:spPr>
          <a:xfrm>
            <a:off x="6096000" y="228600"/>
            <a:ext cx="5486400" cy="323850"/>
          </a:xfrm>
          <a:prstGeom prst="rect">
            <a:avLst/>
          </a:prstGeom>
          <a:noFill/>
          <a:ln w="0">
            <a:noFill/>
          </a:ln>
        </p:spPr>
        <p:txBody>
          <a:bodyPr/>
          <a:lstStyle>
            <a:defPPr>
              <a:defRPr sz="1800">
                <a:solidFill>
                  <a:srgbClr val="E377C2"/>
                </a:solidFill>
                <a:latin typeface="DejaVu Sans"/>
                <a:ea typeface="DejaVu Sans"/>
                <a:cs typeface="DejaVu Sans"/>
              </a:defRPr>
            </a:defPPr>
            <a:lvl1pPr>
              <a:defRPr sz="1800">
                <a:solidFill>
                  <a:srgbClr val="E377C2"/>
                </a:solidFill>
                <a:latin typeface="DejaVu Sans"/>
                <a:ea typeface="DejaVu Sans"/>
                <a:cs typeface="DejaVu Sans"/>
              </a:defRPr>
            </a:lvl1pPr>
            <a:lvl2pPr>
              <a:defRPr sz="1800">
                <a:solidFill>
                  <a:srgbClr val="E377C2"/>
                </a:solidFill>
                <a:latin typeface="DejaVu Sans"/>
                <a:ea typeface="DejaVu Sans"/>
                <a:cs typeface="DejaVu Sans"/>
              </a:defRPr>
            </a:lvl2pPr>
            <a:lvl3pPr>
              <a:defRPr sz="1800">
                <a:solidFill>
                  <a:srgbClr val="E377C2"/>
                </a:solidFill>
                <a:latin typeface="DejaVu Sans"/>
                <a:ea typeface="DejaVu Sans"/>
                <a:cs typeface="DejaVu Sans"/>
              </a:defRPr>
            </a:lvl3pPr>
            <a:lvl4pPr>
              <a:defRPr sz="1800">
                <a:solidFill>
                  <a:srgbClr val="E377C2"/>
                </a:solidFill>
                <a:latin typeface="DejaVu Sans"/>
                <a:ea typeface="DejaVu Sans"/>
                <a:cs typeface="DejaVu Sans"/>
              </a:defRPr>
            </a:lvl4pPr>
            <a:lvl5pPr>
              <a:defRPr sz="1800">
                <a:solidFill>
                  <a:srgbClr val="E377C2"/>
                </a:solidFill>
                <a:latin typeface="DejaVu Sans"/>
                <a:ea typeface="DejaVu Sans"/>
                <a:cs typeface="DejaVu Sans"/>
              </a:defRPr>
            </a:lvl5pPr>
            <a:lvl6pPr>
              <a:defRPr sz="1800">
                <a:solidFill>
                  <a:srgbClr val="E377C2"/>
                </a:solidFill>
                <a:latin typeface="DejaVu Sans"/>
                <a:ea typeface="DejaVu Sans"/>
                <a:cs typeface="DejaVu Sans"/>
              </a:defRPr>
            </a:lvl6pPr>
            <a:lvl7pPr>
              <a:defRPr sz="1800">
                <a:solidFill>
                  <a:srgbClr val="E377C2"/>
                </a:solidFill>
                <a:latin typeface="DejaVu Sans"/>
                <a:ea typeface="DejaVu Sans"/>
                <a:cs typeface="DejaVu Sans"/>
              </a:defRPr>
            </a:lvl7pPr>
            <a:lvl8pPr>
              <a:defRPr sz="1800">
                <a:solidFill>
                  <a:srgbClr val="E377C2"/>
                </a:solidFill>
                <a:latin typeface="DejaVu Sans"/>
                <a:ea typeface="DejaVu Sans"/>
                <a:cs typeface="DejaVu Sans"/>
              </a:defRPr>
            </a:lvl8pPr>
            <a:lvl9pPr>
              <a:defRPr sz="1800">
                <a:solidFill>
                  <a:srgbClr val="E377C2"/>
                </a:solidFill>
                <a:latin typeface="DejaVu Sans"/>
                <a:ea typeface="DejaVu Sans"/>
                <a:cs typeface="DejaVu Sans"/>
              </a:defRPr>
            </a:lvl9pPr>
          </a:lstStyle>
          <a:p>
            <a:pPr>
              <a:defRPr sz="1800">
                <a:solidFill>
                  <a:srgbClr val="E377C2"/>
                </a:solidFill>
                <a:latin typeface="DejaVu Sans"/>
                <a:ea typeface="DejaVu Sans"/>
                <a:cs typeface="DejaVu Sans"/>
              </a:defRPr>
            </a:pPr>
            <a:r>
              <a:rPr sz="1800">
                <a:solidFill>
                  <a:srgbClr val="E377C2"/>
                </a:solidFill>
                <a:latin typeface="DejaVu Sans"/>
                <a:ea typeface="DejaVu Sans"/>
                <a:cs typeface="DejaVu Sans"/>
              </a:rPr>
              <a:t>b. C1.7</a:t>
            </a:r>
          </a:p>
        </p:txBody>
      </p:sp>
      <p:pic>
        <p:nvPicPr>
          <p:cNvPr id="4" name="">
            <a:extLst>
              <a:ext uri="{FF2B5EF4-FFF2-40B4-BE49-F238E27FC236}">
                <ns2:creationId id="{DD9AFCA5-CD61-439F-9005-CF535324D38A}"/>
              </a:ext>
            </a:extLst>
          </p:cNvPr>
          <p:cNvPicPr>
            <a:picLocks noChangeAspect="1"/>
          </p:cNvPicPr>
          <p:nvPr/>
        </p:nvPicPr>
        <p:blipFill>
          <a:blip r:embed="R2a8096bd75f545c3"/>
          <a:srcRect l="21056" t="23818" r="24500" b="15727"/>
          <a:stretch/>
        </p:blipFill>
        <p:spPr>
          <a:xfrm>
            <a:off x="7253037" y="590550"/>
            <a:ext cx="3172326" cy="2152650"/>
          </a:xfrm>
          <a:prstGeom prst="rect">
            <a:avLst/>
          </a:prstGeom>
        </p:spPr>
      </p:pic>
      <p:sp>
        <p:nvSpPr>
          <p:cNvPr id="5" name="">
            <a:extLst>
              <a:ext uri="{FF2B5EF4-FFF2-40B4-BE49-F238E27FC236}">
                <ns2:creationId id="{4B05336F-3F9F-4B2D-B3D4-115FCC977A07}"/>
              </a:ext>
            </a:extLst>
          </p:cNvPr>
          <p:cNvSpPr>
            <a:spLocks noGrp="1"/>
          </p:cNvSpPr>
          <p:nvPr/>
        </p:nvSpPr>
        <p:spPr>
          <a:xfrm>
            <a:off x="457200" y="2838450"/>
            <a:ext cx="5486400" cy="323850"/>
          </a:xfrm>
          <a:prstGeom prst="rect">
            <a:avLst/>
          </a:prstGeom>
          <a:noFill/>
          <a:ln w="0">
            <a:noFill/>
          </a:ln>
        </p:spPr>
        <p:txBody>
          <a:bodyPr/>
          <a:lstStyle>
            <a:defPPr>
              <a:defRPr sz="1800">
                <a:solidFill>
                  <a:srgbClr val="7F7F7F"/>
                </a:solidFill>
                <a:latin typeface="DejaVu Sans"/>
                <a:ea typeface="DejaVu Sans"/>
                <a:cs typeface="DejaVu Sans"/>
              </a:defRPr>
            </a:defPPr>
            <a:lvl1pPr>
              <a:defRPr sz="1800">
                <a:solidFill>
                  <a:srgbClr val="7F7F7F"/>
                </a:solidFill>
                <a:latin typeface="DejaVu Sans"/>
                <a:ea typeface="DejaVu Sans"/>
                <a:cs typeface="DejaVu Sans"/>
              </a:defRPr>
            </a:lvl1pPr>
            <a:lvl2pPr>
              <a:defRPr sz="1800">
                <a:solidFill>
                  <a:srgbClr val="7F7F7F"/>
                </a:solidFill>
                <a:latin typeface="DejaVu Sans"/>
                <a:ea typeface="DejaVu Sans"/>
                <a:cs typeface="DejaVu Sans"/>
              </a:defRPr>
            </a:lvl2pPr>
            <a:lvl3pPr>
              <a:defRPr sz="1800">
                <a:solidFill>
                  <a:srgbClr val="7F7F7F"/>
                </a:solidFill>
                <a:latin typeface="DejaVu Sans"/>
                <a:ea typeface="DejaVu Sans"/>
                <a:cs typeface="DejaVu Sans"/>
              </a:defRPr>
            </a:lvl3pPr>
            <a:lvl4pPr>
              <a:defRPr sz="1800">
                <a:solidFill>
                  <a:srgbClr val="7F7F7F"/>
                </a:solidFill>
                <a:latin typeface="DejaVu Sans"/>
                <a:ea typeface="DejaVu Sans"/>
                <a:cs typeface="DejaVu Sans"/>
              </a:defRPr>
            </a:lvl4pPr>
            <a:lvl5pPr>
              <a:defRPr sz="1800">
                <a:solidFill>
                  <a:srgbClr val="7F7F7F"/>
                </a:solidFill>
                <a:latin typeface="DejaVu Sans"/>
                <a:ea typeface="DejaVu Sans"/>
                <a:cs typeface="DejaVu Sans"/>
              </a:defRPr>
            </a:lvl5pPr>
            <a:lvl6pPr>
              <a:defRPr sz="1800">
                <a:solidFill>
                  <a:srgbClr val="7F7F7F"/>
                </a:solidFill>
                <a:latin typeface="DejaVu Sans"/>
                <a:ea typeface="DejaVu Sans"/>
                <a:cs typeface="DejaVu Sans"/>
              </a:defRPr>
            </a:lvl6pPr>
            <a:lvl7pPr>
              <a:defRPr sz="1800">
                <a:solidFill>
                  <a:srgbClr val="7F7F7F"/>
                </a:solidFill>
                <a:latin typeface="DejaVu Sans"/>
                <a:ea typeface="DejaVu Sans"/>
                <a:cs typeface="DejaVu Sans"/>
              </a:defRPr>
            </a:lvl7pPr>
            <a:lvl8pPr>
              <a:defRPr sz="1800">
                <a:solidFill>
                  <a:srgbClr val="7F7F7F"/>
                </a:solidFill>
                <a:latin typeface="DejaVu Sans"/>
                <a:ea typeface="DejaVu Sans"/>
                <a:cs typeface="DejaVu Sans"/>
              </a:defRPr>
            </a:lvl8pPr>
            <a:lvl9pPr>
              <a:defRPr sz="1800">
                <a:solidFill>
                  <a:srgbClr val="7F7F7F"/>
                </a:solidFill>
                <a:latin typeface="DejaVu Sans"/>
                <a:ea typeface="DejaVu Sans"/>
                <a:cs typeface="DejaVu Sans"/>
              </a:defRPr>
            </a:lvl9pPr>
          </a:lstStyle>
          <a:p>
            <a:pPr>
              <a:defRPr sz="1800">
                <a:solidFill>
                  <a:srgbClr val="7F7F7F"/>
                </a:solidFill>
                <a:latin typeface="DejaVu Sans"/>
                <a:ea typeface="DejaVu Sans"/>
                <a:cs typeface="DejaVu Sans"/>
              </a:defRPr>
            </a:pPr>
            <a:r>
              <a:rPr sz="1800">
                <a:solidFill>
                  <a:srgbClr val="7F7F7F"/>
                </a:solidFill>
                <a:latin typeface="DejaVu Sans"/>
                <a:ea typeface="DejaVu Sans"/>
                <a:cs typeface="DejaVu Sans"/>
              </a:rPr>
              <a:t>c. C1.8</a:t>
            </a:r>
          </a:p>
        </p:txBody>
      </p:sp>
      <p:pic>
        <p:nvPicPr>
          <p:cNvPr id="6" name="">
            <a:extLst>
              <a:ext uri="{FF2B5EF4-FFF2-40B4-BE49-F238E27FC236}">
                <ns2:creationId id="{6ED895C6-C0FB-4125-9C38-B2A06BAC7FEF}"/>
              </a:ext>
            </a:extLst>
          </p:cNvPr>
          <p:cNvPicPr>
            <a:picLocks noChangeAspect="1"/>
          </p:cNvPicPr>
          <p:nvPr/>
        </p:nvPicPr>
        <p:blipFill>
          <a:blip r:embed="R4544b76c3fe34dc6"/>
          <a:srcRect l="21056" t="23818" r="24500" b="15727"/>
          <a:stretch/>
        </p:blipFill>
        <p:spPr>
          <a:xfrm>
            <a:off x="1614237" y="3200400"/>
            <a:ext cx="3172326" cy="2152650"/>
          </a:xfrm>
          <a:prstGeom prst="rect">
            <a:avLst/>
          </a:prstGeom>
        </p:spPr>
      </p:pic>
      <p:sp>
        <p:nvSpPr>
          <p:cNvPr id="7" name="">
            <a:extLst>
              <a:ext uri="{FF2B5EF4-FFF2-40B4-BE49-F238E27FC236}">
                <ns2:creationId id="{3A795D87-73A9-4ABB-BA7B-DBC8ED5C72CC}"/>
              </a:ext>
            </a:extLst>
          </p:cNvPr>
          <p:cNvSpPr>
            <a:spLocks noGrp="1"/>
          </p:cNvSpPr>
          <p:nvPr/>
        </p:nvSpPr>
        <p:spPr>
          <a:xfrm>
            <a:off x="6096000" y="2838450"/>
            <a:ext cx="5486400" cy="323850"/>
          </a:xfrm>
          <a:prstGeom prst="rect">
            <a:avLst/>
          </a:prstGeom>
          <a:noFill/>
          <a:ln w="0">
            <a:noFill/>
          </a:ln>
        </p:spPr>
        <p:txBody>
          <a:bodyPr/>
          <a:lstStyle>
            <a:defPPr>
              <a:defRPr sz="1800">
                <a:solidFill>
                  <a:srgbClr val="BCBD22"/>
                </a:solidFill>
                <a:latin typeface="DejaVu Sans"/>
                <a:ea typeface="DejaVu Sans"/>
                <a:cs typeface="DejaVu Sans"/>
              </a:defRPr>
            </a:defPPr>
            <a:lvl1pPr>
              <a:defRPr sz="1800">
                <a:solidFill>
                  <a:srgbClr val="BCBD22"/>
                </a:solidFill>
                <a:latin typeface="DejaVu Sans"/>
                <a:ea typeface="DejaVu Sans"/>
                <a:cs typeface="DejaVu Sans"/>
              </a:defRPr>
            </a:lvl1pPr>
            <a:lvl2pPr>
              <a:defRPr sz="1800">
                <a:solidFill>
                  <a:srgbClr val="BCBD22"/>
                </a:solidFill>
                <a:latin typeface="DejaVu Sans"/>
                <a:ea typeface="DejaVu Sans"/>
                <a:cs typeface="DejaVu Sans"/>
              </a:defRPr>
            </a:lvl2pPr>
            <a:lvl3pPr>
              <a:defRPr sz="1800">
                <a:solidFill>
                  <a:srgbClr val="BCBD22"/>
                </a:solidFill>
                <a:latin typeface="DejaVu Sans"/>
                <a:ea typeface="DejaVu Sans"/>
                <a:cs typeface="DejaVu Sans"/>
              </a:defRPr>
            </a:lvl3pPr>
            <a:lvl4pPr>
              <a:defRPr sz="1800">
                <a:solidFill>
                  <a:srgbClr val="BCBD22"/>
                </a:solidFill>
                <a:latin typeface="DejaVu Sans"/>
                <a:ea typeface="DejaVu Sans"/>
                <a:cs typeface="DejaVu Sans"/>
              </a:defRPr>
            </a:lvl4pPr>
            <a:lvl5pPr>
              <a:defRPr sz="1800">
                <a:solidFill>
                  <a:srgbClr val="BCBD22"/>
                </a:solidFill>
                <a:latin typeface="DejaVu Sans"/>
                <a:ea typeface="DejaVu Sans"/>
                <a:cs typeface="DejaVu Sans"/>
              </a:defRPr>
            </a:lvl5pPr>
            <a:lvl6pPr>
              <a:defRPr sz="1800">
                <a:solidFill>
                  <a:srgbClr val="BCBD22"/>
                </a:solidFill>
                <a:latin typeface="DejaVu Sans"/>
                <a:ea typeface="DejaVu Sans"/>
                <a:cs typeface="DejaVu Sans"/>
              </a:defRPr>
            </a:lvl6pPr>
            <a:lvl7pPr>
              <a:defRPr sz="1800">
                <a:solidFill>
                  <a:srgbClr val="BCBD22"/>
                </a:solidFill>
                <a:latin typeface="DejaVu Sans"/>
                <a:ea typeface="DejaVu Sans"/>
                <a:cs typeface="DejaVu Sans"/>
              </a:defRPr>
            </a:lvl7pPr>
            <a:lvl8pPr>
              <a:defRPr sz="1800">
                <a:solidFill>
                  <a:srgbClr val="BCBD22"/>
                </a:solidFill>
                <a:latin typeface="DejaVu Sans"/>
                <a:ea typeface="DejaVu Sans"/>
                <a:cs typeface="DejaVu Sans"/>
              </a:defRPr>
            </a:lvl8pPr>
            <a:lvl9pPr>
              <a:defRPr sz="1800">
                <a:solidFill>
                  <a:srgbClr val="BCBD22"/>
                </a:solidFill>
                <a:latin typeface="DejaVu Sans"/>
                <a:ea typeface="DejaVu Sans"/>
                <a:cs typeface="DejaVu Sans"/>
              </a:defRPr>
            </a:lvl9pPr>
          </a:lstStyle>
          <a:p>
            <a:pPr>
              <a:defRPr sz="1800">
                <a:solidFill>
                  <a:srgbClr val="BCBD22"/>
                </a:solidFill>
                <a:latin typeface="DejaVu Sans"/>
                <a:ea typeface="DejaVu Sans"/>
                <a:cs typeface="DejaVu Sans"/>
              </a:defRPr>
            </a:pPr>
            <a:r>
              <a:rPr sz="1800">
                <a:solidFill>
                  <a:srgbClr val="BCBD22"/>
                </a:solidFill>
                <a:latin typeface="DejaVu Sans"/>
                <a:ea typeface="DejaVu Sans"/>
                <a:cs typeface="DejaVu Sans"/>
              </a:rPr>
              <a:t>d. C1.9 (unscored medoid)</a:t>
            </a:r>
          </a:p>
        </p:txBody>
      </p:sp>
      <p:pic>
        <p:nvPicPr>
          <p:cNvPr id="8" name="">
            <a:extLst>
              <a:ext uri="{FF2B5EF4-FFF2-40B4-BE49-F238E27FC236}">
                <ns2:creationId id="{33913900-D16A-470E-8D4F-8B3749894D78}"/>
              </a:ext>
            </a:extLst>
          </p:cNvPr>
          <p:cNvPicPr>
            <a:picLocks noChangeAspect="1"/>
          </p:cNvPicPr>
          <p:nvPr/>
        </p:nvPicPr>
        <p:blipFill>
          <a:blip r:embed="R3c54b419a79944e1"/>
          <a:srcRect l="21056" t="23818" r="24500" b="15727"/>
          <a:stretch/>
        </p:blipFill>
        <p:spPr>
          <a:xfrm>
            <a:off x="7253037" y="3200400"/>
            <a:ext cx="3172326" cy="2152650"/>
          </a:xfrm>
          <a:prstGeom prst="rect">
            <a:avLst/>
          </a:prstGeom>
        </p:spPr>
      </p:pic>
      <p:sp>
        <p:nvSpPr>
          <p:cNvPr id="9" name="">
            <a:extLst>
              <a:ext uri="{FF2B5EF4-FFF2-40B4-BE49-F238E27FC236}">
                <ns2:creationId id="{3A548C30-F62D-4583-AB89-CF815D87EAEC}"/>
              </a:ext>
            </a:extLst>
          </p:cNvPr>
          <p:cNvSpPr>
            <a:spLocks noGrp="1"/>
          </p:cNvSpPr>
          <p:nvPr/>
        </p:nvSpPr>
        <p:spPr>
          <a:xfrm>
            <a:off x="457200" y="5619750"/>
            <a:ext cx="11277600" cy="1009650"/>
          </a:xfrm>
          <a:prstGeom prst="rect">
            <a:avLst/>
          </a:prstGeom>
          <a:noFill/>
          <a:ln w="0">
            <a:noFill/>
          </a:ln>
        </p:spPr>
        <p:txBody>
          <a:bodyPr>
            <a:normAutofit fontScale="10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14. Cluster ensembles (up to 5 models each), aligned to each full-cluster Cα RMSD medoid. Eligible models ranked by &lt;pLDDT&gt;; representative selection follows the recorded source scope. Detected terminal residues are excluded from fitting and medoid selection; all residues remain visible. Unscored-only clusters show their unscored structural medoid without a confidence violin.</a:t>
            </a:r>
          </a:p>
        </p:txBody>
      </p:sp>
    </p:spTree>
    <p:extLst>
      <p:ext uri="{BB962C8B-B14F-4D97-AF65-F5344CB8AC3E}">
        <ns4:creationId val="5431117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2611B9-64E8-4F69-BA1A-A290A3F1B73A}"/>
              </a:ext>
            </a:extLst>
          </p:cNvPr>
          <p:cNvSpPr>
            <a:spLocks xmlns:a="http://schemas.openxmlformats.org/drawingml/2006/main" noGrp="1"/>
          </p:cNvSpPr>
          <p:nvPr/>
        </p:nvSpPr>
        <p:spPr>
          <a:xfrm xmlns:a="http://schemas.openxmlformats.org/drawingml/2006/main">
            <a:off x="457200" y="266700"/>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a:solidFill>
                  <a:srgbClr val="222222"/>
                </a:solidFill>
                <a:latin typeface="Helvetica Neue"/>
                <a:ea typeface="Helvetica Neue"/>
                <a:cs typeface="Helvetica Neue"/>
              </a:defRPr>
            </a:defPPr>
            <a:lvl1pPr>
              <a:defRPr sz="2250">
                <a:solidFill>
                  <a:srgbClr val="222222"/>
                </a:solidFill>
                <a:latin typeface="Helvetica Neue"/>
                <a:ea typeface="Helvetica Neue"/>
                <a:cs typeface="Helvetica Neue"/>
              </a:defRPr>
            </a:lvl1pPr>
            <a:lvl2pPr>
              <a:defRPr sz="2250">
                <a:solidFill>
                  <a:srgbClr val="222222"/>
                </a:solidFill>
                <a:latin typeface="Helvetica Neue"/>
                <a:ea typeface="Helvetica Neue"/>
                <a:cs typeface="Helvetica Neue"/>
              </a:defRPr>
            </a:lvl2pPr>
            <a:lvl3pPr>
              <a:defRPr sz="2250">
                <a:solidFill>
                  <a:srgbClr val="222222"/>
                </a:solidFill>
                <a:latin typeface="Helvetica Neue"/>
                <a:ea typeface="Helvetica Neue"/>
                <a:cs typeface="Helvetica Neue"/>
              </a:defRPr>
            </a:lvl3pPr>
            <a:lvl4pPr>
              <a:defRPr sz="2250">
                <a:solidFill>
                  <a:srgbClr val="222222"/>
                </a:solidFill>
                <a:latin typeface="Helvetica Neue"/>
                <a:ea typeface="Helvetica Neue"/>
                <a:cs typeface="Helvetica Neue"/>
              </a:defRPr>
            </a:lvl4pPr>
            <a:lvl5pPr>
              <a:defRPr sz="2250">
                <a:solidFill>
                  <a:srgbClr val="222222"/>
                </a:solidFill>
                <a:latin typeface="Helvetica Neue"/>
                <a:ea typeface="Helvetica Neue"/>
                <a:cs typeface="Helvetica Neue"/>
              </a:defRPr>
            </a:lvl5pPr>
            <a:lvl6pPr>
              <a:defRPr sz="2250">
                <a:solidFill>
                  <a:srgbClr val="222222"/>
                </a:solidFill>
                <a:latin typeface="Helvetica Neue"/>
                <a:ea typeface="Helvetica Neue"/>
                <a:cs typeface="Helvetica Neue"/>
              </a:defRPr>
            </a:lvl6pPr>
            <a:lvl7pPr>
              <a:defRPr sz="2250">
                <a:solidFill>
                  <a:srgbClr val="222222"/>
                </a:solidFill>
                <a:latin typeface="Helvetica Neue"/>
                <a:ea typeface="Helvetica Neue"/>
                <a:cs typeface="Helvetica Neue"/>
              </a:defRPr>
            </a:lvl7pPr>
            <a:lvl8pPr>
              <a:defRPr sz="2250">
                <a:solidFill>
                  <a:srgbClr val="222222"/>
                </a:solidFill>
                <a:latin typeface="Helvetica Neue"/>
                <a:ea typeface="Helvetica Neue"/>
                <a:cs typeface="Helvetica Neue"/>
              </a:defRPr>
            </a:lvl8pPr>
            <a:lvl9pPr>
              <a:defRPr sz="2250">
                <a:solidFill>
                  <a:srgbClr val="222222"/>
                </a:solidFill>
                <a:latin typeface="Helvetica Neue"/>
                <a:ea typeface="Helvetica Neue"/>
                <a:cs typeface="Helvetica Neue"/>
              </a:defRPr>
            </a:lvl9pPr>
          </a:lstStyle>
          <a:p xmlns:a="http://schemas.openxmlformats.org/drawingml/2006/main">
            <a:pPr>
              <a:defRPr sz="2250">
                <a:solidFill>
                  <a:srgbClr val="222222"/>
                </a:solidFill>
                <a:latin typeface="Helvetica Neue"/>
                <a:ea typeface="Helvetica Neue"/>
                <a:cs typeface="Helvetica Neue"/>
              </a:defRPr>
            </a:pPr>
            <a:r>
              <a:rPr sz="2250">
                <a:solidFill>
                  <a:srgbClr val="222222"/>
                </a:solidFill>
                <a:latin typeface="Helvetica Neue"/>
                <a:ea typeface="Helvetica Neue"/>
                <a:cs typeface="Helvetica Neue"/>
              </a:rPr>
              <a:t>Selected-model medoid TM-scores</a:t>
            </a:r>
          </a:p>
        </p:txBody>
      </p:sp>
      <p:sp>
        <p:nvSpPr>
          <p:cNvPr id="2" name="">
            <a:extLst xmlns:a="http://schemas.openxmlformats.org/drawingml/2006/main">
              <a:ext uri="{FF2B5EF4-FFF2-40B4-BE49-F238E27FC236}">
                <a16:creationId xmlns:a16="http://schemas.microsoft.com/office/drawing/2014/main" id="{800FAB38-9CC1-4B80-945B-16CEA0BAF48E}"/>
              </a:ext>
            </a:extLst>
          </p:cNvPr>
          <p:cNvSpPr>
            <a:spLocks xmlns:a="http://schemas.openxmlformats.org/drawingml/2006/main" noGrp="1"/>
          </p:cNvSpPr>
          <p:nvPr/>
        </p:nvSpPr>
        <p:spPr>
          <a:xfrm xmlns:a="http://schemas.openxmlformats.org/drawingml/2006/main">
            <a:off x="952500" y="723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Rows and columns identify the same clusters</a:t>
            </a:r>
          </a:p>
        </p:txBody>
      </p:sp>
      <p:graphicFrame>
        <p:nvGraphicFramePr>
          <p:cNvPr id="3" name="">
            <a:extLst xmlns:a="http://schemas.openxmlformats.org/drawingml/2006/main">
              <a:ext uri="{FF2B5EF4-FFF2-40B4-BE49-F238E27FC236}">
                <a16:creationId xmlns:a16="http://schemas.microsoft.com/office/drawing/2014/main" id="{613C3FE7-66D0-4219-A870-C30AD40040A4}"/>
              </a:ext>
            </a:extLst>
          </p:cNvPr>
          <p:cNvGraphicFramePr/>
          <p:nvPr/>
        </p:nvGraphicFramePr>
        <p:xfrm>
          <a:off xmlns:a="http://schemas.openxmlformats.org/drawingml/2006/main" x="952500" y="1066800"/>
          <a:ext xmlns:a="http://schemas.openxmlformats.org/drawingml/2006/main" cx="7239000" cy="4476750"/>
        </p:xfrm>
        <a:graphic xmlns:a="http://schemas.openxmlformats.org/drawingml/2006/main">
          <a:graphicData uri="http://schemas.openxmlformats.org/drawingml/2006/table">
            <a:tbl>
              <a:tblPr firstRow="0" firstCol="0" bandRow="0" bandCol="0"/>
              <a:tblGrid>
                <a:gridCol w="723900"/>
                <a:gridCol w="723900"/>
                <a:gridCol w="723900"/>
                <a:gridCol w="723900"/>
                <a:gridCol w="723900"/>
                <a:gridCol w="723900"/>
                <a:gridCol w="723900"/>
                <a:gridCol w="723900"/>
                <a:gridCol w="723900"/>
                <a:gridCol w="723900"/>
              </a:tblGrid>
              <a:tr h="447675">
                <a:tc>
                  <a:txBody>
                    <a:bodyPr/>
                    <a:lstStyle/>
                    <a:p>
                      <a:pPr algn="ctr"/>
                      <a:r>
                        <a:rPr sz="1275">
                          <a:solidFill>
                            <a:srgbClr val="222222"/>
                          </a:solidFill>
                          <a:latin typeface="Helvetica Neue"/>
                          <a:ea typeface="Helvetica Neue"/>
                          <a:cs typeface="Helvetica Neue"/>
                        </a:rPr>
                        <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C1.1</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C1.2</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C1.3</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C1.4</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C1.5</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C1.6</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C1.7</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C1.8</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C1.9</a:t>
                      </a:r>
                    </a:p>
                  </a:txBody>
                  <a:tcPr marL="0" marR="0" marT="0" marB="0" anchor="ctr">
                    <a:solidFill>
                      <a:srgbClr val="FFFFFF"/>
                    </a:solidFill>
                  </a:tcPr>
                </a:tc>
              </a:tr>
              <a:tr h="447675">
                <a:tc>
                  <a:txBody>
                    <a:bodyPr/>
                    <a:lstStyle/>
                    <a:p>
                      <a:pPr algn="ctr"/>
                      <a:r>
                        <a:rPr sz="1275">
                          <a:solidFill>
                            <a:srgbClr val="222222"/>
                          </a:solidFill>
                          <a:latin typeface="Helvetica Neue"/>
                          <a:ea typeface="Helvetica Neue"/>
                          <a:cs typeface="Helvetica Neue"/>
                        </a:rPr>
                        <a:t>C1.1</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0.75</a:t>
                      </a:r>
                    </a:p>
                  </a:txBody>
                  <a:tcPr marL="0" marR="0" marT="0" marB="0" anchor="ctr">
                    <a:solidFill>
                      <a:srgbClr val="396FA0"/>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B72A3"/>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86D9E"/>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76C9E"/>
                    </a:solidFill>
                  </a:tcPr>
                </a:tc>
                <a:tc>
                  <a:txBody>
                    <a:bodyPr/>
                    <a:lstStyle/>
                    <a:p>
                      <a:pPr algn="ctr"/>
                      <a:r>
                        <a:rPr sz="1125">
                          <a:solidFill>
                            <a:srgbClr val="FFFFFF"/>
                          </a:solidFill>
                          <a:latin typeface="Helvetica Neue"/>
                          <a:ea typeface="Helvetica Neue"/>
                          <a:cs typeface="Helvetica Neue"/>
                        </a:rPr>
                        <a:t>0.77</a:t>
                      </a:r>
                    </a:p>
                  </a:txBody>
                  <a:tcPr marL="0" marR="0" marT="0" marB="0" anchor="ctr">
                    <a:solidFill>
                      <a:srgbClr val="366B9D"/>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76C9E"/>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3F76A6"/>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76C9E"/>
                    </a:solidFill>
                  </a:tcPr>
                </a:tc>
              </a:tr>
              <a:tr h="447675">
                <a:tc>
                  <a:txBody>
                    <a:bodyPr/>
                    <a:lstStyle/>
                    <a:p>
                      <a:pPr algn="ctr"/>
                      <a:r>
                        <a:rPr sz="1275">
                          <a:solidFill>
                            <a:srgbClr val="222222"/>
                          </a:solidFill>
                          <a:latin typeface="Helvetica Neue"/>
                          <a:ea typeface="Helvetica Neue"/>
                          <a:cs typeface="Helvetica Neue"/>
                        </a:rPr>
                        <a:t>C1.2</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0.75</a:t>
                      </a:r>
                    </a:p>
                  </a:txBody>
                  <a:tcPr marL="0" marR="0" marT="0" marB="0" anchor="ctr">
                    <a:solidFill>
                      <a:srgbClr val="396FA0"/>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B71A2"/>
                    </a:solidFill>
                  </a:tcPr>
                </a:tc>
                <a:tc>
                  <a:txBody>
                    <a:bodyPr/>
                    <a:lstStyle/>
                    <a:p>
                      <a:pPr algn="ctr"/>
                      <a:r>
                        <a:rPr sz="1125">
                          <a:solidFill>
                            <a:srgbClr val="FFFFFF"/>
                          </a:solidFill>
                          <a:latin typeface="Helvetica Neue"/>
                          <a:ea typeface="Helvetica Neue"/>
                          <a:cs typeface="Helvetica Neue"/>
                        </a:rPr>
                        <a:t>0.69</a:t>
                      </a:r>
                    </a:p>
                  </a:txBody>
                  <a:tcPr marL="0" marR="0" marT="0" marB="0" anchor="ctr">
                    <a:solidFill>
                      <a:srgbClr val="457DAD"/>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C72A3"/>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C72A3"/>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C72A3"/>
                    </a:solidFill>
                  </a:tcPr>
                </a:tc>
                <a:tc>
                  <a:txBody>
                    <a:bodyPr/>
                    <a:lstStyle/>
                    <a:p>
                      <a:pPr algn="ctr"/>
                      <a:r>
                        <a:rPr sz="1125">
                          <a:solidFill>
                            <a:srgbClr val="FFFFFF"/>
                          </a:solidFill>
                          <a:latin typeface="Helvetica Neue"/>
                          <a:ea typeface="Helvetica Neue"/>
                          <a:cs typeface="Helvetica Neue"/>
                        </a:rPr>
                        <a:t>0.73</a:t>
                      </a:r>
                    </a:p>
                  </a:txBody>
                  <a:tcPr marL="0" marR="0" marT="0" marB="0" anchor="ctr">
                    <a:solidFill>
                      <a:srgbClr val="3D73A4"/>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179A9"/>
                    </a:solidFill>
                  </a:tcPr>
                </a:tc>
              </a:tr>
              <a:tr h="447675">
                <a:tc>
                  <a:txBody>
                    <a:bodyPr/>
                    <a:lstStyle/>
                    <a:p>
                      <a:pPr algn="ctr"/>
                      <a:r>
                        <a:rPr sz="1275">
                          <a:solidFill>
                            <a:srgbClr val="222222"/>
                          </a:solidFill>
                          <a:latin typeface="Helvetica Neue"/>
                          <a:ea typeface="Helvetica Neue"/>
                          <a:cs typeface="Helvetica Neue"/>
                        </a:rPr>
                        <a:t>C1.3</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B72A3"/>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B71A2"/>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B71A2"/>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76C9E"/>
                    </a:solidFill>
                  </a:tcPr>
                </a:tc>
                <a:tc>
                  <a:txBody>
                    <a:bodyPr/>
                    <a:lstStyle/>
                    <a:p>
                      <a:pPr algn="ctr"/>
                      <a:r>
                        <a:rPr sz="1125">
                          <a:solidFill>
                            <a:srgbClr val="FFFFFF"/>
                          </a:solidFill>
                          <a:latin typeface="Helvetica Neue"/>
                          <a:ea typeface="Helvetica Neue"/>
                          <a:cs typeface="Helvetica Neue"/>
                        </a:rPr>
                        <a:t>0.91</a:t>
                      </a:r>
                    </a:p>
                  </a:txBody>
                  <a:tcPr marL="0" marR="0" marT="0" marB="0" anchor="ctr">
                    <a:solidFill>
                      <a:srgbClr val="1A477E"/>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4077A7"/>
                    </a:solidFill>
                  </a:tcPr>
                </a:tc>
                <a:tc>
                  <a:txBody>
                    <a:bodyPr/>
                    <a:lstStyle/>
                    <a:p>
                      <a:pPr algn="ctr"/>
                      <a:r>
                        <a:rPr sz="1125">
                          <a:solidFill>
                            <a:srgbClr val="FFFFFF"/>
                          </a:solidFill>
                          <a:latin typeface="Helvetica Neue"/>
                          <a:ea typeface="Helvetica Neue"/>
                          <a:cs typeface="Helvetica Neue"/>
                        </a:rPr>
                        <a:t>0.81</a:t>
                      </a:r>
                    </a:p>
                  </a:txBody>
                  <a:tcPr marL="0" marR="0" marT="0" marB="0" anchor="ctr">
                    <a:solidFill>
                      <a:srgbClr val="2E6094"/>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179A9"/>
                    </a:solidFill>
                  </a:tcPr>
                </a:tc>
              </a:tr>
              <a:tr h="447675">
                <a:tc>
                  <a:txBody>
                    <a:bodyPr/>
                    <a:lstStyle/>
                    <a:p>
                      <a:pPr algn="ctr"/>
                      <a:r>
                        <a:rPr sz="1275">
                          <a:solidFill>
                            <a:srgbClr val="222222"/>
                          </a:solidFill>
                          <a:latin typeface="Helvetica Neue"/>
                          <a:ea typeface="Helvetica Neue"/>
                          <a:cs typeface="Helvetica Neue"/>
                        </a:rPr>
                        <a:t>C1.4</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86D9E"/>
                    </a:solidFill>
                  </a:tcPr>
                </a:tc>
                <a:tc>
                  <a:txBody>
                    <a:bodyPr/>
                    <a:lstStyle/>
                    <a:p>
                      <a:pPr algn="ctr"/>
                      <a:r>
                        <a:rPr sz="1125">
                          <a:solidFill>
                            <a:srgbClr val="FFFFFF"/>
                          </a:solidFill>
                          <a:latin typeface="Helvetica Neue"/>
                          <a:ea typeface="Helvetica Neue"/>
                          <a:cs typeface="Helvetica Neue"/>
                        </a:rPr>
                        <a:t>0.69</a:t>
                      </a:r>
                    </a:p>
                  </a:txBody>
                  <a:tcPr marL="0" marR="0" marT="0" marB="0" anchor="ctr">
                    <a:solidFill>
                      <a:srgbClr val="457DAD"/>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B71A2"/>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0.78</a:t>
                      </a:r>
                    </a:p>
                  </a:txBody>
                  <a:tcPr marL="0" marR="0" marT="0" marB="0" anchor="ctr">
                    <a:solidFill>
                      <a:srgbClr val="33679A"/>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76C9E"/>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4077A7"/>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3F76A7"/>
                    </a:solidFill>
                  </a:tcPr>
                </a:tc>
                <a:tc>
                  <a:txBody>
                    <a:bodyPr/>
                    <a:lstStyle/>
                    <a:p>
                      <a:pPr algn="ctr"/>
                      <a:r>
                        <a:rPr sz="1125">
                          <a:solidFill>
                            <a:srgbClr val="FFFFFF"/>
                          </a:solidFill>
                          <a:latin typeface="Helvetica Neue"/>
                          <a:ea typeface="Helvetica Neue"/>
                          <a:cs typeface="Helvetica Neue"/>
                        </a:rPr>
                        <a:t>0.75</a:t>
                      </a:r>
                    </a:p>
                  </a:txBody>
                  <a:tcPr marL="0" marR="0" marT="0" marB="0" anchor="ctr">
                    <a:solidFill>
                      <a:srgbClr val="3A70A1"/>
                    </a:solidFill>
                  </a:tcPr>
                </a:tc>
              </a:tr>
              <a:tr h="447675">
                <a:tc>
                  <a:txBody>
                    <a:bodyPr/>
                    <a:lstStyle/>
                    <a:p>
                      <a:pPr algn="ctr"/>
                      <a:r>
                        <a:rPr sz="1275">
                          <a:solidFill>
                            <a:srgbClr val="222222"/>
                          </a:solidFill>
                          <a:latin typeface="Helvetica Neue"/>
                          <a:ea typeface="Helvetica Neue"/>
                          <a:cs typeface="Helvetica Neue"/>
                        </a:rPr>
                        <a:t>C1.5</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76C9E"/>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C72A3"/>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76C9E"/>
                    </a:solidFill>
                  </a:tcPr>
                </a:tc>
                <a:tc>
                  <a:txBody>
                    <a:bodyPr/>
                    <a:lstStyle/>
                    <a:p>
                      <a:pPr algn="ctr"/>
                      <a:r>
                        <a:rPr sz="1125">
                          <a:solidFill>
                            <a:srgbClr val="FFFFFF"/>
                          </a:solidFill>
                          <a:latin typeface="Helvetica Neue"/>
                          <a:ea typeface="Helvetica Neue"/>
                          <a:cs typeface="Helvetica Neue"/>
                        </a:rPr>
                        <a:t>0.78</a:t>
                      </a:r>
                    </a:p>
                  </a:txBody>
                  <a:tcPr marL="0" marR="0" marT="0" marB="0" anchor="ctr">
                    <a:solidFill>
                      <a:srgbClr val="33679A"/>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0.79</a:t>
                      </a:r>
                    </a:p>
                  </a:txBody>
                  <a:tcPr marL="0" marR="0" marT="0" marB="0" anchor="ctr">
                    <a:solidFill>
                      <a:srgbClr val="326699"/>
                    </a:solidFill>
                  </a:tcPr>
                </a:tc>
                <a:tc>
                  <a:txBody>
                    <a:bodyPr/>
                    <a:lstStyle/>
                    <a:p>
                      <a:pPr algn="ctr"/>
                      <a:r>
                        <a:rPr sz="1125">
                          <a:solidFill>
                            <a:srgbClr val="FFFFFF"/>
                          </a:solidFill>
                          <a:latin typeface="Helvetica Neue"/>
                          <a:ea typeface="Helvetica Neue"/>
                          <a:cs typeface="Helvetica Neue"/>
                        </a:rPr>
                        <a:t>0.80</a:t>
                      </a:r>
                    </a:p>
                  </a:txBody>
                  <a:tcPr marL="0" marR="0" marT="0" marB="0" anchor="ctr">
                    <a:solidFill>
                      <a:srgbClr val="2F6195"/>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4078A8"/>
                    </a:solidFill>
                  </a:tcPr>
                </a:tc>
                <a:tc>
                  <a:txBody>
                    <a:bodyPr/>
                    <a:lstStyle/>
                    <a:p>
                      <a:pPr algn="ctr"/>
                      <a:r>
                        <a:rPr sz="1125">
                          <a:solidFill>
                            <a:srgbClr val="FFFFFF"/>
                          </a:solidFill>
                          <a:latin typeface="Helvetica Neue"/>
                          <a:ea typeface="Helvetica Neue"/>
                          <a:cs typeface="Helvetica Neue"/>
                        </a:rPr>
                        <a:t>0.79</a:t>
                      </a:r>
                    </a:p>
                  </a:txBody>
                  <a:tcPr marL="0" marR="0" marT="0" marB="0" anchor="ctr">
                    <a:solidFill>
                      <a:srgbClr val="326598"/>
                    </a:solidFill>
                  </a:tcPr>
                </a:tc>
              </a:tr>
              <a:tr h="447675">
                <a:tc>
                  <a:txBody>
                    <a:bodyPr/>
                    <a:lstStyle/>
                    <a:p>
                      <a:pPr algn="ctr"/>
                      <a:r>
                        <a:rPr sz="1275">
                          <a:solidFill>
                            <a:srgbClr val="222222"/>
                          </a:solidFill>
                          <a:latin typeface="Helvetica Neue"/>
                          <a:ea typeface="Helvetica Neue"/>
                          <a:cs typeface="Helvetica Neue"/>
                        </a:rPr>
                        <a:t>C1.6</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0.77</a:t>
                      </a:r>
                    </a:p>
                  </a:txBody>
                  <a:tcPr marL="0" marR="0" marT="0" marB="0" anchor="ctr">
                    <a:solidFill>
                      <a:srgbClr val="366B9D"/>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C72A3"/>
                    </a:solidFill>
                  </a:tcPr>
                </a:tc>
                <a:tc>
                  <a:txBody>
                    <a:bodyPr/>
                    <a:lstStyle/>
                    <a:p>
                      <a:pPr algn="ctr"/>
                      <a:r>
                        <a:rPr sz="1125">
                          <a:solidFill>
                            <a:srgbClr val="FFFFFF"/>
                          </a:solidFill>
                          <a:latin typeface="Helvetica Neue"/>
                          <a:ea typeface="Helvetica Neue"/>
                          <a:cs typeface="Helvetica Neue"/>
                        </a:rPr>
                        <a:t>0.91</a:t>
                      </a:r>
                    </a:p>
                  </a:txBody>
                  <a:tcPr marL="0" marR="0" marT="0" marB="0" anchor="ctr">
                    <a:solidFill>
                      <a:srgbClr val="1A477E"/>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76C9E"/>
                    </a:solidFill>
                  </a:tcPr>
                </a:tc>
                <a:tc>
                  <a:txBody>
                    <a:bodyPr/>
                    <a:lstStyle/>
                    <a:p>
                      <a:pPr algn="ctr"/>
                      <a:r>
                        <a:rPr sz="1125">
                          <a:solidFill>
                            <a:srgbClr val="FFFFFF"/>
                          </a:solidFill>
                          <a:latin typeface="Helvetica Neue"/>
                          <a:ea typeface="Helvetica Neue"/>
                          <a:cs typeface="Helvetica Neue"/>
                        </a:rPr>
                        <a:t>0.79</a:t>
                      </a:r>
                    </a:p>
                  </a:txBody>
                  <a:tcPr marL="0" marR="0" marT="0" marB="0" anchor="ctr">
                    <a:solidFill>
                      <a:srgbClr val="326699"/>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0.73</a:t>
                      </a:r>
                    </a:p>
                  </a:txBody>
                  <a:tcPr marL="0" marR="0" marT="0" marB="0" anchor="ctr">
                    <a:solidFill>
                      <a:srgbClr val="3D74A5"/>
                    </a:solidFill>
                  </a:tcPr>
                </a:tc>
                <a:tc>
                  <a:txBody>
                    <a:bodyPr/>
                    <a:lstStyle/>
                    <a:p>
                      <a:pPr algn="ctr"/>
                      <a:r>
                        <a:rPr sz="1125">
                          <a:solidFill>
                            <a:srgbClr val="FFFFFF"/>
                          </a:solidFill>
                          <a:latin typeface="Helvetica Neue"/>
                          <a:ea typeface="Helvetica Neue"/>
                          <a:cs typeface="Helvetica Neue"/>
                        </a:rPr>
                        <a:t>0.78</a:t>
                      </a:r>
                    </a:p>
                  </a:txBody>
                  <a:tcPr marL="0" marR="0" marT="0" marB="0" anchor="ctr">
                    <a:solidFill>
                      <a:srgbClr val="33679A"/>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3F76A7"/>
                    </a:solidFill>
                  </a:tcPr>
                </a:tc>
              </a:tr>
              <a:tr h="447675">
                <a:tc>
                  <a:txBody>
                    <a:bodyPr/>
                    <a:lstStyle/>
                    <a:p>
                      <a:pPr algn="ctr"/>
                      <a:r>
                        <a:rPr sz="1275">
                          <a:solidFill>
                            <a:srgbClr val="222222"/>
                          </a:solidFill>
                          <a:latin typeface="Helvetica Neue"/>
                          <a:ea typeface="Helvetica Neue"/>
                          <a:cs typeface="Helvetica Neue"/>
                        </a:rPr>
                        <a:t>C1.7</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76C9E"/>
                    </a:solidFill>
                  </a:tcPr>
                </a:tc>
                <a:tc>
                  <a:txBody>
                    <a:bodyPr/>
                    <a:lstStyle/>
                    <a:p>
                      <a:pPr algn="ctr"/>
                      <a:r>
                        <a:rPr sz="1125">
                          <a:solidFill>
                            <a:srgbClr val="FFFFFF"/>
                          </a:solidFill>
                          <a:latin typeface="Helvetica Neue"/>
                          <a:ea typeface="Helvetica Neue"/>
                          <a:cs typeface="Helvetica Neue"/>
                        </a:rPr>
                        <a:t>0.74</a:t>
                      </a:r>
                    </a:p>
                  </a:txBody>
                  <a:tcPr marL="0" marR="0" marT="0" marB="0" anchor="ctr">
                    <a:solidFill>
                      <a:srgbClr val="3C72A3"/>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4077A7"/>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4077A7"/>
                    </a:solidFill>
                  </a:tcPr>
                </a:tc>
                <a:tc>
                  <a:txBody>
                    <a:bodyPr/>
                    <a:lstStyle/>
                    <a:p>
                      <a:pPr algn="ctr"/>
                      <a:r>
                        <a:rPr sz="1125">
                          <a:solidFill>
                            <a:srgbClr val="FFFFFF"/>
                          </a:solidFill>
                          <a:latin typeface="Helvetica Neue"/>
                          <a:ea typeface="Helvetica Neue"/>
                          <a:cs typeface="Helvetica Neue"/>
                        </a:rPr>
                        <a:t>0.80</a:t>
                      </a:r>
                    </a:p>
                  </a:txBody>
                  <a:tcPr marL="0" marR="0" marT="0" marB="0" anchor="ctr">
                    <a:solidFill>
                      <a:srgbClr val="2F6195"/>
                    </a:solidFill>
                  </a:tcPr>
                </a:tc>
                <a:tc>
                  <a:txBody>
                    <a:bodyPr/>
                    <a:lstStyle/>
                    <a:p>
                      <a:pPr algn="ctr"/>
                      <a:r>
                        <a:rPr sz="1125">
                          <a:solidFill>
                            <a:srgbClr val="FFFFFF"/>
                          </a:solidFill>
                          <a:latin typeface="Helvetica Neue"/>
                          <a:ea typeface="Helvetica Neue"/>
                          <a:cs typeface="Helvetica Neue"/>
                        </a:rPr>
                        <a:t>0.73</a:t>
                      </a:r>
                    </a:p>
                  </a:txBody>
                  <a:tcPr marL="0" marR="0" marT="0" marB="0" anchor="ctr">
                    <a:solidFill>
                      <a:srgbClr val="3D74A5"/>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4077A7"/>
                    </a:solidFill>
                  </a:tcPr>
                </a:tc>
                <a:tc>
                  <a:txBody>
                    <a:bodyPr/>
                    <a:lstStyle/>
                    <a:p>
                      <a:pPr algn="ctr"/>
                      <a:r>
                        <a:rPr sz="1125">
                          <a:solidFill>
                            <a:srgbClr val="FFFFFF"/>
                          </a:solidFill>
                          <a:latin typeface="Helvetica Neue"/>
                          <a:ea typeface="Helvetica Neue"/>
                          <a:cs typeface="Helvetica Neue"/>
                        </a:rPr>
                        <a:t>0.75</a:t>
                      </a:r>
                    </a:p>
                  </a:txBody>
                  <a:tcPr marL="0" marR="0" marT="0" marB="0" anchor="ctr">
                    <a:solidFill>
                      <a:srgbClr val="396EA0"/>
                    </a:solidFill>
                  </a:tcPr>
                </a:tc>
              </a:tr>
              <a:tr h="447675">
                <a:tc>
                  <a:txBody>
                    <a:bodyPr/>
                    <a:lstStyle/>
                    <a:p>
                      <a:pPr algn="ctr"/>
                      <a:r>
                        <a:rPr sz="1275">
                          <a:solidFill>
                            <a:srgbClr val="222222"/>
                          </a:solidFill>
                          <a:latin typeface="Helvetica Neue"/>
                          <a:ea typeface="Helvetica Neue"/>
                          <a:cs typeface="Helvetica Neue"/>
                        </a:rPr>
                        <a:t>C1.8</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3F76A6"/>
                    </a:solidFill>
                  </a:tcPr>
                </a:tc>
                <a:tc>
                  <a:txBody>
                    <a:bodyPr/>
                    <a:lstStyle/>
                    <a:p>
                      <a:pPr algn="ctr"/>
                      <a:r>
                        <a:rPr sz="1125">
                          <a:solidFill>
                            <a:srgbClr val="FFFFFF"/>
                          </a:solidFill>
                          <a:latin typeface="Helvetica Neue"/>
                          <a:ea typeface="Helvetica Neue"/>
                          <a:cs typeface="Helvetica Neue"/>
                        </a:rPr>
                        <a:t>0.73</a:t>
                      </a:r>
                    </a:p>
                  </a:txBody>
                  <a:tcPr marL="0" marR="0" marT="0" marB="0" anchor="ctr">
                    <a:solidFill>
                      <a:srgbClr val="3D73A4"/>
                    </a:solidFill>
                  </a:tcPr>
                </a:tc>
                <a:tc>
                  <a:txBody>
                    <a:bodyPr/>
                    <a:lstStyle/>
                    <a:p>
                      <a:pPr algn="ctr"/>
                      <a:r>
                        <a:rPr sz="1125">
                          <a:solidFill>
                            <a:srgbClr val="FFFFFF"/>
                          </a:solidFill>
                          <a:latin typeface="Helvetica Neue"/>
                          <a:ea typeface="Helvetica Neue"/>
                          <a:cs typeface="Helvetica Neue"/>
                        </a:rPr>
                        <a:t>0.81</a:t>
                      </a:r>
                    </a:p>
                  </a:txBody>
                  <a:tcPr marL="0" marR="0" marT="0" marB="0" anchor="ctr">
                    <a:solidFill>
                      <a:srgbClr val="2E6094"/>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3F76A7"/>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4078A8"/>
                    </a:solidFill>
                  </a:tcPr>
                </a:tc>
                <a:tc>
                  <a:txBody>
                    <a:bodyPr/>
                    <a:lstStyle/>
                    <a:p>
                      <a:pPr algn="ctr"/>
                      <a:r>
                        <a:rPr sz="1125">
                          <a:solidFill>
                            <a:srgbClr val="FFFFFF"/>
                          </a:solidFill>
                          <a:latin typeface="Helvetica Neue"/>
                          <a:ea typeface="Helvetica Neue"/>
                          <a:cs typeface="Helvetica Neue"/>
                        </a:rPr>
                        <a:t>0.78</a:t>
                      </a:r>
                    </a:p>
                  </a:txBody>
                  <a:tcPr marL="0" marR="0" marT="0" marB="0" anchor="ctr">
                    <a:solidFill>
                      <a:srgbClr val="33679A"/>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4077A7"/>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0.70</a:t>
                      </a:r>
                    </a:p>
                  </a:txBody>
                  <a:tcPr marL="0" marR="0" marT="0" marB="0" anchor="ctr">
                    <a:solidFill>
                      <a:srgbClr val="447CAC"/>
                    </a:solidFill>
                  </a:tcPr>
                </a:tc>
              </a:tr>
              <a:tr h="447675">
                <a:tc>
                  <a:txBody>
                    <a:bodyPr/>
                    <a:lstStyle/>
                    <a:p>
                      <a:pPr algn="ctr"/>
                      <a:r>
                        <a:rPr sz="1275">
                          <a:solidFill>
                            <a:srgbClr val="222222"/>
                          </a:solidFill>
                          <a:latin typeface="Helvetica Neue"/>
                          <a:ea typeface="Helvetica Neue"/>
                          <a:cs typeface="Helvetica Neue"/>
                        </a:rPr>
                        <a:t>C1.9</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0.76</a:t>
                      </a:r>
                    </a:p>
                  </a:txBody>
                  <a:tcPr marL="0" marR="0" marT="0" marB="0" anchor="ctr">
                    <a:solidFill>
                      <a:srgbClr val="376C9E"/>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179A9"/>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179A9"/>
                    </a:solidFill>
                  </a:tcPr>
                </a:tc>
                <a:tc>
                  <a:txBody>
                    <a:bodyPr/>
                    <a:lstStyle/>
                    <a:p>
                      <a:pPr algn="ctr"/>
                      <a:r>
                        <a:rPr sz="1125">
                          <a:solidFill>
                            <a:srgbClr val="FFFFFF"/>
                          </a:solidFill>
                          <a:latin typeface="Helvetica Neue"/>
                          <a:ea typeface="Helvetica Neue"/>
                          <a:cs typeface="Helvetica Neue"/>
                        </a:rPr>
                        <a:t>0.75</a:t>
                      </a:r>
                    </a:p>
                  </a:txBody>
                  <a:tcPr marL="0" marR="0" marT="0" marB="0" anchor="ctr">
                    <a:solidFill>
                      <a:srgbClr val="3A70A1"/>
                    </a:solidFill>
                  </a:tcPr>
                </a:tc>
                <a:tc>
                  <a:txBody>
                    <a:bodyPr/>
                    <a:lstStyle/>
                    <a:p>
                      <a:pPr algn="ctr"/>
                      <a:r>
                        <a:rPr sz="1125">
                          <a:solidFill>
                            <a:srgbClr val="FFFFFF"/>
                          </a:solidFill>
                          <a:latin typeface="Helvetica Neue"/>
                          <a:ea typeface="Helvetica Neue"/>
                          <a:cs typeface="Helvetica Neue"/>
                        </a:rPr>
                        <a:t>0.79</a:t>
                      </a:r>
                    </a:p>
                  </a:txBody>
                  <a:tcPr marL="0" marR="0" marT="0" marB="0" anchor="ctr">
                    <a:solidFill>
                      <a:srgbClr val="326598"/>
                    </a:solidFill>
                  </a:tcPr>
                </a:tc>
                <a:tc>
                  <a:txBody>
                    <a:bodyPr/>
                    <a:lstStyle/>
                    <a:p>
                      <a:pPr algn="ctr"/>
                      <a:r>
                        <a:rPr sz="1125">
                          <a:solidFill>
                            <a:srgbClr val="FFFFFF"/>
                          </a:solidFill>
                          <a:latin typeface="Helvetica Neue"/>
                          <a:ea typeface="Helvetica Neue"/>
                          <a:cs typeface="Helvetica Neue"/>
                        </a:rPr>
                        <a:t>0.72</a:t>
                      </a:r>
                    </a:p>
                  </a:txBody>
                  <a:tcPr marL="0" marR="0" marT="0" marB="0" anchor="ctr">
                    <a:solidFill>
                      <a:srgbClr val="3F76A7"/>
                    </a:solidFill>
                  </a:tcPr>
                </a:tc>
                <a:tc>
                  <a:txBody>
                    <a:bodyPr/>
                    <a:lstStyle/>
                    <a:p>
                      <a:pPr algn="ctr"/>
                      <a:r>
                        <a:rPr sz="1125">
                          <a:solidFill>
                            <a:srgbClr val="FFFFFF"/>
                          </a:solidFill>
                          <a:latin typeface="Helvetica Neue"/>
                          <a:ea typeface="Helvetica Neue"/>
                          <a:cs typeface="Helvetica Neue"/>
                        </a:rPr>
                        <a:t>0.75</a:t>
                      </a:r>
                    </a:p>
                  </a:txBody>
                  <a:tcPr marL="0" marR="0" marT="0" marB="0" anchor="ctr">
                    <a:solidFill>
                      <a:srgbClr val="396EA0"/>
                    </a:solidFill>
                  </a:tcPr>
                </a:tc>
                <a:tc>
                  <a:txBody>
                    <a:bodyPr/>
                    <a:lstStyle/>
                    <a:p>
                      <a:pPr algn="ctr"/>
                      <a:r>
                        <a:rPr sz="1125">
                          <a:solidFill>
                            <a:srgbClr val="FFFFFF"/>
                          </a:solidFill>
                          <a:latin typeface="Helvetica Neue"/>
                          <a:ea typeface="Helvetica Neue"/>
                          <a:cs typeface="Helvetica Neue"/>
                        </a:rPr>
                        <a:t>0.70</a:t>
                      </a:r>
                    </a:p>
                  </a:txBody>
                  <a:tcPr marL="0" marR="0" marT="0" marB="0" anchor="ctr">
                    <a:solidFill>
                      <a:srgbClr val="447CAC"/>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r>
            </a:tbl>
          </a:graphicData>
        </a:graphic>
      </p:graphicFrame>
      <p:sp>
        <p:nvSpPr>
          <p:cNvPr id="4" name="">
            <a:extLst xmlns:a="http://schemas.openxmlformats.org/drawingml/2006/main">
              <a:ext uri="{FF2B5EF4-FFF2-40B4-BE49-F238E27FC236}">
                <a16:creationId xmlns:a16="http://schemas.microsoft.com/office/drawing/2014/main" id="{34556821-2265-48D4-9BD6-A7E4D38F2AEA}"/>
              </a:ext>
            </a:extLst>
          </p:cNvPr>
          <p:cNvSpPr>
            <a:spLocks xmlns:a="http://schemas.openxmlformats.org/drawingml/2006/main" noGrp="1"/>
          </p:cNvSpPr>
          <p:nvPr/>
        </p:nvSpPr>
        <p:spPr>
          <a:xfrm xmlns:a="http://schemas.openxmlformats.org/drawingml/2006/main">
            <a:off x="8429625" y="7239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TM-score</a:t>
            </a:r>
          </a:p>
        </p:txBody>
      </p:sp>
      <p:graphicFrame>
        <p:nvGraphicFramePr>
          <p:cNvPr id="5" name="">
            <a:extLst xmlns:a="http://schemas.openxmlformats.org/drawingml/2006/main">
              <a:ext uri="{FF2B5EF4-FFF2-40B4-BE49-F238E27FC236}">
                <a16:creationId xmlns:a16="http://schemas.microsoft.com/office/drawing/2014/main" id="{BA009F7F-5795-4964-9AC3-226903A6BC69}"/>
              </a:ext>
            </a:extLst>
          </p:cNvPr>
          <p:cNvGraphicFramePr/>
          <p:nvPr/>
        </p:nvGraphicFramePr>
        <p:xfrm>
          <a:off xmlns:a="http://schemas.openxmlformats.org/drawingml/2006/main" x="8429625" y="1066800"/>
          <a:ext xmlns:a="http://schemas.openxmlformats.org/drawingml/2006/main" cx="714375" cy="4476750"/>
        </p:xfrm>
        <a:graphic xmlns:a="http://schemas.openxmlformats.org/drawingml/2006/main">
          <a:graphicData uri="http://schemas.openxmlformats.org/drawingml/2006/table">
            <a:tbl>
              <a:tblPr firstRow="0" bandRow="0"/>
              <a:tblGrid>
                <a:gridCol w="714375"/>
              </a:tblGrid>
              <a:tr h="406977">
                <a:tc>
                  <a:txBody>
                    <a:bodyPr/>
                    <a:lstStyle/>
                    <a:p>
                      <a:pPr algn="ctr"/>
                      <a:r>
                        <a:rPr sz="1350">
                          <a:solidFill>
                            <a:srgbClr val="FFFFFF"/>
                          </a:solidFill>
                          <a:latin typeface="Helvetica Neue"/>
                          <a:ea typeface="Helvetica Neue"/>
                          <a:cs typeface="Helvetica Neue"/>
                        </a:rPr>
                        <a:t>1.0</a:t>
                      </a:r>
                    </a:p>
                  </a:txBody>
                  <a:tcPr marL="0" marR="0" marT="0" marB="0" anchor="ctr">
                    <a:solidFill>
                      <a:srgbClr val="08306B"/>
                    </a:solidFill>
                  </a:tcPr>
                </a:tc>
              </a:tr>
              <a:tr h="406977">
                <a:tc>
                  <a:txBody>
                    <a:bodyPr/>
                    <a:lstStyle/>
                    <a:p>
                      <a:pPr algn="ctr"/>
                      <a:r>
                        <a:rPr sz="1350">
                          <a:solidFill>
                            <a:srgbClr val="FFFFFF"/>
                          </a:solidFill>
                          <a:latin typeface="Helvetica Neue"/>
                          <a:ea typeface="Helvetica Neue"/>
                          <a:cs typeface="Helvetica Neue"/>
                        </a:rPr>
                        <a:t>0.9</a:t>
                      </a:r>
                    </a:p>
                  </a:txBody>
                  <a:tcPr marL="0" marR="0" marT="0" marB="0" anchor="ctr">
                    <a:solidFill>
                      <a:srgbClr val="1C4980"/>
                    </a:solidFill>
                  </a:tcPr>
                </a:tc>
              </a:tr>
              <a:tr h="406977">
                <a:tc>
                  <a:txBody>
                    <a:bodyPr/>
                    <a:lstStyle/>
                    <a:p>
                      <a:pPr algn="ctr"/>
                      <a:r>
                        <a:rPr sz="1350">
                          <a:solidFill>
                            <a:srgbClr val="FFFFFF"/>
                          </a:solidFill>
                          <a:latin typeface="Helvetica Neue"/>
                          <a:ea typeface="Helvetica Neue"/>
                          <a:cs typeface="Helvetica Neue"/>
                        </a:rPr>
                        <a:t>0.8</a:t>
                      </a:r>
                    </a:p>
                  </a:txBody>
                  <a:tcPr marL="0" marR="0" marT="0" marB="0" anchor="ctr">
                    <a:solidFill>
                      <a:srgbClr val="306296"/>
                    </a:solidFill>
                  </a:tcPr>
                </a:tc>
              </a:tr>
              <a:tr h="406977">
                <a:tc>
                  <a:txBody>
                    <a:bodyPr/>
                    <a:lstStyle/>
                    <a:p>
                      <a:pPr algn="ctr"/>
                      <a:r>
                        <a:rPr sz="1350">
                          <a:solidFill>
                            <a:srgbClr val="FFFFFF"/>
                          </a:solidFill>
                          <a:latin typeface="Helvetica Neue"/>
                          <a:ea typeface="Helvetica Neue"/>
                          <a:cs typeface="Helvetica Neue"/>
                        </a:rPr>
                        <a:t>0.7</a:t>
                      </a:r>
                    </a:p>
                  </a:txBody>
                  <a:tcPr marL="0" marR="0" marT="0" marB="0" anchor="ctr">
                    <a:solidFill>
                      <a:srgbClr val="437CAB"/>
                    </a:solidFill>
                  </a:tcPr>
                </a:tc>
              </a:tr>
              <a:tr h="406977">
                <a:tc>
                  <a:txBody>
                    <a:bodyPr/>
                    <a:lstStyle/>
                    <a:p>
                      <a:pPr algn="ctr"/>
                      <a:r>
                        <a:rPr sz="1350">
                          <a:solidFill>
                            <a:srgbClr val="172435"/>
                          </a:solidFill>
                          <a:latin typeface="Helvetica Neue"/>
                          <a:ea typeface="Helvetica Neue"/>
                          <a:cs typeface="Helvetica Neue"/>
                        </a:rPr>
                        <a:t>0.6</a:t>
                      </a:r>
                    </a:p>
                  </a:txBody>
                  <a:tcPr marL="0" marR="0" marT="0" marB="0" anchor="ctr">
                    <a:solidFill>
                      <a:srgbClr val="5795C1"/>
                    </a:solidFill>
                  </a:tcPr>
                </a:tc>
              </a:tr>
              <a:tr h="406977">
                <a:tc>
                  <a:txBody>
                    <a:bodyPr/>
                    <a:lstStyle/>
                    <a:p>
                      <a:pPr algn="ctr"/>
                      <a:r>
                        <a:rPr sz="1350">
                          <a:solidFill>
                            <a:srgbClr val="172435"/>
                          </a:solidFill>
                          <a:latin typeface="Helvetica Neue"/>
                          <a:ea typeface="Helvetica Neue"/>
                          <a:cs typeface="Helvetica Neue"/>
                        </a:rPr>
                        <a:t>0.5</a:t>
                      </a:r>
                    </a:p>
                  </a:txBody>
                  <a:tcPr marL="0" marR="0" marT="0" marB="0" anchor="ctr">
                    <a:solidFill>
                      <a:srgbClr val="6BAED6"/>
                    </a:solidFill>
                  </a:tcPr>
                </a:tc>
              </a:tr>
              <a:tr h="406977">
                <a:tc>
                  <a:txBody>
                    <a:bodyPr/>
                    <a:lstStyle/>
                    <a:p>
                      <a:pPr algn="ctr"/>
                      <a:r>
                        <a:rPr sz="1350">
                          <a:solidFill>
                            <a:srgbClr val="172435"/>
                          </a:solidFill>
                          <a:latin typeface="Helvetica Neue"/>
                          <a:ea typeface="Helvetica Neue"/>
                          <a:cs typeface="Helvetica Neue"/>
                        </a:rPr>
                        <a:t>0.4</a:t>
                      </a:r>
                    </a:p>
                  </a:txBody>
                  <a:tcPr marL="0" marR="0" marT="0" marB="0" anchor="ctr">
                    <a:solidFill>
                      <a:srgbClr val="87BDDE"/>
                    </a:solidFill>
                  </a:tcPr>
                </a:tc>
              </a:tr>
              <a:tr h="406977">
                <a:tc>
                  <a:txBody>
                    <a:bodyPr/>
                    <a:lstStyle/>
                    <a:p>
                      <a:pPr algn="ctr"/>
                      <a:r>
                        <a:rPr sz="1350">
                          <a:solidFill>
                            <a:srgbClr val="172435"/>
                          </a:solidFill>
                          <a:latin typeface="Helvetica Neue"/>
                          <a:ea typeface="Helvetica Neue"/>
                          <a:cs typeface="Helvetica Neue"/>
                        </a:rPr>
                        <a:t>0.3</a:t>
                      </a:r>
                    </a:p>
                  </a:txBody>
                  <a:tcPr marL="0" marR="0" marT="0" marB="0" anchor="ctr">
                    <a:solidFill>
                      <a:srgbClr val="A3CDE6"/>
                    </a:solidFill>
                  </a:tcPr>
                </a:tc>
              </a:tr>
              <a:tr h="406977">
                <a:tc>
                  <a:txBody>
                    <a:bodyPr/>
                    <a:lstStyle/>
                    <a:p>
                      <a:pPr algn="ctr"/>
                      <a:r>
                        <a:rPr sz="1350">
                          <a:solidFill>
                            <a:srgbClr val="172435"/>
                          </a:solidFill>
                          <a:latin typeface="Helvetica Neue"/>
                          <a:ea typeface="Helvetica Neue"/>
                          <a:cs typeface="Helvetica Neue"/>
                        </a:rPr>
                        <a:t>0.2</a:t>
                      </a:r>
                    </a:p>
                  </a:txBody>
                  <a:tcPr marL="0" marR="0" marT="0" marB="0" anchor="ctr">
                    <a:solidFill>
                      <a:srgbClr val="BFDCEF"/>
                    </a:solidFill>
                  </a:tcPr>
                </a:tc>
              </a:tr>
              <a:tr h="406977">
                <a:tc>
                  <a:txBody>
                    <a:bodyPr/>
                    <a:lstStyle/>
                    <a:p>
                      <a:pPr algn="ctr"/>
                      <a:r>
                        <a:rPr sz="1350">
                          <a:solidFill>
                            <a:srgbClr val="172435"/>
                          </a:solidFill>
                          <a:latin typeface="Helvetica Neue"/>
                          <a:ea typeface="Helvetica Neue"/>
                          <a:cs typeface="Helvetica Neue"/>
                        </a:rPr>
                        <a:t>0.1</a:t>
                      </a:r>
                    </a:p>
                  </a:txBody>
                  <a:tcPr marL="0" marR="0" marT="0" marB="0" anchor="ctr">
                    <a:solidFill>
                      <a:srgbClr val="DBECF7"/>
                    </a:solidFill>
                  </a:tcPr>
                </a:tc>
              </a:tr>
              <a:tr h="406977">
                <a:tc>
                  <a:txBody>
                    <a:bodyPr/>
                    <a:lstStyle/>
                    <a:p>
                      <a:pPr algn="ctr"/>
                      <a:r>
                        <a:rPr sz="1350">
                          <a:solidFill>
                            <a:srgbClr val="172435"/>
                          </a:solidFill>
                          <a:latin typeface="Helvetica Neue"/>
                          <a:ea typeface="Helvetica Neue"/>
                          <a:cs typeface="Helvetica Neue"/>
                        </a:rPr>
                        <a:t>0.0</a:t>
                      </a:r>
                    </a:p>
                  </a:txBody>
                  <a:tcPr marL="0" marR="0" marT="0" marB="0" anchor="ctr">
                    <a:solidFill>
                      <a:srgbClr val="F7FBFF"/>
                    </a:solidFill>
                  </a:tcPr>
                </a:tc>
              </a:tr>
            </a:tbl>
          </a:graphicData>
        </a:graphic>
      </p:graphicFrame>
      <p:sp>
        <p:nvSpPr>
          <p:cNvPr id="6" name="">
            <a:extLst xmlns:a="http://schemas.openxmlformats.org/drawingml/2006/main">
              <a:ext uri="{FF2B5EF4-FFF2-40B4-BE49-F238E27FC236}">
                <a16:creationId xmlns:a16="http://schemas.microsoft.com/office/drawing/2014/main" id="{A3E73AB9-7638-4A66-9AEE-F617FC8A9179}"/>
              </a:ext>
            </a:extLst>
          </p:cNvPr>
          <p:cNvSpPr>
            <a:spLocks xmlns:a="http://schemas.openxmlformats.org/drawingml/2006/main" noGrp="1"/>
          </p:cNvSpPr>
          <p:nvPr/>
        </p:nvSpPr>
        <p:spPr>
          <a:xfrm xmlns:a="http://schemas.openxmlformats.org/drawingml/2006/main">
            <a:off x="9525000" y="723900"/>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Cluster groups</a:t>
            </a:r>
          </a:p>
        </p:txBody>
      </p:sp>
      <p:sp>
        <p:nvSpPr>
          <p:cNvPr id="7" name="">
            <a:extLst xmlns:a="http://schemas.openxmlformats.org/drawingml/2006/main">
              <a:ext uri="{FF2B5EF4-FFF2-40B4-BE49-F238E27FC236}">
                <a16:creationId xmlns:a16="http://schemas.microsoft.com/office/drawing/2014/main" id="{9433182C-8F65-40E8-8474-C4548507353B}"/>
              </a:ext>
            </a:extLst>
          </p:cNvPr>
          <p:cNvSpPr>
            <a:spLocks xmlns:a="http://schemas.openxmlformats.org/drawingml/2006/main" noGrp="1"/>
          </p:cNvSpPr>
          <p:nvPr/>
        </p:nvSpPr>
        <p:spPr>
          <a:xfrm xmlns:a="http://schemas.openxmlformats.org/drawingml/2006/main">
            <a:off x="9525000" y="1066800"/>
            <a:ext cx="2209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a:solidFill>
                  <a:srgbClr val="222222"/>
                </a:solidFill>
                <a:latin typeface="Helvetica Neue"/>
                <a:ea typeface="Helvetica Neue"/>
                <a:cs typeface="Helvetica Neue"/>
              </a:defRPr>
            </a:defPPr>
            <a:lvl1pPr>
              <a:defRPr sz="1350">
                <a:solidFill>
                  <a:srgbClr val="222222"/>
                </a:solidFill>
                <a:latin typeface="Helvetica Neue"/>
                <a:ea typeface="Helvetica Neue"/>
                <a:cs typeface="Helvetica Neue"/>
              </a:defRPr>
            </a:lvl1pPr>
            <a:lvl2pPr>
              <a:defRPr sz="1350">
                <a:solidFill>
                  <a:srgbClr val="222222"/>
                </a:solidFill>
                <a:latin typeface="Helvetica Neue"/>
                <a:ea typeface="Helvetica Neue"/>
                <a:cs typeface="Helvetica Neue"/>
              </a:defRPr>
            </a:lvl2pPr>
            <a:lvl3pPr>
              <a:defRPr sz="1350">
                <a:solidFill>
                  <a:srgbClr val="222222"/>
                </a:solidFill>
                <a:latin typeface="Helvetica Neue"/>
                <a:ea typeface="Helvetica Neue"/>
                <a:cs typeface="Helvetica Neue"/>
              </a:defRPr>
            </a:lvl3pPr>
            <a:lvl4pPr>
              <a:defRPr sz="1350">
                <a:solidFill>
                  <a:srgbClr val="222222"/>
                </a:solidFill>
                <a:latin typeface="Helvetica Neue"/>
                <a:ea typeface="Helvetica Neue"/>
                <a:cs typeface="Helvetica Neue"/>
              </a:defRPr>
            </a:lvl4pPr>
            <a:lvl5pPr>
              <a:defRPr sz="1350">
                <a:solidFill>
                  <a:srgbClr val="222222"/>
                </a:solidFill>
                <a:latin typeface="Helvetica Neue"/>
                <a:ea typeface="Helvetica Neue"/>
                <a:cs typeface="Helvetica Neue"/>
              </a:defRPr>
            </a:lvl5pPr>
            <a:lvl6pPr>
              <a:defRPr sz="1350">
                <a:solidFill>
                  <a:srgbClr val="222222"/>
                </a:solidFill>
                <a:latin typeface="Helvetica Neue"/>
                <a:ea typeface="Helvetica Neue"/>
                <a:cs typeface="Helvetica Neue"/>
              </a:defRPr>
            </a:lvl6pPr>
            <a:lvl7pPr>
              <a:defRPr sz="1350">
                <a:solidFill>
                  <a:srgbClr val="222222"/>
                </a:solidFill>
                <a:latin typeface="Helvetica Neue"/>
                <a:ea typeface="Helvetica Neue"/>
                <a:cs typeface="Helvetica Neue"/>
              </a:defRPr>
            </a:lvl7pPr>
            <a:lvl8pPr>
              <a:defRPr sz="1350">
                <a:solidFill>
                  <a:srgbClr val="222222"/>
                </a:solidFill>
                <a:latin typeface="Helvetica Neue"/>
                <a:ea typeface="Helvetica Neue"/>
                <a:cs typeface="Helvetica Neue"/>
              </a:defRPr>
            </a:lvl8pPr>
            <a:lvl9pPr>
              <a:defRPr sz="1350">
                <a:solidFill>
                  <a:srgbClr val="222222"/>
                </a:solidFill>
                <a:latin typeface="Helvetica Neue"/>
                <a:ea typeface="Helvetica Neue"/>
                <a:cs typeface="Helvetica Neue"/>
              </a:defRPr>
            </a:lvl9pPr>
          </a:lstStyle>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Group 1: C1.3, C1.6</a:t>
            </a:r>
          </a:p>
          <a:p xmlns:a="http://schemas.openxmlformats.org/drawingml/2006/main">
            <a:r>
              <a:t/>
            </a:r>
          </a:p>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Group 2: C1.3, C1.8</a:t>
            </a:r>
          </a:p>
          <a:p xmlns:a="http://schemas.openxmlformats.org/drawingml/2006/main">
            <a:r>
              <a:t/>
            </a:r>
          </a:p>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Group 3: C1.5, C1.7</a:t>
            </a:r>
          </a:p>
        </p:txBody>
      </p:sp>
      <p:sp>
        <p:nvSpPr>
          <p:cNvPr id="8" name="">
            <a:extLst xmlns:a="http://schemas.openxmlformats.org/drawingml/2006/main">
              <a:ext uri="{FF2B5EF4-FFF2-40B4-BE49-F238E27FC236}">
                <a16:creationId xmlns:a16="http://schemas.microsoft.com/office/drawing/2014/main" id="{0A1F8DD0-B2CB-4B69-9342-56B1504D365A}"/>
              </a:ext>
            </a:extLst>
          </p:cNvPr>
          <p:cNvSpPr>
            <a:spLocks xmlns:a="http://schemas.openxmlformats.org/drawingml/2006/main" noGrp="1"/>
          </p:cNvSpPr>
          <p:nvPr/>
        </p:nvSpPr>
        <p:spPr>
          <a:xfrm xmlns:a="http://schemas.openxmlformats.org/drawingml/2006/main">
            <a:off x="9525000" y="4972050"/>
            <a:ext cx="220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a:solidFill>
                  <a:srgbClr val="222222"/>
                </a:solidFill>
                <a:latin typeface="Helvetica Neue"/>
                <a:ea typeface="Helvetica Neue"/>
                <a:cs typeface="Helvetica Neue"/>
              </a:defRPr>
            </a:defPPr>
            <a:lvl1pPr>
              <a:defRPr sz="1200">
                <a:solidFill>
                  <a:srgbClr val="222222"/>
                </a:solidFill>
                <a:latin typeface="Helvetica Neue"/>
                <a:ea typeface="Helvetica Neue"/>
                <a:cs typeface="Helvetica Neue"/>
              </a:defRPr>
            </a:lvl1pPr>
            <a:lvl2pPr>
              <a:defRPr sz="1200">
                <a:solidFill>
                  <a:srgbClr val="222222"/>
                </a:solidFill>
                <a:latin typeface="Helvetica Neue"/>
                <a:ea typeface="Helvetica Neue"/>
                <a:cs typeface="Helvetica Neue"/>
              </a:defRPr>
            </a:lvl2pPr>
            <a:lvl3pPr>
              <a:defRPr sz="1200">
                <a:solidFill>
                  <a:srgbClr val="222222"/>
                </a:solidFill>
                <a:latin typeface="Helvetica Neue"/>
                <a:ea typeface="Helvetica Neue"/>
                <a:cs typeface="Helvetica Neue"/>
              </a:defRPr>
            </a:lvl3pPr>
            <a:lvl4pPr>
              <a:defRPr sz="1200">
                <a:solidFill>
                  <a:srgbClr val="222222"/>
                </a:solidFill>
                <a:latin typeface="Helvetica Neue"/>
                <a:ea typeface="Helvetica Neue"/>
                <a:cs typeface="Helvetica Neue"/>
              </a:defRPr>
            </a:lvl4pPr>
            <a:lvl5pPr>
              <a:defRPr sz="1200">
                <a:solidFill>
                  <a:srgbClr val="222222"/>
                </a:solidFill>
                <a:latin typeface="Helvetica Neue"/>
                <a:ea typeface="Helvetica Neue"/>
                <a:cs typeface="Helvetica Neue"/>
              </a:defRPr>
            </a:lvl5pPr>
            <a:lvl6pPr>
              <a:defRPr sz="1200">
                <a:solidFill>
                  <a:srgbClr val="222222"/>
                </a:solidFill>
                <a:latin typeface="Helvetica Neue"/>
                <a:ea typeface="Helvetica Neue"/>
                <a:cs typeface="Helvetica Neue"/>
              </a:defRPr>
            </a:lvl6pPr>
            <a:lvl7pPr>
              <a:defRPr sz="1200">
                <a:solidFill>
                  <a:srgbClr val="222222"/>
                </a:solidFill>
                <a:latin typeface="Helvetica Neue"/>
                <a:ea typeface="Helvetica Neue"/>
                <a:cs typeface="Helvetica Neue"/>
              </a:defRPr>
            </a:lvl7pPr>
            <a:lvl8pPr>
              <a:defRPr sz="1200">
                <a:solidFill>
                  <a:srgbClr val="222222"/>
                </a:solidFill>
                <a:latin typeface="Helvetica Neue"/>
                <a:ea typeface="Helvetica Neue"/>
                <a:cs typeface="Helvetica Neue"/>
              </a:defRPr>
            </a:lvl8pPr>
            <a:lvl9pPr>
              <a:defRPr sz="1200">
                <a:solidFill>
                  <a:srgbClr val="222222"/>
                </a:solidFill>
                <a:latin typeface="Helvetica Neue"/>
                <a:ea typeface="Helvetica Neue"/>
                <a:cs typeface="Helvetica Neue"/>
              </a:defRPr>
            </a:lvl9pPr>
          </a:lstStyle>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All pairs ≥ 0.80</a:t>
            </a:r>
          </a:p>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Groups may overlap</a:t>
            </a:r>
          </a:p>
        </p:txBody>
      </p:sp>
      <p:sp>
        <p:nvSpPr>
          <p:cNvPr id="9" name="">
            <a:extLst xmlns:a="http://schemas.openxmlformats.org/drawingml/2006/main">
              <a:ext uri="{FF2B5EF4-FFF2-40B4-BE49-F238E27FC236}">
                <a16:creationId xmlns:a16="http://schemas.microsoft.com/office/drawing/2014/main" id="{CE3F69DA-92BB-4ACD-8337-D373068562E9}"/>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a:solidFill>
                  <a:srgbClr val="222222"/>
                </a:solidFill>
                <a:latin typeface="Helvetica Neue"/>
                <a:ea typeface="Helvetica Neue"/>
                <a:cs typeface="Helvetica Neue"/>
              </a:defRPr>
            </a:defPPr>
            <a:lvl1pPr>
              <a:defRPr sz="1575">
                <a:solidFill>
                  <a:srgbClr val="222222"/>
                </a:solidFill>
                <a:latin typeface="Helvetica Neue"/>
                <a:ea typeface="Helvetica Neue"/>
                <a:cs typeface="Helvetica Neue"/>
              </a:defRPr>
            </a:lvl1pPr>
            <a:lvl2pPr>
              <a:defRPr sz="1575">
                <a:solidFill>
                  <a:srgbClr val="222222"/>
                </a:solidFill>
                <a:latin typeface="Helvetica Neue"/>
                <a:ea typeface="Helvetica Neue"/>
                <a:cs typeface="Helvetica Neue"/>
              </a:defRPr>
            </a:lvl2pPr>
            <a:lvl3pPr>
              <a:defRPr sz="1575">
                <a:solidFill>
                  <a:srgbClr val="222222"/>
                </a:solidFill>
                <a:latin typeface="Helvetica Neue"/>
                <a:ea typeface="Helvetica Neue"/>
                <a:cs typeface="Helvetica Neue"/>
              </a:defRPr>
            </a:lvl3pPr>
            <a:lvl4pPr>
              <a:defRPr sz="1575">
                <a:solidFill>
                  <a:srgbClr val="222222"/>
                </a:solidFill>
                <a:latin typeface="Helvetica Neue"/>
                <a:ea typeface="Helvetica Neue"/>
                <a:cs typeface="Helvetica Neue"/>
              </a:defRPr>
            </a:lvl4pPr>
            <a:lvl5pPr>
              <a:defRPr sz="1575">
                <a:solidFill>
                  <a:srgbClr val="222222"/>
                </a:solidFill>
                <a:latin typeface="Helvetica Neue"/>
                <a:ea typeface="Helvetica Neue"/>
                <a:cs typeface="Helvetica Neue"/>
              </a:defRPr>
            </a:lvl5pPr>
            <a:lvl6pPr>
              <a:defRPr sz="1575">
                <a:solidFill>
                  <a:srgbClr val="222222"/>
                </a:solidFill>
                <a:latin typeface="Helvetica Neue"/>
                <a:ea typeface="Helvetica Neue"/>
                <a:cs typeface="Helvetica Neue"/>
              </a:defRPr>
            </a:lvl6pPr>
            <a:lvl7pPr>
              <a:defRPr sz="1575">
                <a:solidFill>
                  <a:srgbClr val="222222"/>
                </a:solidFill>
                <a:latin typeface="Helvetica Neue"/>
                <a:ea typeface="Helvetica Neue"/>
                <a:cs typeface="Helvetica Neue"/>
              </a:defRPr>
            </a:lvl7pPr>
            <a:lvl8pPr>
              <a:defRPr sz="1575">
                <a:solidFill>
                  <a:srgbClr val="222222"/>
                </a:solidFill>
                <a:latin typeface="Helvetica Neue"/>
                <a:ea typeface="Helvetica Neue"/>
                <a:cs typeface="Helvetica Neue"/>
              </a:defRPr>
            </a:lvl8pPr>
            <a:lvl9pPr>
              <a:defRPr sz="1575">
                <a:solidFill>
                  <a:srgbClr val="222222"/>
                </a:solidFill>
                <a:latin typeface="Helvetica Neue"/>
                <a:ea typeface="Helvetica Neue"/>
                <a:cs typeface="Helvetica Neue"/>
              </a:defRPr>
            </a:lvl9pPr>
          </a:lstStyle>
          <a:p xmlns:a="http://schemas.openxmlformats.org/drawingml/2006/main">
            <a:pPr>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Figure 15. Whole-chain (terminal-masked) TM-scores between medoids of the selected models in each cluster.</a:t>
            </a:r>
          </a:p>
          <a:p xmlns:a="http://schemas.openxmlformats.org/drawingml/2006/main">
            <a:pPr>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Average-length normalization, mean of both directions. Higher scores indicate greater structural similarity.</a:t>
            </a:r>
          </a:p>
        </p:txBody>
      </p:sp>
    </p:spTree>
    <p:extLst>
      <p:ext uri="{BB962C8B-B14F-4D97-AF65-F5344CB8AC3E}">
        <p14:creationId xmlns:p14="http://schemas.microsoft.com/office/powerpoint/2010/main" val="1363178666"/>
      </p:ext>
    </p:extLst>
  </p:cSld>
</p:sld>
</file>

<file path=ppt/slides/slide17.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TextBox 1"/>
          <p:cNvSpPr txBox="1"/>
          <p:nvPr/>
        </p:nvSpPr>
        <p:spPr>
          <a:xfrm>
            <a:off x="457200" y="228600"/>
            <a:ext cx="11277600" cy="381000"/>
          </a:xfrm>
          <a:prstGeom prst="rect">
            <a:avLst/>
          </a:prstGeom>
          <a:noFill/>
        </p:spPr>
        <p:txBody>
          <a:bodyPr wrap="none" lIns="0" rIns="0" tIns="0" bIns="0">
            <a:noAutofit/>
          </a:bodyPr>
          <a:lstStyle/>
          <a:p>
            <a:pPr>
              <a:lnSpc>
                <a:spcPts val="2475"/>
              </a:lnSpc>
              <a:spcBef>
                <a:spcPts val="0"/>
              </a:spcBef>
              <a:spcAft>
                <a:spcPts val="0"/>
              </a:spcAft>
              <a:defRPr sz="2250">
                <a:solidFill>
                  <a:srgbClr val="222222"/>
                </a:solidFill>
                <a:latin typeface="Arial"/>
              </a:defRPr>
            </a:pPr>
            <a:r>
              <a:rPr sz="2250">
                <a:solidFill>
                  <a:srgbClr val="245BA7"/>
                </a:solidFill>
                <a:latin typeface="Arial"/>
                <a:hlinkClick r:id="rIdBonsaiSource"/>
              </a:rPr>
              <a:t>Bonsai · selected cluster ensembles (native engine b16ef6f)</a:t>
            </a:r>
          </a:p>
        </p:txBody>
      </p:sp>
      <p:pic>
        <p:nvPicPr>
          <p:cNvPr id="2" name="">
            <a:extLst>
              <a:ext uri="{FF2B5EF4-FFF2-40B4-BE49-F238E27FC236}">
                <ns3:creationId id="{23E5D289-B435-4F45-A740-F6EDD69C1228}"/>
              </a:ext>
            </a:extLst>
          </p:cNvPr>
          <p:cNvPicPr>
            <a:picLocks noChangeAspect="1"/>
          </p:cNvPicPr>
          <p:nvPr/>
        </p:nvPicPr>
        <p:blipFill>
          <a:blip r:embed="Rf416511188d64302"/>
          <a:stretch/>
        </p:blipFill>
        <p:spPr>
          <a:xfrm>
            <a:off x="930349" y="723900"/>
            <a:ext cx="2711302" cy="4572000"/>
          </a:xfrm>
          <a:prstGeom prst="rect">
            <a:avLst/>
          </a:prstGeom>
        </p:spPr>
      </p:pic>
      <p:pic>
        <p:nvPicPr>
          <p:cNvPr id="3" name="">
            <a:extLst>
              <a:ext uri="{FF2B5EF4-FFF2-40B4-BE49-F238E27FC236}">
                <ns3:creationId id="{19D562B1-9D37-43D2-8B3D-7ED14CECE3C6}"/>
              </a:ext>
            </a:extLst>
          </p:cNvPr>
          <p:cNvPicPr>
            <a:picLocks noChangeAspect="1"/>
          </p:cNvPicPr>
          <p:nvPr/>
        </p:nvPicPr>
        <p:blipFill>
          <a:blip r:embed="R9696a6c379024ea6"/>
          <a:stretch/>
        </p:blipFill>
        <p:spPr>
          <a:xfrm>
            <a:off x="4267200" y="1822784"/>
            <a:ext cx="3657600" cy="2374232"/>
          </a:xfrm>
          <a:prstGeom prst="rect">
            <a:avLst/>
          </a:prstGeom>
        </p:spPr>
      </p:pic>
      <p:pic>
        <p:nvPicPr>
          <p:cNvPr id="4" name="">
            <a:extLst>
              <a:ext uri="{FF2B5EF4-FFF2-40B4-BE49-F238E27FC236}">
                <ns3:creationId id="{3AF7044E-C937-49CD-8B76-75D8AA55D798}"/>
              </a:ext>
            </a:extLst>
          </p:cNvPr>
          <p:cNvPicPr>
            <a:picLocks noChangeAspect="1"/>
          </p:cNvPicPr>
          <p:nvPr/>
        </p:nvPicPr>
        <p:blipFill>
          <a:blip r:embed="Rc891d8107f05466c"/>
          <a:stretch/>
        </p:blipFill>
        <p:spPr>
          <a:xfrm>
            <a:off x="8077200" y="1386816"/>
            <a:ext cx="3657600" cy="3246167"/>
          </a:xfrm>
          <a:prstGeom prst="rect">
            <a:avLst/>
          </a:prstGeom>
        </p:spPr>
      </p:pic>
      <p:sp>
        <p:nvSpPr>
          <p:cNvPr id="5" name="">
            <a:extLst>
              <a:ext uri="{FF2B5EF4-FFF2-40B4-BE49-F238E27FC236}">
                <ns3:creationId id="{F0B51C10-D6AA-4F8A-9E8E-42C2F036BC13}"/>
              </a:ext>
            </a:extLst>
          </p:cNvPr>
          <p:cNvSpPr>
            <a:spLocks noGrp="1"/>
          </p:cNvSpPr>
          <p:nvPr/>
        </p:nvSpPr>
        <p:spPr>
          <a:xfrm>
            <a:off x="457200" y="5314950"/>
            <a:ext cx="1123950" cy="228600"/>
          </a:xfrm>
          <a:prstGeom prst="rect">
            <a:avLst/>
          </a:prstGeom>
          <a:noFill/>
          <a:ln w="0">
            <a:noFill/>
          </a:ln>
        </p:spPr>
        <p:txBody>
          <a:bodyPr>
            <a:normAutofit fontScale="75000"/>
          </a:bodyPr>
          <a:lstStyle>
            <a:defPPr>
              <a:defRPr sz="1200">
                <a:solidFill>
                  <a:srgbClr val="0072B2"/>
                </a:solidFill>
                <a:latin typeface="DejaVu Sans"/>
                <a:ea typeface="DejaVu Sans"/>
                <a:cs typeface="DejaVu Sans"/>
              </a:defRPr>
            </a:defPPr>
            <a:lvl1pPr>
              <a:defRPr sz="1200">
                <a:solidFill>
                  <a:srgbClr val="0072B2"/>
                </a:solidFill>
                <a:latin typeface="DejaVu Sans"/>
                <a:ea typeface="DejaVu Sans"/>
                <a:cs typeface="DejaVu Sans"/>
              </a:defRPr>
            </a:lvl1pPr>
            <a:lvl2pPr>
              <a:defRPr sz="1200">
                <a:solidFill>
                  <a:srgbClr val="0072B2"/>
                </a:solidFill>
                <a:latin typeface="DejaVu Sans"/>
                <a:ea typeface="DejaVu Sans"/>
                <a:cs typeface="DejaVu Sans"/>
              </a:defRPr>
            </a:lvl2pPr>
            <a:lvl3pPr>
              <a:defRPr sz="1200">
                <a:solidFill>
                  <a:srgbClr val="0072B2"/>
                </a:solidFill>
                <a:latin typeface="DejaVu Sans"/>
                <a:ea typeface="DejaVu Sans"/>
                <a:cs typeface="DejaVu Sans"/>
              </a:defRPr>
            </a:lvl3pPr>
            <a:lvl4pPr>
              <a:defRPr sz="1200">
                <a:solidFill>
                  <a:srgbClr val="0072B2"/>
                </a:solidFill>
                <a:latin typeface="DejaVu Sans"/>
                <a:ea typeface="DejaVu Sans"/>
                <a:cs typeface="DejaVu Sans"/>
              </a:defRPr>
            </a:lvl4pPr>
            <a:lvl5pPr>
              <a:defRPr sz="1200">
                <a:solidFill>
                  <a:srgbClr val="0072B2"/>
                </a:solidFill>
                <a:latin typeface="DejaVu Sans"/>
                <a:ea typeface="DejaVu Sans"/>
                <a:cs typeface="DejaVu Sans"/>
              </a:defRPr>
            </a:lvl5pPr>
            <a:lvl6pPr>
              <a:defRPr sz="1200">
                <a:solidFill>
                  <a:srgbClr val="0072B2"/>
                </a:solidFill>
                <a:latin typeface="DejaVu Sans"/>
                <a:ea typeface="DejaVu Sans"/>
                <a:cs typeface="DejaVu Sans"/>
              </a:defRPr>
            </a:lvl6pPr>
            <a:lvl7pPr>
              <a:defRPr sz="1200">
                <a:solidFill>
                  <a:srgbClr val="0072B2"/>
                </a:solidFill>
                <a:latin typeface="DejaVu Sans"/>
                <a:ea typeface="DejaVu Sans"/>
                <a:cs typeface="DejaVu Sans"/>
              </a:defRPr>
            </a:lvl7pPr>
            <a:lvl8pPr>
              <a:defRPr sz="1200">
                <a:solidFill>
                  <a:srgbClr val="0072B2"/>
                </a:solidFill>
                <a:latin typeface="DejaVu Sans"/>
                <a:ea typeface="DejaVu Sans"/>
                <a:cs typeface="DejaVu Sans"/>
              </a:defRPr>
            </a:lvl8pPr>
            <a:lvl9pPr>
              <a:defRPr sz="1200">
                <a:solidFill>
                  <a:srgbClr val="0072B2"/>
                </a:solidFill>
                <a:latin typeface="DejaVu Sans"/>
                <a:ea typeface="DejaVu Sans"/>
                <a:cs typeface="DejaVu Sans"/>
              </a:defRPr>
            </a:lvl9pPr>
          </a:lstStyle>
          <a:p>
            <a:pPr>
              <a:defRPr sz="1200">
                <a:solidFill>
                  <a:srgbClr val="0072B2"/>
                </a:solidFill>
                <a:latin typeface="DejaVu Sans"/>
                <a:ea typeface="DejaVu Sans"/>
                <a:cs typeface="DejaVu Sans"/>
              </a:defRPr>
            </a:pPr>
            <a:r>
              <a:rPr sz="1200">
                <a:solidFill>
                  <a:srgbClr val="0072B2"/>
                </a:solidFill>
                <a:latin typeface="DejaVu Sans"/>
                <a:ea typeface="DejaVu Sans"/>
                <a:cs typeface="DejaVu Sans"/>
              </a:rPr>
              <a:t>B1</a:t>
            </a:r>
          </a:p>
        </p:txBody>
      </p:sp>
      <p:sp>
        <p:nvSpPr>
          <p:cNvPr id="6" name="">
            <a:extLst>
              <a:ext uri="{FF2B5EF4-FFF2-40B4-BE49-F238E27FC236}">
                <ns3:creationId id="{018B3499-5A31-404F-BA3E-1D3A9FBFCD84}"/>
              </a:ext>
            </a:extLst>
          </p:cNvPr>
          <p:cNvSpPr>
            <a:spLocks noGrp="1"/>
          </p:cNvSpPr>
          <p:nvPr/>
        </p:nvSpPr>
        <p:spPr>
          <a:xfrm>
            <a:off x="1584960" y="5314950"/>
            <a:ext cx="1123950" cy="228600"/>
          </a:xfrm>
          <a:prstGeom prst="rect">
            <a:avLst/>
          </a:prstGeom>
          <a:noFill/>
          <a:ln w="0">
            <a:noFill/>
          </a:ln>
        </p:spPr>
        <p:txBody>
          <a:bodyPr>
            <a:normAutofit fontScale="75000"/>
          </a:bodyPr>
          <a:lstStyle>
            <a:defPPr>
              <a:defRPr sz="1200">
                <a:solidFill>
                  <a:srgbClr val="D55E00"/>
                </a:solidFill>
                <a:latin typeface="DejaVu Sans"/>
                <a:ea typeface="DejaVu Sans"/>
                <a:cs typeface="DejaVu Sans"/>
              </a:defRPr>
            </a:defPPr>
            <a:lvl1pPr>
              <a:defRPr sz="1200">
                <a:solidFill>
                  <a:srgbClr val="D55E00"/>
                </a:solidFill>
                <a:latin typeface="DejaVu Sans"/>
                <a:ea typeface="DejaVu Sans"/>
                <a:cs typeface="DejaVu Sans"/>
              </a:defRPr>
            </a:lvl1pPr>
            <a:lvl2pPr>
              <a:defRPr sz="1200">
                <a:solidFill>
                  <a:srgbClr val="D55E00"/>
                </a:solidFill>
                <a:latin typeface="DejaVu Sans"/>
                <a:ea typeface="DejaVu Sans"/>
                <a:cs typeface="DejaVu Sans"/>
              </a:defRPr>
            </a:lvl2pPr>
            <a:lvl3pPr>
              <a:defRPr sz="1200">
                <a:solidFill>
                  <a:srgbClr val="D55E00"/>
                </a:solidFill>
                <a:latin typeface="DejaVu Sans"/>
                <a:ea typeface="DejaVu Sans"/>
                <a:cs typeface="DejaVu Sans"/>
              </a:defRPr>
            </a:lvl3pPr>
            <a:lvl4pPr>
              <a:defRPr sz="1200">
                <a:solidFill>
                  <a:srgbClr val="D55E00"/>
                </a:solidFill>
                <a:latin typeface="DejaVu Sans"/>
                <a:ea typeface="DejaVu Sans"/>
                <a:cs typeface="DejaVu Sans"/>
              </a:defRPr>
            </a:lvl4pPr>
            <a:lvl5pPr>
              <a:defRPr sz="1200">
                <a:solidFill>
                  <a:srgbClr val="D55E00"/>
                </a:solidFill>
                <a:latin typeface="DejaVu Sans"/>
                <a:ea typeface="DejaVu Sans"/>
                <a:cs typeface="DejaVu Sans"/>
              </a:defRPr>
            </a:lvl5pPr>
            <a:lvl6pPr>
              <a:defRPr sz="1200">
                <a:solidFill>
                  <a:srgbClr val="D55E00"/>
                </a:solidFill>
                <a:latin typeface="DejaVu Sans"/>
                <a:ea typeface="DejaVu Sans"/>
                <a:cs typeface="DejaVu Sans"/>
              </a:defRPr>
            </a:lvl6pPr>
            <a:lvl7pPr>
              <a:defRPr sz="1200">
                <a:solidFill>
                  <a:srgbClr val="D55E00"/>
                </a:solidFill>
                <a:latin typeface="DejaVu Sans"/>
                <a:ea typeface="DejaVu Sans"/>
                <a:cs typeface="DejaVu Sans"/>
              </a:defRPr>
            </a:lvl7pPr>
            <a:lvl8pPr>
              <a:defRPr sz="1200">
                <a:solidFill>
                  <a:srgbClr val="D55E00"/>
                </a:solidFill>
                <a:latin typeface="DejaVu Sans"/>
                <a:ea typeface="DejaVu Sans"/>
                <a:cs typeface="DejaVu Sans"/>
              </a:defRPr>
            </a:lvl8pPr>
            <a:lvl9pPr>
              <a:defRPr sz="1200">
                <a:solidFill>
                  <a:srgbClr val="D55E00"/>
                </a:solidFill>
                <a:latin typeface="DejaVu Sans"/>
                <a:ea typeface="DejaVu Sans"/>
                <a:cs typeface="DejaVu Sans"/>
              </a:defRPr>
            </a:lvl9pPr>
          </a:lstStyle>
          <a:p>
            <a:pPr>
              <a:defRPr sz="1200">
                <a:solidFill>
                  <a:srgbClr val="D55E00"/>
                </a:solidFill>
                <a:latin typeface="DejaVu Sans"/>
                <a:ea typeface="DejaVu Sans"/>
                <a:cs typeface="DejaVu Sans"/>
              </a:defRPr>
            </a:pPr>
            <a:r>
              <a:rPr sz="1200">
                <a:solidFill>
                  <a:srgbClr val="D55E00"/>
                </a:solidFill>
                <a:latin typeface="DejaVu Sans"/>
                <a:ea typeface="DejaVu Sans"/>
                <a:cs typeface="DejaVu Sans"/>
              </a:rPr>
              <a:t>B2</a:t>
            </a:r>
          </a:p>
        </p:txBody>
      </p:sp>
      <p:sp>
        <p:nvSpPr>
          <p:cNvPr id="7" name="">
            <a:extLst>
              <a:ext uri="{FF2B5EF4-FFF2-40B4-BE49-F238E27FC236}">
                <ns3:creationId id="{945F4D1B-923D-4780-9A00-5FD6373D1FFD}"/>
              </a:ext>
            </a:extLst>
          </p:cNvPr>
          <p:cNvSpPr>
            <a:spLocks noGrp="1"/>
          </p:cNvSpPr>
          <p:nvPr/>
        </p:nvSpPr>
        <p:spPr>
          <a:xfrm>
            <a:off x="2712720" y="5314950"/>
            <a:ext cx="1123950" cy="228600"/>
          </a:xfrm>
          <a:prstGeom prst="rect">
            <a:avLst/>
          </a:prstGeom>
          <a:noFill/>
          <a:ln w="0">
            <a:noFill/>
          </a:ln>
        </p:spPr>
        <p:txBody>
          <a:bodyPr>
            <a:normAutofit fontScale="75000"/>
          </a:bodyPr>
          <a:lstStyle>
            <a:defPPr>
              <a:defRPr sz="1200">
                <a:solidFill>
                  <a:srgbClr val="009E73"/>
                </a:solidFill>
                <a:latin typeface="DejaVu Sans"/>
                <a:ea typeface="DejaVu Sans"/>
                <a:cs typeface="DejaVu Sans"/>
              </a:defRPr>
            </a:defPPr>
            <a:lvl1pPr>
              <a:defRPr sz="1200">
                <a:solidFill>
                  <a:srgbClr val="009E73"/>
                </a:solidFill>
                <a:latin typeface="DejaVu Sans"/>
                <a:ea typeface="DejaVu Sans"/>
                <a:cs typeface="DejaVu Sans"/>
              </a:defRPr>
            </a:lvl1pPr>
            <a:lvl2pPr>
              <a:defRPr sz="1200">
                <a:solidFill>
                  <a:srgbClr val="009E73"/>
                </a:solidFill>
                <a:latin typeface="DejaVu Sans"/>
                <a:ea typeface="DejaVu Sans"/>
                <a:cs typeface="DejaVu Sans"/>
              </a:defRPr>
            </a:lvl2pPr>
            <a:lvl3pPr>
              <a:defRPr sz="1200">
                <a:solidFill>
                  <a:srgbClr val="009E73"/>
                </a:solidFill>
                <a:latin typeface="DejaVu Sans"/>
                <a:ea typeface="DejaVu Sans"/>
                <a:cs typeface="DejaVu Sans"/>
              </a:defRPr>
            </a:lvl3pPr>
            <a:lvl4pPr>
              <a:defRPr sz="1200">
                <a:solidFill>
                  <a:srgbClr val="009E73"/>
                </a:solidFill>
                <a:latin typeface="DejaVu Sans"/>
                <a:ea typeface="DejaVu Sans"/>
                <a:cs typeface="DejaVu Sans"/>
              </a:defRPr>
            </a:lvl4pPr>
            <a:lvl5pPr>
              <a:defRPr sz="1200">
                <a:solidFill>
                  <a:srgbClr val="009E73"/>
                </a:solidFill>
                <a:latin typeface="DejaVu Sans"/>
                <a:ea typeface="DejaVu Sans"/>
                <a:cs typeface="DejaVu Sans"/>
              </a:defRPr>
            </a:lvl5pPr>
            <a:lvl6pPr>
              <a:defRPr sz="1200">
                <a:solidFill>
                  <a:srgbClr val="009E73"/>
                </a:solidFill>
                <a:latin typeface="DejaVu Sans"/>
                <a:ea typeface="DejaVu Sans"/>
                <a:cs typeface="DejaVu Sans"/>
              </a:defRPr>
            </a:lvl6pPr>
            <a:lvl7pPr>
              <a:defRPr sz="1200">
                <a:solidFill>
                  <a:srgbClr val="009E73"/>
                </a:solidFill>
                <a:latin typeface="DejaVu Sans"/>
                <a:ea typeface="DejaVu Sans"/>
                <a:cs typeface="DejaVu Sans"/>
              </a:defRPr>
            </a:lvl7pPr>
            <a:lvl8pPr>
              <a:defRPr sz="1200">
                <a:solidFill>
                  <a:srgbClr val="009E73"/>
                </a:solidFill>
                <a:latin typeface="DejaVu Sans"/>
                <a:ea typeface="DejaVu Sans"/>
                <a:cs typeface="DejaVu Sans"/>
              </a:defRPr>
            </a:lvl8pPr>
            <a:lvl9pPr>
              <a:defRPr sz="1200">
                <a:solidFill>
                  <a:srgbClr val="009E73"/>
                </a:solidFill>
                <a:latin typeface="DejaVu Sans"/>
                <a:ea typeface="DejaVu Sans"/>
                <a:cs typeface="DejaVu Sans"/>
              </a:defRPr>
            </a:lvl9pPr>
          </a:lstStyle>
          <a:p>
            <a:pPr>
              <a:defRPr sz="1200">
                <a:solidFill>
                  <a:srgbClr val="009E73"/>
                </a:solidFill>
                <a:latin typeface="DejaVu Sans"/>
                <a:ea typeface="DejaVu Sans"/>
                <a:cs typeface="DejaVu Sans"/>
              </a:defRPr>
            </a:pPr>
            <a:r>
              <a:rPr sz="1200">
                <a:solidFill>
                  <a:srgbClr val="009E73"/>
                </a:solidFill>
                <a:latin typeface="DejaVu Sans"/>
                <a:ea typeface="DejaVu Sans"/>
                <a:cs typeface="DejaVu Sans"/>
              </a:rPr>
              <a:t>B3</a:t>
            </a:r>
          </a:p>
        </p:txBody>
      </p:sp>
      <p:sp>
        <p:nvSpPr>
          <p:cNvPr id="8" name="">
            <a:extLst>
              <a:ext uri="{FF2B5EF4-FFF2-40B4-BE49-F238E27FC236}">
                <ns3:creationId id="{B209872C-AD64-4A02-97B9-CA628CB0A234}"/>
              </a:ext>
            </a:extLst>
          </p:cNvPr>
          <p:cNvSpPr>
            <a:spLocks noGrp="1"/>
          </p:cNvSpPr>
          <p:nvPr/>
        </p:nvSpPr>
        <p:spPr>
          <a:xfrm>
            <a:off x="457200" y="5829300"/>
            <a:ext cx="11277600" cy="800100"/>
          </a:xfrm>
          <a:prstGeom prst="rect">
            <a:avLst/>
          </a:prstGeom>
          <a:noFill/>
          <a:ln w="0">
            <a:noFill/>
          </a:ln>
        </p:spPr>
        <p:txBody>
          <a:bodyPr>
            <a:normAutofit fontScale="95387"/>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16. Bonsai of 34 representatives; 33 nonzero PCs, variance scaling off. a: equal-angle; b: equal-daylight; c: dendrogram. Bonsai-derived groups: native edge cuts, k=3 (tree-distance silhouette 0.594). Cx.y retains original identity; B groups apply only to selected models. Other slides retain UMAP labels. Paths encode distance; root is arbitrary.</a:t>
            </a:r>
          </a:p>
        </p:txBody>
      </p:sp>
    </p:spTree>
    <p:extLst>
      <p:ext uri="{BB962C8B-B14F-4D97-AF65-F5344CB8AC3E}">
        <ns4:creationId val="1245079669"/>
      </p:ext>
    </p:extLst>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24125"/>
            <a:ext cx="11277600" cy="609600"/>
          </a:xfrm>
          <a:prstGeom prst="rect">
            <a:avLst/>
          </a:prstGeom>
          <a:noFill/>
        </p:spPr>
        <p:txBody>
          <a:bodyPr wrap="square" lIns="0" rIns="0" tIns="0" bIns="0">
            <a:noAutofit/>
          </a:bodyPr>
          <a:lstStyle/>
          <a:p>
            <a:pPr algn="ctr">
              <a:defRPr sz="3600">
                <a:solidFill>
                  <a:srgbClr val="222222"/>
                </a:solidFill>
                <a:latin typeface="Arial"/>
              </a:defRPr>
            </a:pPr>
            <a:r>
              <a:t>PaT90 bmr7191 largest child</a:t>
            </a:r>
          </a:p>
        </p:txBody>
      </p:sp>
      <p:sp>
        <p:nvSpPr>
          <p:cNvPr id="3" name="TextBox 2"/>
          <p:cNvSpPr txBox="1"/>
          <p:nvPr/>
        </p:nvSpPr>
        <p:spPr>
          <a:xfrm>
            <a:off x="457200" y="3209925"/>
            <a:ext cx="11277600" cy="609600"/>
          </a:xfrm>
          <a:prstGeom prst="rect">
            <a:avLst/>
          </a:prstGeom>
          <a:noFill/>
        </p:spPr>
        <p:txBody>
          <a:bodyPr wrap="square" lIns="0" rIns="0" tIns="0" bIns="0">
            <a:noAutofit/>
          </a:bodyPr>
          <a:lstStyle/>
          <a:p>
            <a:pPr algn="ctr">
              <a:defRPr sz="2550">
                <a:solidFill>
                  <a:srgbClr val="222222"/>
                </a:solidFill>
                <a:latin typeface="Arial"/>
              </a:defRPr>
            </a:pPr>
            <a:r>
              <a:t>11 AIS methods · 10,028 selected models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600" cy="381000"/>
          </a:xfrm>
          <a:prstGeom prst="rect">
            <a:avLst/>
          </a:prstGeom>
          <a:noFill/>
        </p:spPr>
        <p:txBody>
          <a:bodyPr wrap="square" lIns="0" rIns="0" tIns="0" bIns="0">
            <a:normAutofit/>
          </a:bodyPr>
          <a:lstStyle/>
          <a:p>
            <a:pPr>
              <a:defRPr sz="2250">
                <a:solidFill>
                  <a:srgbClr val="222222"/>
                </a:solidFill>
                <a:latin typeface="Arial"/>
              </a:defRPr>
            </a:pPr>
            <a:r>
              <a:t>Methodology</a:t>
            </a:r>
          </a:p>
        </p:txBody>
      </p:sp>
      <p:sp>
        <p:nvSpPr>
          <p:cNvPr id="3" name="TextBox 2"/>
          <p:cNvSpPr txBox="1"/>
          <p:nvPr/>
        </p:nvSpPr>
        <p:spPr>
          <a:xfrm>
            <a:off x="457200" y="838200"/>
            <a:ext cx="5410200" cy="285750"/>
          </a:xfrm>
          <a:prstGeom prst="rect">
            <a:avLst/>
          </a:prstGeom>
          <a:noFill/>
        </p:spPr>
        <p:txBody>
          <a:bodyPr wrap="square" lIns="0" rIns="0" tIns="0" bIns="0">
            <a:normAutofit/>
          </a:bodyPr>
          <a:lstStyle/>
          <a:p>
            <a:pPr>
              <a:defRPr sz="1650">
                <a:solidFill>
                  <a:srgbClr val="222222"/>
                </a:solidFill>
                <a:latin typeface="Arial"/>
              </a:defRPr>
            </a:pPr>
            <a:r>
              <a:t>Sampling methods analyzed</a:t>
            </a:r>
          </a:p>
        </p:txBody>
      </p:sp>
      <p:sp>
        <p:nvSpPr>
          <p:cNvPr id="4" name="TextBox 3"/>
          <p:cNvSpPr txBox="1"/>
          <p:nvPr/>
        </p:nvSpPr>
        <p:spPr>
          <a:xfrm>
            <a:off x="457200" y="118110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11 AIS methods; 10,028 selected models.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AFSample2; AFSample3; Boltz2; OpenDDE.</a:t>
            </a:r>
          </a:p>
          <a:p>
            <a:pPr>
              <a:lnSpc>
                <a:spcPts val="1650"/>
              </a:lnSpc>
              <a:spcBef>
                <a:spcPts val="0"/>
              </a:spcBef>
              <a:spcAft>
                <a:spcPts val="0"/>
              </a:spcAft>
              <a:defRPr sz="1500">
                <a:solidFill>
                  <a:srgbClr val="222222"/>
                </a:solidFill>
                <a:latin typeface="Arial"/>
              </a:defRPr>
            </a:pPr>
            <a:r>
              <a:rPr sz="1500">
                <a:solidFill>
                  <a:srgbClr val="222222"/>
                </a:solidFill>
                <a:latin typeface="Arial"/>
              </a:rPr>
              <a:t>BioEMU; BioEMU2; AFCluster; SPEACH_AF.</a:t>
            </a:r>
          </a:p>
          <a:p>
            <a:pPr>
              <a:lnSpc>
                <a:spcPts val="1650"/>
              </a:lnSpc>
              <a:spcBef>
                <a:spcPts val="0"/>
              </a:spcBef>
              <a:spcAft>
                <a:spcPts val="0"/>
              </a:spcAft>
              <a:defRPr sz="1500">
                <a:solidFill>
                  <a:srgbClr val="222222"/>
                </a:solidFill>
                <a:latin typeface="Arial"/>
              </a:defRPr>
            </a:pPr>
            <a:r>
              <a:rPr sz="1500">
                <a:solidFill>
                  <a:srgbClr val="222222"/>
                </a:solidFill>
                <a:latin typeface="Arial"/>
              </a:rPr>
              <a:t>AlphaFlow MD; AlphaFlow PDB; ESMFlow PDB.</a:t>
            </a:r>
          </a:p>
        </p:txBody>
      </p:sp>
      <p:sp>
        <p:nvSpPr>
          <p:cNvPr id="5" name="TextBox 4"/>
          <p:cNvSpPr txBox="1"/>
          <p:nvPr/>
        </p:nvSpPr>
        <p:spPr>
          <a:xfrm>
            <a:off x="457200" y="2543175"/>
            <a:ext cx="5410200" cy="285750"/>
          </a:xfrm>
          <a:prstGeom prst="rect">
            <a:avLst/>
          </a:prstGeom>
          <a:noFill/>
        </p:spPr>
        <p:txBody>
          <a:bodyPr wrap="square" lIns="0" rIns="0" tIns="0" bIns="0">
            <a:normAutofit/>
          </a:bodyPr>
          <a:lstStyle/>
          <a:p>
            <a:pPr>
              <a:defRPr sz="1650">
                <a:solidFill>
                  <a:srgbClr val="222222"/>
                </a:solidFill>
                <a:latin typeface="Arial"/>
              </a:defRPr>
            </a:pPr>
            <a:r>
              <a:t>Shared structural feature input</a:t>
            </a:r>
          </a:p>
        </p:txBody>
      </p:sp>
      <p:sp>
        <p:nvSpPr>
          <p:cNvPr id="6" name="TextBox 5"/>
          <p:cNvSpPr txBox="1"/>
          <p:nvPr/>
        </p:nvSpPr>
        <p:spPr>
          <a:xfrm>
            <a:off x="457200" y="2886075"/>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Second pass: only primary Cluster 1 models.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Use the frozen parent residue/pair mask.</a:t>
            </a:r>
          </a:p>
          <a:p>
            <a:pPr>
              <a:lnSpc>
                <a:spcPts val="1650"/>
              </a:lnSpc>
              <a:spcBef>
                <a:spcPts val="0"/>
              </a:spcBef>
              <a:spcAft>
                <a:spcPts val="0"/>
              </a:spcAft>
              <a:defRPr sz="1500">
                <a:solidFill>
                  <a:srgbClr val="222222"/>
                </a:solidFill>
                <a:latin typeface="Arial"/>
              </a:defRPr>
            </a:pPr>
            <a:r>
              <a:rPr sz="1500">
                <a:solidFill>
                  <a:srgbClr val="222222"/>
                </a:solidFill>
                <a:latin typeface="Arial"/>
              </a:rPr>
              <a:t>84 retained residues; 3,486 Cα distance pairs.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Fresh PCA, UMAP and t-SNE fit this subset.</a:t>
            </a:r>
          </a:p>
          <a:p>
            <a:pPr>
              <a:lnSpc>
                <a:spcPts val="1650"/>
              </a:lnSpc>
              <a:spcBef>
                <a:spcPts val="0"/>
              </a:spcBef>
              <a:spcAft>
                <a:spcPts val="0"/>
              </a:spcAft>
              <a:defRPr sz="1500">
                <a:solidFill>
                  <a:srgbClr val="222222"/>
                </a:solidFill>
                <a:latin typeface="Arial"/>
              </a:defRPr>
            </a:pPr>
            <a:r>
              <a:rPr sz="1500">
                <a:solidFill>
                  <a:srgbClr val="222222"/>
                </a:solidFill>
                <a:latin typeface="Arial"/>
              </a:rPr>
              <a:t>Primary labels and native structures are preserved.</a:t>
            </a:r>
          </a:p>
          <a:p>
            <a:pPr>
              <a:lnSpc>
                <a:spcPts val="1650"/>
              </a:lnSpc>
              <a:spcBef>
                <a:spcPts val="0"/>
              </a:spcBef>
              <a:spcAft>
                <a:spcPts val="0"/>
              </a:spcAft>
              <a:defRPr sz="1500">
                <a:solidFill>
                  <a:srgbClr val="222222"/>
                </a:solidFill>
                <a:latin typeface="Arial"/>
              </a:defRPr>
            </a:pPr>
            <a:r>
              <a:rPr sz="1500">
                <a:solidFill>
                  <a:srgbClr val="222222"/>
                </a:solidFill>
                <a:latin typeface="Arial"/>
              </a:rPr>
              <a:t>Final child-count review remains open.</a:t>
            </a:r>
          </a:p>
        </p:txBody>
      </p:sp>
      <p:sp>
        <p:nvSpPr>
          <p:cNvPr id="7" name="TextBox 6"/>
          <p:cNvSpPr txBox="1"/>
          <p:nvPr/>
        </p:nvSpPr>
        <p:spPr>
          <a:xfrm>
            <a:off x="457200" y="4248150"/>
            <a:ext cx="5410200" cy="285750"/>
          </a:xfrm>
          <a:prstGeom prst="rect">
            <a:avLst/>
          </a:prstGeom>
          <a:noFill/>
        </p:spPr>
        <p:txBody>
          <a:bodyPr wrap="square" lIns="0" rIns="0" tIns="0" bIns="0">
            <a:normAutofit/>
          </a:bodyPr>
          <a:lstStyle/>
          <a:p>
            <a:pPr>
              <a:defRPr sz="1650">
                <a:solidFill>
                  <a:srgbClr val="222222"/>
                </a:solidFill>
                <a:latin typeface="Arial"/>
              </a:defRPr>
            </a:pPr>
            <a:r>
              <a:t>Two-dimensional projections</a:t>
            </a:r>
          </a:p>
        </p:txBody>
      </p:sp>
      <p:sp>
        <p:nvSpPr>
          <p:cNvPr id="8" name="TextBox 7"/>
          <p:cNvSpPr txBox="1"/>
          <p:nvPr/>
        </p:nvSpPr>
        <p:spPr>
          <a:xfrm>
            <a:off x="457200" y="459105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45BA7"/>
                </a:solidFill>
                <a:latin typeface="Arial"/>
                <a:hlinkClick r:id="rId5"/>
              </a:rPr>
              <a:t>PCA: scikit-learn 1.7.1</a:t>
            </a:r>
            <a:r>
              <a:rPr sz="1500">
                <a:solidFill>
                  <a:srgbClr val="222222"/>
                </a:solidFill>
                <a:latin typeface="Arial"/>
              </a:rPr>
              <a:t>; centered SVD.</a:t>
            </a:r>
          </a:p>
          <a:p>
            <a:pPr>
              <a:lnSpc>
                <a:spcPts val="1650"/>
              </a:lnSpc>
              <a:spcBef>
                <a:spcPts val="0"/>
              </a:spcBef>
              <a:spcAft>
                <a:spcPts val="0"/>
              </a:spcAft>
            </a:pPr>
            <a:r>
              <a:rPr sz="1500">
                <a:solidFill>
                  <a:srgbClr val="245BA7"/>
                </a:solidFill>
                <a:latin typeface="Arial"/>
                <a:hlinkClick r:id="rId6"/>
              </a:rPr>
              <a:t>t-SNE: scikit-learn 1.7.1</a:t>
            </a:r>
            <a:r>
              <a:rPr sz="1500">
                <a:solidFill>
                  <a:srgbClr val="222222"/>
                </a:solidFill>
                <a:latin typeface="Arial"/>
              </a:rPr>
              <a:t>; Barnes–Hut,</a:t>
            </a:r>
          </a:p>
          <a:p>
            <a:pPr>
              <a:lnSpc>
                <a:spcPts val="1650"/>
              </a:lnSpc>
              <a:spcBef>
                <a:spcPts val="0"/>
              </a:spcBef>
              <a:spcAft>
                <a:spcPts val="0"/>
              </a:spcAft>
            </a:pPr>
            <a:r>
              <a:rPr sz="1500">
                <a:solidFill>
                  <a:srgbClr val="222222"/>
                </a:solidFill>
                <a:latin typeface="Arial"/>
              </a:rPr>
              <a:t>perplexity 30; the workflow uses Python t-SNE.</a:t>
            </a:r>
          </a:p>
          <a:p>
            <a:pPr>
              <a:lnSpc>
                <a:spcPts val="1650"/>
              </a:lnSpc>
              <a:spcBef>
                <a:spcPts val="0"/>
              </a:spcBef>
              <a:spcAft>
                <a:spcPts val="0"/>
              </a:spcAft>
            </a:pPr>
            <a:r>
              <a:rPr sz="1500">
                <a:solidFill>
                  <a:srgbClr val="245BA7"/>
                </a:solidFill>
                <a:latin typeface="Arial"/>
                <a:hlinkClick r:id="rId7"/>
              </a:rPr>
              <a:t>UMAP: umap-learn 0.5.11</a:t>
            </a:r>
            <a:r>
              <a:rPr sz="1500">
                <a:solidFill>
                  <a:srgbClr val="222222"/>
                </a:solidFill>
                <a:latin typeface="Arial"/>
              </a:rPr>
              <a:t>; neighbors 15,</a:t>
            </a:r>
          </a:p>
          <a:p>
            <a:pPr>
              <a:lnSpc>
                <a:spcPts val="1650"/>
              </a:lnSpc>
              <a:spcBef>
                <a:spcPts val="0"/>
              </a:spcBef>
              <a:spcAft>
                <a:spcPts val="0"/>
              </a:spcAft>
            </a:pPr>
            <a:r>
              <a:rPr sz="1500">
                <a:solidFill>
                  <a:srgbClr val="222222"/>
                </a:solidFill>
                <a:latin typeface="Arial"/>
              </a:rPr>
              <a:t>min_dist 0.1; Euclidean distance. Random seed 42.</a:t>
            </a:r>
          </a:p>
        </p:txBody>
      </p:sp>
      <p:sp>
        <p:nvSpPr>
          <p:cNvPr id="9" name="TextBox 8"/>
          <p:cNvSpPr txBox="1"/>
          <p:nvPr/>
        </p:nvSpPr>
        <p:spPr>
          <a:xfrm>
            <a:off x="6324600" y="838200"/>
            <a:ext cx="5410200" cy="285750"/>
          </a:xfrm>
          <a:prstGeom prst="rect">
            <a:avLst/>
          </a:prstGeom>
          <a:noFill/>
        </p:spPr>
        <p:txBody>
          <a:bodyPr wrap="square" lIns="0" rIns="0" tIns="0" bIns="0">
            <a:normAutofit/>
          </a:bodyPr>
          <a:lstStyle/>
          <a:p>
            <a:pPr>
              <a:defRPr sz="1650">
                <a:solidFill>
                  <a:srgbClr val="222222"/>
                </a:solidFill>
                <a:latin typeface="Arial"/>
              </a:defRPr>
            </a:pPr>
            <a:r>
              <a:t>Clusters and displayed representatives</a:t>
            </a:r>
          </a:p>
        </p:txBody>
      </p:sp>
      <p:sp>
        <p:nvSpPr>
          <p:cNvPr id="10" name="TextBox 9"/>
          <p:cNvSpPr txBox="1"/>
          <p:nvPr/>
        </p:nvSpPr>
        <p:spPr>
          <a:xfrm>
            <a:off x="6324600" y="118110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Preserve UMAP components; seeds 42/7/123.</a:t>
            </a:r>
          </a:p>
          <a:p>
            <a:pPr>
              <a:lnSpc>
                <a:spcPts val="1650"/>
              </a:lnSpc>
              <a:spcBef>
                <a:spcPts val="0"/>
              </a:spcBef>
              <a:spcAft>
                <a:spcPts val="0"/>
              </a:spcAft>
              <a:defRPr sz="1500">
                <a:solidFill>
                  <a:srgbClr val="222222"/>
                </a:solidFill>
                <a:latin typeface="Arial"/>
              </a:defRPr>
            </a:pPr>
            <a:r>
              <a:rPr sz="1500">
                <a:solidFill>
                  <a:srgbClr val="222222"/>
                </a:solidFill>
                <a:latin typeface="Arial"/>
              </a:rPr>
              <a:t>Ward splits: feature silhouette ≥0.15; ARI ≥0.80.</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Up to 5 models per cluster by mean pLDDT.</a:t>
            </a:r>
          </a:p>
          <a:p>
            <a:pPr>
              <a:lnSpc>
                <a:spcPts val="1650"/>
              </a:lnSpc>
              <a:spcBef>
                <a:spcPts val="0"/>
              </a:spcBef>
              <a:spcAft>
                <a:spcPts val="0"/>
              </a:spcAft>
              <a:defRPr sz="1500">
                <a:solidFill>
                  <a:srgbClr val="222222"/>
                </a:solidFill>
                <a:latin typeface="Arial"/>
              </a:defRPr>
            </a:pPr>
            <a:r>
              <a:rPr sz="1500">
                <a:solidFill>
                  <a:srgbClr val="222222"/>
                </a:solidFill>
                <a:latin typeface="Arial"/>
              </a:rPr>
              <a:t>8,044 selected models have native confidence.</a:t>
            </a:r>
          </a:p>
          <a:p>
            <a:pPr>
              <a:lnSpc>
                <a:spcPts val="1650"/>
              </a:lnSpc>
              <a:spcBef>
                <a:spcPts val="0"/>
              </a:spcBef>
              <a:spcAft>
                <a:spcPts val="0"/>
              </a:spcAft>
              <a:defRPr sz="1500">
                <a:solidFill>
                  <a:srgbClr val="222222"/>
                </a:solidFill>
                <a:latin typeface="Arial"/>
              </a:defRPr>
            </a:pPr>
            <a:r>
              <a:rPr sz="1500">
                <a:solidFill>
                  <a:srgbClr val="222222"/>
                </a:solidFill>
                <a:latin typeface="Arial"/>
              </a:rPr>
              <a:t>BioEMU/BioEMU2 stay unscored in clustering.</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Unscored-only clusters use structural medoids.</a:t>
            </a:r>
          </a:p>
        </p:txBody>
      </p:sp>
      <p:sp>
        <p:nvSpPr>
          <p:cNvPr id="11" name="TextBox 10"/>
          <p:cNvSpPr txBox="1"/>
          <p:nvPr/>
        </p:nvSpPr>
        <p:spPr>
          <a:xfrm>
            <a:off x="6324600" y="2543175"/>
            <a:ext cx="5410200" cy="285750"/>
          </a:xfrm>
          <a:prstGeom prst="rect">
            <a:avLst/>
          </a:prstGeom>
          <a:noFill/>
        </p:spPr>
        <p:txBody>
          <a:bodyPr wrap="square" lIns="0" rIns="0" tIns="0" bIns="0">
            <a:normAutofit/>
          </a:bodyPr>
          <a:lstStyle/>
          <a:p>
            <a:pPr>
              <a:defRPr sz="1650">
                <a:solidFill>
                  <a:srgbClr val="222222"/>
                </a:solidFill>
                <a:latin typeface="Arial"/>
              </a:defRPr>
            </a:pPr>
            <a:r>
              <a:t>Medoid TM-similarity grid</a:t>
            </a:r>
          </a:p>
        </p:txBody>
      </p:sp>
      <p:sp>
        <p:nvSpPr>
          <p:cNvPr id="12" name="TextBox 11"/>
          <p:cNvSpPr txBox="1"/>
          <p:nvPr/>
        </p:nvSpPr>
        <p:spPr>
          <a:xfrm>
            <a:off x="6324600" y="2886075"/>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Among the displayed models in each cluster, the</a:t>
            </a:r>
          </a:p>
          <a:p>
            <a:pPr>
              <a:lnSpc>
                <a:spcPts val="1650"/>
              </a:lnSpc>
              <a:spcBef>
                <a:spcPts val="0"/>
              </a:spcBef>
              <a:spcAft>
                <a:spcPts val="0"/>
              </a:spcAft>
            </a:pPr>
            <a:r>
              <a:rPr sz="1500">
                <a:solidFill>
                  <a:srgbClr val="222222"/>
                </a:solidFill>
                <a:latin typeface="Arial"/>
              </a:rPr>
              <a:t>medoid minimizes mean pairwise aligned Cα RMSD</a:t>
            </a:r>
          </a:p>
          <a:p>
            <a:pPr>
              <a:lnSpc>
                <a:spcPts val="1650"/>
              </a:lnSpc>
              <a:spcBef>
                <a:spcPts val="0"/>
              </a:spcBef>
              <a:spcAft>
                <a:spcPts val="0"/>
              </a:spcAft>
            </a:pPr>
            <a:r>
              <a:rPr sz="1500">
                <a:solidFill>
                  <a:srgbClr val="222222"/>
                </a:solidFill>
                <a:latin typeface="Arial"/>
              </a:rPr>
              <a:t>over retained chain-corresponded Cα residues.</a:t>
            </a:r>
          </a:p>
          <a:p>
            <a:pPr>
              <a:lnSpc>
                <a:spcPts val="1650"/>
              </a:lnSpc>
              <a:spcBef>
                <a:spcPts val="0"/>
              </a:spcBef>
              <a:spcAft>
                <a:spcPts val="0"/>
              </a:spcAft>
            </a:pPr>
            <a:r>
              <a:rPr sz="1500">
                <a:solidFill>
                  <a:srgbClr val="245BA7"/>
                </a:solidFill>
                <a:latin typeface="Arial"/>
                <a:hlinkClick r:id="rId8"/>
              </a:rPr>
              <a:t>US-align</a:t>
            </a:r>
            <a:r>
              <a:rPr sz="1500">
                <a:solidFill>
                  <a:srgbClr val="222222"/>
                </a:solidFill>
                <a:latin typeface="Arial"/>
              </a:rPr>
              <a:t> scores each medoid pair in both directions;</a:t>
            </a:r>
          </a:p>
          <a:p>
            <a:pPr>
              <a:lnSpc>
                <a:spcPts val="1650"/>
              </a:lnSpc>
              <a:spcBef>
                <a:spcPts val="0"/>
              </a:spcBef>
              <a:spcAft>
                <a:spcPts val="0"/>
              </a:spcAft>
            </a:pPr>
            <a:r>
              <a:rPr sz="1500">
                <a:solidFill>
                  <a:srgbClr val="222222"/>
                </a:solidFill>
                <a:latin typeface="Arial"/>
              </a:rPr>
              <a:t>average-length normalization and directional mean</a:t>
            </a:r>
          </a:p>
          <a:p>
            <a:pPr>
              <a:lnSpc>
                <a:spcPts val="1650"/>
              </a:lnSpc>
              <a:spcBef>
                <a:spcPts val="0"/>
              </a:spcBef>
              <a:spcAft>
                <a:spcPts val="0"/>
              </a:spcAft>
            </a:pPr>
            <a:r>
              <a:rPr sz="1500">
                <a:solidFill>
                  <a:srgbClr val="222222"/>
                </a:solidFill>
                <a:latin typeface="Arial"/>
              </a:rPr>
              <a:t>give a symmetric grid (0–1; higher is more similar).</a:t>
            </a:r>
          </a:p>
        </p:txBody>
      </p:sp>
      <p:sp>
        <p:nvSpPr>
          <p:cNvPr id="13" name="TextBox 12"/>
          <p:cNvSpPr txBox="1"/>
          <p:nvPr/>
        </p:nvSpPr>
        <p:spPr>
          <a:xfrm>
            <a:off x="6324600" y="4248150"/>
            <a:ext cx="5410200" cy="285750"/>
          </a:xfrm>
          <a:prstGeom prst="rect">
            <a:avLst/>
          </a:prstGeom>
          <a:noFill/>
        </p:spPr>
        <p:txBody>
          <a:bodyPr wrap="square" lIns="0" rIns="0" tIns="0" bIns="0">
            <a:normAutofit/>
          </a:bodyPr>
          <a:lstStyle/>
          <a:p>
            <a:pPr>
              <a:defRPr sz="1650">
                <a:solidFill>
                  <a:srgbClr val="222222"/>
                </a:solidFill>
                <a:latin typeface="Arial"/>
              </a:defRPr>
            </a:pPr>
            <a:r>
              <a:t>Bonsai of the selected ensembles</a:t>
            </a:r>
          </a:p>
        </p:txBody>
      </p:sp>
      <p:sp>
        <p:nvSpPr>
          <p:cNvPr id="14" name="TextBox 13"/>
          <p:cNvSpPr txBox="1"/>
          <p:nvPr/>
        </p:nvSpPr>
        <p:spPr>
          <a:xfrm>
            <a:off x="6324600" y="459105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45BA7"/>
                </a:solidFill>
                <a:latin typeface="Arial"/>
                <a:hlinkClick r:id="rId9"/>
              </a:rPr>
              <a:t>Bonsai / Bonsai Scout</a:t>
            </a:r>
            <a:r>
              <a:rPr sz="1500">
                <a:solidFill>
                  <a:srgbClr val="222222"/>
                </a:solidFill>
                <a:latin typeface="Arial"/>
              </a:rPr>
              <a:t>: native engine b16ef6f.</a:t>
            </a:r>
          </a:p>
          <a:p>
            <a:pPr>
              <a:lnSpc>
                <a:spcPts val="1650"/>
              </a:lnSpc>
              <a:spcBef>
                <a:spcPts val="0"/>
              </a:spcBef>
              <a:spcAft>
                <a:spcPts val="0"/>
              </a:spcAft>
            </a:pPr>
            <a:r>
              <a:rPr sz="1500">
                <a:solidFill>
                  <a:srgbClr val="222222"/>
                </a:solidFill>
                <a:latin typeface="Arial"/>
              </a:rPr>
              <a:t>34 representatives; 33 nonzero PCA axes.</a:t>
            </a:r>
          </a:p>
          <a:p>
            <a:pPr>
              <a:lnSpc>
                <a:spcPts val="1650"/>
              </a:lnSpc>
              <a:spcBef>
                <a:spcPts val="0"/>
              </a:spcBef>
              <a:spcAft>
                <a:spcPts val="0"/>
              </a:spcAft>
            </a:pPr>
            <a:r>
              <a:rPr sz="1500">
                <a:solidFill>
                  <a:srgbClr val="222222"/>
                </a:solidFill>
                <a:latin typeface="Arial"/>
              </a:rPr>
              <a:t>Variance scaling off; tree paths encode distance.</a:t>
            </a:r>
          </a:p>
          <a:p>
            <a:pPr>
              <a:lnSpc>
                <a:spcPts val="1650"/>
              </a:lnSpc>
              <a:spcBef>
                <a:spcPts val="0"/>
              </a:spcBef>
              <a:spcAft>
                <a:spcPts val="0"/>
              </a:spcAft>
            </a:pPr>
            <a:r>
              <a:rPr sz="1500">
                <a:solidFill>
                  <a:srgbClr val="222222"/>
                </a:solidFill>
                <a:latin typeface="Arial"/>
              </a:rPr>
              <a:t>Native edge cuts select 3 groups by silhouette.</a:t>
            </a:r>
          </a:p>
          <a:p>
            <a:pPr>
              <a:lnSpc>
                <a:spcPts val="1650"/>
              </a:lnSpc>
              <a:spcBef>
                <a:spcPts val="0"/>
              </a:spcBef>
              <a:spcAft>
                <a:spcPts val="0"/>
              </a:spcAft>
            </a:pPr>
            <a:r>
              <a:rPr sz="1500">
                <a:solidFill>
                  <a:srgbClr val="222222"/>
                </a:solidFill>
                <a:latin typeface="Arial"/>
              </a:rPr>
              <a:t>B labels apply only to selected representatives.</a:t>
            </a:r>
          </a:p>
          <a:p>
            <a:pPr>
              <a:lnSpc>
                <a:spcPts val="1650"/>
              </a:lnSpc>
              <a:spcBef>
                <a:spcPts val="0"/>
              </a:spcBef>
              <a:spcAft>
                <a:spcPts val="0"/>
              </a:spcAft>
            </a:pPr>
            <a:r>
              <a:rPr sz="1500">
                <a:solidFill>
                  <a:srgbClr val="222222"/>
                </a:solidFill>
                <a:latin typeface="Arial"/>
              </a:rPr>
              <a:t>Circular views and dendrogram; root is arbitrary.</a:t>
            </a:r>
          </a:p>
        </p:txBody>
      </p:sp>
      <p:sp>
        <p:nvSpPr>
          <p:cNvPr id="15" name="TextBox 14"/>
          <p:cNvSpPr txBox="1"/>
          <p:nvPr/>
        </p:nvSpPr>
        <p:spPr>
          <a:xfrm>
            <a:off x="45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0"/>
              </a:rPr>
              <a:t>PCA / scikit-learn: Pedregosa et al., 2011</a:t>
            </a:r>
          </a:p>
        </p:txBody>
      </p:sp>
      <p:sp>
        <p:nvSpPr>
          <p:cNvPr id="16" name="TextBox 15"/>
          <p:cNvSpPr txBox="1"/>
          <p:nvPr/>
        </p:nvSpPr>
        <p:spPr>
          <a:xfrm>
            <a:off x="426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1"/>
              </a:rPr>
              <a:t>t-SNE: van der Maaten &amp; Hinton, 2008</a:t>
            </a:r>
          </a:p>
        </p:txBody>
      </p:sp>
      <p:sp>
        <p:nvSpPr>
          <p:cNvPr id="17" name="TextBox 16"/>
          <p:cNvSpPr txBox="1"/>
          <p:nvPr/>
        </p:nvSpPr>
        <p:spPr>
          <a:xfrm>
            <a:off x="807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2"/>
              </a:rPr>
              <a:t>UMAP: McInnes, Healy &amp; Melville, 2018</a:t>
            </a:r>
          </a:p>
        </p:txBody>
      </p:sp>
      <p:sp>
        <p:nvSpPr>
          <p:cNvPr id="18" name="TextBox 17"/>
          <p:cNvSpPr txBox="1"/>
          <p:nvPr/>
        </p:nvSpPr>
        <p:spPr>
          <a:xfrm>
            <a:off x="457200" y="6419850"/>
            <a:ext cx="11277600" cy="266700"/>
          </a:xfrm>
          <a:prstGeom prst="rect">
            <a:avLst/>
          </a:prstGeom>
          <a:noFill/>
        </p:spPr>
        <p:txBody>
          <a:bodyPr wrap="square" lIns="0" rIns="0" tIns="0" bIns="0">
            <a:normAutofit/>
          </a:bodyPr>
          <a:lstStyle/>
          <a:p>
            <a:pPr>
              <a:defRPr sz="1200">
                <a:solidFill>
                  <a:srgbClr val="222222"/>
                </a:solidFill>
                <a:latin typeface="Arial"/>
              </a:defRPr>
            </a:pPr>
            <a:r>
              <a:t>Only nine confidence-producing methods are ranked; BioEMU/BioEMU2 remain in every structural analysis. Unscored-only clusters retain their structural medoid.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9550"/>
            <a:ext cx="11277600" cy="419100"/>
          </a:xfrm>
          <a:prstGeom prst="rect">
            <a:avLst/>
          </a:prstGeom>
          <a:noFill/>
        </p:spPr>
        <p:txBody>
          <a:bodyPr wrap="square" lIns="0" rIns="0" tIns="0" bIns="0">
            <a:normAutofit/>
          </a:bodyPr>
          <a:lstStyle/>
          <a:p>
            <a:pPr>
              <a:defRPr sz="2250">
                <a:solidFill>
                  <a:srgbClr val="222222"/>
                </a:solidFill>
                <a:latin typeface="Arial"/>
              </a:defRPr>
            </a:pPr>
            <a:r>
              <a:t>TM-similar cluster ensembles</a:t>
            </a:r>
          </a:p>
        </p:txBody>
      </p:sp>
      <p:sp>
        <p:nvSpPr>
          <p:cNvPr id="3" name="TextBox 2"/>
          <p:cNvSpPr txBox="1"/>
          <p:nvPr/>
        </p:nvSpPr>
        <p:spPr>
          <a:xfrm>
            <a:off x="457200" y="742950"/>
            <a:ext cx="5448300" cy="266700"/>
          </a:xfrm>
          <a:prstGeom prst="rect">
            <a:avLst/>
          </a:prstGeom>
          <a:noFill/>
        </p:spPr>
        <p:txBody>
          <a:bodyPr wrap="square" lIns="0" rIns="0" tIns="0" bIns="0">
            <a:normAutofit/>
          </a:bodyPr>
          <a:lstStyle/>
          <a:p>
            <a:pPr>
              <a:defRPr sz="1725">
                <a:solidFill>
                  <a:srgbClr val="222222"/>
                </a:solidFill>
                <a:latin typeface="Arial"/>
              </a:defRPr>
            </a:pPr>
            <a:r>
              <a:t>a. Group 1: C1.3, C1.6</a:t>
            </a:r>
          </a:p>
        </p:txBody>
      </p:sp>
      <p:pic>
        <p:nvPicPr>
          <p:cNvPr id="4" name="TM group 1: cluster overlay" descr="ensemble.png"/>
          <p:cNvPicPr>
            <a:picLocks noChangeAspect="1"/>
          </p:cNvPicPr>
          <p:nvPr/>
        </p:nvPicPr>
        <p:blipFill>
          <a:blip r:embed="rId2"/>
          <a:srcRect l="32143" t="26778" r="15643" b="14222"/>
          <a:stretch>
            <a:fillRect/>
          </a:stretch>
        </p:blipFill>
        <p:spPr>
          <a:xfrm>
            <a:off x="1942212" y="1047750"/>
            <a:ext cx="2478275" cy="1800225"/>
          </a:xfrm>
          <a:prstGeom prst="rect">
            <a:avLst/>
          </a:prstGeom>
        </p:spPr>
      </p:pic>
      <p:sp>
        <p:nvSpPr>
          <p:cNvPr id="5" name="TextBox 4"/>
          <p:cNvSpPr txBox="1"/>
          <p:nvPr/>
        </p:nvSpPr>
        <p:spPr>
          <a:xfrm>
            <a:off x="6096000" y="742950"/>
            <a:ext cx="5448300" cy="266700"/>
          </a:xfrm>
          <a:prstGeom prst="rect">
            <a:avLst/>
          </a:prstGeom>
          <a:noFill/>
        </p:spPr>
        <p:txBody>
          <a:bodyPr wrap="square" lIns="0" rIns="0" tIns="0" bIns="0">
            <a:normAutofit/>
          </a:bodyPr>
          <a:lstStyle/>
          <a:p>
            <a:pPr>
              <a:defRPr sz="1725">
                <a:solidFill>
                  <a:srgbClr val="222222"/>
                </a:solidFill>
                <a:latin typeface="Arial"/>
              </a:defRPr>
            </a:pPr>
            <a:r>
              <a:t>b. Group 2: C1.3, C1.8</a:t>
            </a:r>
          </a:p>
        </p:txBody>
      </p:sp>
      <p:pic>
        <p:nvPicPr>
          <p:cNvPr id="6" name="TM group 2: cluster overlay" descr="ensemble.png"/>
          <p:cNvPicPr>
            <a:picLocks noChangeAspect="1"/>
          </p:cNvPicPr>
          <p:nvPr/>
        </p:nvPicPr>
        <p:blipFill>
          <a:blip r:embed="rId3"/>
          <a:srcRect l="32143" t="26778" r="15643" b="14222"/>
          <a:stretch>
            <a:fillRect/>
          </a:stretch>
        </p:blipFill>
        <p:spPr>
          <a:xfrm>
            <a:off x="7581012" y="1047750"/>
            <a:ext cx="2478275" cy="1800225"/>
          </a:xfrm>
          <a:prstGeom prst="rect">
            <a:avLst/>
          </a:prstGeom>
        </p:spPr>
      </p:pic>
      <p:sp>
        <p:nvSpPr>
          <p:cNvPr id="7" name="TextBox 6"/>
          <p:cNvSpPr txBox="1"/>
          <p:nvPr/>
        </p:nvSpPr>
        <p:spPr>
          <a:xfrm>
            <a:off x="457200" y="2886075"/>
            <a:ext cx="5448300" cy="266700"/>
          </a:xfrm>
          <a:prstGeom prst="rect">
            <a:avLst/>
          </a:prstGeom>
          <a:noFill/>
        </p:spPr>
        <p:txBody>
          <a:bodyPr wrap="square" lIns="0" rIns="0" tIns="0" bIns="0">
            <a:normAutofit/>
          </a:bodyPr>
          <a:lstStyle/>
          <a:p>
            <a:pPr>
              <a:defRPr sz="1725">
                <a:solidFill>
                  <a:srgbClr val="222222"/>
                </a:solidFill>
                <a:latin typeface="Arial"/>
              </a:defRPr>
            </a:pPr>
            <a:r>
              <a:t>c. Group 3: C1.5, C1.7</a:t>
            </a:r>
          </a:p>
        </p:txBody>
      </p:sp>
      <p:pic>
        <p:nvPicPr>
          <p:cNvPr id="8" name="TM group 3: cluster overlay" descr="ensemble.png"/>
          <p:cNvPicPr>
            <a:picLocks noChangeAspect="1"/>
          </p:cNvPicPr>
          <p:nvPr/>
        </p:nvPicPr>
        <p:blipFill>
          <a:blip r:embed="rId4"/>
          <a:srcRect l="32143" t="26778" r="15643" b="14222"/>
          <a:stretch>
            <a:fillRect/>
          </a:stretch>
        </p:blipFill>
        <p:spPr>
          <a:xfrm>
            <a:off x="1942212" y="3190875"/>
            <a:ext cx="2478275" cy="1800225"/>
          </a:xfrm>
          <a:prstGeom prst="rect">
            <a:avLst/>
          </a:prstGeom>
        </p:spPr>
      </p:pic>
      <p:sp>
        <p:nvSpPr>
          <p:cNvPr id="9" name="Rectangle 8"/>
          <p:cNvSpPr/>
          <p:nvPr/>
        </p:nvSpPr>
        <p:spPr>
          <a:xfrm>
            <a:off x="2143125" y="5105400"/>
            <a:ext cx="209550" cy="152400"/>
          </a:xfrm>
          <a:prstGeom prst="rect">
            <a:avLst/>
          </a:prstGeom>
          <a:solidFill>
            <a:srgbClr val="2C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28875" y="5048250"/>
            <a:ext cx="1238250" cy="285750"/>
          </a:xfrm>
          <a:prstGeom prst="rect">
            <a:avLst/>
          </a:prstGeom>
          <a:noFill/>
        </p:spPr>
        <p:txBody>
          <a:bodyPr wrap="square" lIns="0" rIns="0" tIns="0" bIns="0">
            <a:normAutofit/>
          </a:bodyPr>
          <a:lstStyle/>
          <a:p>
            <a:pPr>
              <a:defRPr sz="1500">
                <a:solidFill>
                  <a:srgbClr val="222222"/>
                </a:solidFill>
                <a:latin typeface="Arial"/>
              </a:defRPr>
            </a:pPr>
            <a:r>
              <a:t>C1.3</a:t>
            </a:r>
          </a:p>
        </p:txBody>
      </p:sp>
      <p:sp>
        <p:nvSpPr>
          <p:cNvPr id="11" name="Rectangle 10"/>
          <p:cNvSpPr/>
          <p:nvPr/>
        </p:nvSpPr>
        <p:spPr>
          <a:xfrm>
            <a:off x="3724275" y="5105400"/>
            <a:ext cx="209550" cy="152400"/>
          </a:xfrm>
          <a:prstGeom prst="rect">
            <a:avLst/>
          </a:prstGeom>
          <a:solidFill>
            <a:srgbClr val="8C5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10025" y="5048250"/>
            <a:ext cx="1238250" cy="285750"/>
          </a:xfrm>
          <a:prstGeom prst="rect">
            <a:avLst/>
          </a:prstGeom>
          <a:noFill/>
        </p:spPr>
        <p:txBody>
          <a:bodyPr wrap="square" lIns="0" rIns="0" tIns="0" bIns="0">
            <a:normAutofit/>
          </a:bodyPr>
          <a:lstStyle/>
          <a:p>
            <a:pPr>
              <a:defRPr sz="1500">
                <a:solidFill>
                  <a:srgbClr val="222222"/>
                </a:solidFill>
                <a:latin typeface="Arial"/>
              </a:defRPr>
            </a:pPr>
            <a:r>
              <a:t>C1.6</a:t>
            </a:r>
          </a:p>
        </p:txBody>
      </p:sp>
      <p:sp>
        <p:nvSpPr>
          <p:cNvPr id="13" name="Rectangle 12"/>
          <p:cNvSpPr/>
          <p:nvPr/>
        </p:nvSpPr>
        <p:spPr>
          <a:xfrm>
            <a:off x="5305425" y="5105400"/>
            <a:ext cx="209550" cy="152400"/>
          </a:xfrm>
          <a:prstGeom prst="rect">
            <a:avLst/>
          </a:prstGeom>
          <a:solidFill>
            <a:srgbClr val="7F7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91175" y="5048250"/>
            <a:ext cx="1238250" cy="285750"/>
          </a:xfrm>
          <a:prstGeom prst="rect">
            <a:avLst/>
          </a:prstGeom>
          <a:noFill/>
        </p:spPr>
        <p:txBody>
          <a:bodyPr wrap="square" lIns="0" rIns="0" tIns="0" bIns="0">
            <a:normAutofit/>
          </a:bodyPr>
          <a:lstStyle/>
          <a:p>
            <a:pPr>
              <a:defRPr sz="1500">
                <a:solidFill>
                  <a:srgbClr val="222222"/>
                </a:solidFill>
                <a:latin typeface="Arial"/>
              </a:defRPr>
            </a:pPr>
            <a:r>
              <a:t>C1.8</a:t>
            </a:r>
          </a:p>
        </p:txBody>
      </p:sp>
      <p:sp>
        <p:nvSpPr>
          <p:cNvPr id="15" name="Rectangle 14"/>
          <p:cNvSpPr/>
          <p:nvPr/>
        </p:nvSpPr>
        <p:spPr>
          <a:xfrm>
            <a:off x="6886575" y="5105400"/>
            <a:ext cx="209550" cy="152400"/>
          </a:xfrm>
          <a:prstGeom prst="rect">
            <a:avLst/>
          </a:prstGeom>
          <a:solidFill>
            <a:srgbClr val="9467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72325" y="5048250"/>
            <a:ext cx="1238250" cy="285750"/>
          </a:xfrm>
          <a:prstGeom prst="rect">
            <a:avLst/>
          </a:prstGeom>
          <a:noFill/>
        </p:spPr>
        <p:txBody>
          <a:bodyPr wrap="square" lIns="0" rIns="0" tIns="0" bIns="0">
            <a:normAutofit/>
          </a:bodyPr>
          <a:lstStyle/>
          <a:p>
            <a:pPr>
              <a:defRPr sz="1500">
                <a:solidFill>
                  <a:srgbClr val="222222"/>
                </a:solidFill>
                <a:latin typeface="Arial"/>
              </a:defRPr>
            </a:pPr>
            <a:r>
              <a:t>C1.5</a:t>
            </a:r>
          </a:p>
        </p:txBody>
      </p:sp>
      <p:sp>
        <p:nvSpPr>
          <p:cNvPr id="17" name="Rectangle 16"/>
          <p:cNvSpPr/>
          <p:nvPr/>
        </p:nvSpPr>
        <p:spPr>
          <a:xfrm>
            <a:off x="8467725" y="5105400"/>
            <a:ext cx="209550" cy="152400"/>
          </a:xfrm>
          <a:prstGeom prst="rect">
            <a:avLst/>
          </a:prstGeom>
          <a:solidFill>
            <a:srgbClr val="E37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53475" y="5048250"/>
            <a:ext cx="1238250" cy="285750"/>
          </a:xfrm>
          <a:prstGeom prst="rect">
            <a:avLst/>
          </a:prstGeom>
          <a:noFill/>
        </p:spPr>
        <p:txBody>
          <a:bodyPr wrap="square" lIns="0" rIns="0" tIns="0" bIns="0">
            <a:normAutofit/>
          </a:bodyPr>
          <a:lstStyle/>
          <a:p>
            <a:pPr>
              <a:defRPr sz="1500">
                <a:solidFill>
                  <a:srgbClr val="222222"/>
                </a:solidFill>
                <a:latin typeface="Arial"/>
              </a:defRPr>
            </a:pPr>
            <a:r>
              <a:t>C1.7</a:t>
            </a:r>
          </a:p>
        </p:txBody>
      </p:sp>
      <p:sp>
        <p:nvSpPr>
          <p:cNvPr id="19" name="TextBox 18"/>
          <p:cNvSpPr txBox="1"/>
          <p:nvPr/>
        </p:nvSpPr>
        <p:spPr>
          <a:xfrm>
            <a:off x="457200" y="5505450"/>
            <a:ext cx="11277600" cy="1123950"/>
          </a:xfrm>
          <a:prstGeom prst="rect">
            <a:avLst/>
          </a:prstGeom>
          <a:noFill/>
        </p:spPr>
        <p:txBody>
          <a:bodyPr wrap="square" lIns="0" rIns="0" tIns="0" bIns="0">
            <a:normAutofit/>
          </a:bodyPr>
          <a:lstStyle/>
          <a:p>
            <a:pPr>
              <a:defRPr sz="1425">
                <a:solidFill>
                  <a:srgbClr val="222222"/>
                </a:solidFill>
                <a:latin typeface="Arial"/>
              </a:defRPr>
            </a:pPr>
            <a:r>
              <a:t>Figure 17. Maximal groups whose every cluster-medoid pair has TM-score &gt; 0.8 (group 1: 9 models, TM 0.9101–0.9101; group 2: 6 models, TM 0.8094–0.8094; group 3: 8 models, TM 0.8047–0.8047). All displayed representatives are pooled and aligned to the pooled Cα RMSD medoid using the recorded alignment residues, without outlier rejection. Detected terminal exclusions also apply to fitting. Colors match PCA, UMAP and t-SNE clusters; saved camera orientation is reused. Groups may overlap.</a:t>
            </a:r>
          </a:p>
        </p:txBody>
      </p:sp>
    </p:spTree>
  </p:cSld>
  <p:clrMapOvr>
    <a:masterClrMapping/>
  </p:clrMapOvr>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5" name="">
            <a:extLst>
              <a:ext uri="{FF2B5EF4-FFF2-40B4-BE49-F238E27FC236}">
                <ns2:creationId id="{77DF314C-1BCE-4D94-8BFA-ECD92DE561DB}"/>
              </a:ext>
            </a:extLst>
          </p:cNvPr>
          <p:cNvSpPr>
            <a:spLocks noGrp="1"/>
          </p:cNvSpPr>
          <p:nvPr/>
        </p:nvSpPr>
        <p:spPr>
          <a:xfrm>
            <a:off x="457200" y="209550"/>
            <a:ext cx="11277600" cy="514350"/>
          </a:xfrm>
          <a:prstGeom prst="rect">
            <a:avLst/>
          </a:prstGeom>
          <a:noFill/>
          <a:ln w="0">
            <a:noFill/>
          </a:ln>
        </p:spPr>
        <p:txBody>
          <a:bodyPr>
            <a:noAutofit/>
          </a:bodyPr>
          <a:lstStyle>
            <a:defPPr>
              <a:defRPr sz="2100">
                <a:solidFill>
                  <a:srgbClr val="222222"/>
                </a:solidFill>
                <a:latin typeface="DejaVu Sans"/>
                <a:ea typeface="DejaVu Sans"/>
                <a:cs typeface="DejaVu Sans"/>
              </a:defRPr>
            </a:defPPr>
            <a:lvl1pPr>
              <a:defRPr sz="2100">
                <a:solidFill>
                  <a:srgbClr val="222222"/>
                </a:solidFill>
                <a:latin typeface="DejaVu Sans"/>
                <a:ea typeface="DejaVu Sans"/>
                <a:cs typeface="DejaVu Sans"/>
              </a:defRPr>
            </a:lvl1pPr>
            <a:lvl2pPr>
              <a:defRPr sz="2100">
                <a:solidFill>
                  <a:srgbClr val="222222"/>
                </a:solidFill>
                <a:latin typeface="DejaVu Sans"/>
                <a:ea typeface="DejaVu Sans"/>
                <a:cs typeface="DejaVu Sans"/>
              </a:defRPr>
            </a:lvl2pPr>
            <a:lvl3pPr>
              <a:defRPr sz="2100">
                <a:solidFill>
                  <a:srgbClr val="222222"/>
                </a:solidFill>
                <a:latin typeface="DejaVu Sans"/>
                <a:ea typeface="DejaVu Sans"/>
                <a:cs typeface="DejaVu Sans"/>
              </a:defRPr>
            </a:lvl3pPr>
            <a:lvl4pPr>
              <a:defRPr sz="2100">
                <a:solidFill>
                  <a:srgbClr val="222222"/>
                </a:solidFill>
                <a:latin typeface="DejaVu Sans"/>
                <a:ea typeface="DejaVu Sans"/>
                <a:cs typeface="DejaVu Sans"/>
              </a:defRPr>
            </a:lvl4pPr>
            <a:lvl5pPr>
              <a:defRPr sz="2100">
                <a:solidFill>
                  <a:srgbClr val="222222"/>
                </a:solidFill>
                <a:latin typeface="DejaVu Sans"/>
                <a:ea typeface="DejaVu Sans"/>
                <a:cs typeface="DejaVu Sans"/>
              </a:defRPr>
            </a:lvl5pPr>
            <a:lvl6pPr>
              <a:defRPr sz="2100">
                <a:solidFill>
                  <a:srgbClr val="222222"/>
                </a:solidFill>
                <a:latin typeface="DejaVu Sans"/>
                <a:ea typeface="DejaVu Sans"/>
                <a:cs typeface="DejaVu Sans"/>
              </a:defRPr>
            </a:lvl6pPr>
            <a:lvl7pPr>
              <a:defRPr sz="2100">
                <a:solidFill>
                  <a:srgbClr val="222222"/>
                </a:solidFill>
                <a:latin typeface="DejaVu Sans"/>
                <a:ea typeface="DejaVu Sans"/>
                <a:cs typeface="DejaVu Sans"/>
              </a:defRPr>
            </a:lvl7pPr>
            <a:lvl8pPr>
              <a:defRPr sz="2100">
                <a:solidFill>
                  <a:srgbClr val="222222"/>
                </a:solidFill>
                <a:latin typeface="DejaVu Sans"/>
                <a:ea typeface="DejaVu Sans"/>
                <a:cs typeface="DejaVu Sans"/>
              </a:defRPr>
            </a:lvl8pPr>
            <a:lvl9pPr>
              <a:defRPr sz="2100">
                <a:solidFill>
                  <a:srgbClr val="222222"/>
                </a:solidFill>
                <a:latin typeface="DejaVu Sans"/>
                <a:ea typeface="DejaVu Sans"/>
                <a:cs typeface="DejaVu Sans"/>
              </a:defRPr>
            </a:lvl9pPr>
          </a:lstStyle>
          <a:p>
            <a:pPr>
              <a:defRPr sz="2100">
                <a:solidFill>
                  <a:srgbClr val="222222"/>
                </a:solidFill>
                <a:latin typeface="DejaVu Sans"/>
                <a:ea typeface="DejaVu Sans"/>
                <a:cs typeface="DejaVu Sans"/>
              </a:defRPr>
            </a:pPr>
            <a:r>
              <a:rPr sz="2100">
                <a:solidFill>
                  <a:srgbClr val="222222"/>
                </a:solidFill>
                <a:latin typeface="DejaVu Sans"/>
                <a:ea typeface="DejaVu Sans"/>
                <a:cs typeface="DejaVu Sans"/>
              </a:rPr>
              <a:t>Pooled group 1 · one model per frame</a:t>
            </a:r>
          </a:p>
        </p:txBody>
      </p:sp>
      <p:sp>
        <p:nvSpPr>
          <p:cNvPr id="2" name="">
            <a:extLst>
              <a:ext uri="{FF2B5EF4-FFF2-40B4-BE49-F238E27FC236}">
                <ns2:creationId id="{6A1B0B52-5152-4292-BB97-49BF6AE94FC3}"/>
              </a:ext>
            </a:extLst>
          </p:cNvPr>
          <p:cNvSpPr>
            <a:spLocks noGrp="1"/>
          </p:cNvSpPr>
          <p:nvPr/>
        </p:nvSpPr>
        <p:spPr>
          <a:xfrm>
            <a:off x="457200" y="714375"/>
            <a:ext cx="11049000" cy="400050"/>
          </a:xfrm>
          <a:prstGeom prst="rect">
            <a:avLst/>
          </a:prstGeom>
          <a:noFill/>
          <a:ln w="0">
            <a:noFill/>
          </a:ln>
        </p:spPr>
        <p:txBody>
          <a:bodyPr>
            <a:noAutofit/>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Whole-structure fit</a:t>
            </a:r>
          </a:p>
        </p:txBody>
      </p:sp>
      <p:pic>
        <p:nvPicPr>
          <p:cNvPr id="3" name="" descr="Pooled group 1 | whole_structure">
            <a:extLst>
              <a:ext uri="{FF2B5EF4-FFF2-40B4-BE49-F238E27FC236}">
                <ns2:creationId id="{F4586AF2-2D16-40CA-9108-B4D0FF7D59D3}"/>
              </a:ext>
            </a:extLst>
          </p:cNvPr>
          <p:cNvPicPr>
            <a:picLocks noChangeAspect="1"/>
          </p:cNvPicPr>
          <p:nvPr/>
        </p:nvPicPr>
        <p:blipFill>
          <a:blip r:embed="rIdPooledAnimation1"/>
          <a:stretch/>
        </p:blipFill>
        <p:spPr>
          <a:xfrm>
            <a:off x="2971915" y="1162050"/>
            <a:ext cx="6019571" cy="4191000"/>
          </a:xfrm>
          <a:prstGeom prst="rect">
            <a:avLst/>
          </a:prstGeom>
        </p:spPr>
      </p:pic>
      <p:sp>
        <p:nvSpPr>
          <p:cNvPr id="4" name="">
            <a:extLst>
              <a:ext uri="{FF2B5EF4-FFF2-40B4-BE49-F238E27FC236}">
                <ns2:creationId id="{8711B391-99EA-41B6-B5DA-12FA56609F67}"/>
              </a:ext>
            </a:extLst>
          </p:cNvPr>
          <p:cNvSpPr>
            <a:spLocks noGrp="1"/>
          </p:cNvSpPr>
          <p:nvPr/>
        </p:nvSpPr>
        <p:spPr>
          <a:xfrm>
            <a:off x="457200" y="5715000"/>
            <a:ext cx="11277600" cy="990600"/>
          </a:xfrm>
          <a:prstGeom prst="rect">
            <a:avLst/>
          </a:prstGeom>
          <a:noFill/>
          <a:ln w="0">
            <a:noFill/>
          </a:ln>
        </p:spPr>
        <p:txBody>
          <a:bodyPr>
            <a:noAutofit/>
          </a:bodyPr>
          <a:lstStyle>
            <a:defPPr>
              <a:defRPr sz="1350">
                <a:solidFill>
                  <a:srgbClr val="222222"/>
                </a:solidFill>
                <a:latin typeface="DejaVu Sans"/>
                <a:ea typeface="DejaVu Sans"/>
                <a:cs typeface="DejaVu Sans"/>
              </a:defRPr>
            </a:defPPr>
            <a:lvl1pPr>
              <a:defRPr sz="1350">
                <a:solidFill>
                  <a:srgbClr val="222222"/>
                </a:solidFill>
                <a:latin typeface="DejaVu Sans"/>
                <a:ea typeface="DejaVu Sans"/>
                <a:cs typeface="DejaVu Sans"/>
              </a:defRPr>
            </a:lvl1pPr>
            <a:lvl2pPr>
              <a:defRPr sz="1350">
                <a:solidFill>
                  <a:srgbClr val="222222"/>
                </a:solidFill>
                <a:latin typeface="DejaVu Sans"/>
                <a:ea typeface="DejaVu Sans"/>
                <a:cs typeface="DejaVu Sans"/>
              </a:defRPr>
            </a:lvl2pPr>
            <a:lvl3pPr>
              <a:defRPr sz="1350">
                <a:solidFill>
                  <a:srgbClr val="222222"/>
                </a:solidFill>
                <a:latin typeface="DejaVu Sans"/>
                <a:ea typeface="DejaVu Sans"/>
                <a:cs typeface="DejaVu Sans"/>
              </a:defRPr>
            </a:lvl3pPr>
            <a:lvl4pPr>
              <a:defRPr sz="1350">
                <a:solidFill>
                  <a:srgbClr val="222222"/>
                </a:solidFill>
                <a:latin typeface="DejaVu Sans"/>
                <a:ea typeface="DejaVu Sans"/>
                <a:cs typeface="DejaVu Sans"/>
              </a:defRPr>
            </a:lvl4pPr>
            <a:lvl5pPr>
              <a:defRPr sz="1350">
                <a:solidFill>
                  <a:srgbClr val="222222"/>
                </a:solidFill>
                <a:latin typeface="DejaVu Sans"/>
                <a:ea typeface="DejaVu Sans"/>
                <a:cs typeface="DejaVu Sans"/>
              </a:defRPr>
            </a:lvl5pPr>
            <a:lvl6pPr>
              <a:defRPr sz="1350">
                <a:solidFill>
                  <a:srgbClr val="222222"/>
                </a:solidFill>
                <a:latin typeface="DejaVu Sans"/>
                <a:ea typeface="DejaVu Sans"/>
                <a:cs typeface="DejaVu Sans"/>
              </a:defRPr>
            </a:lvl6pPr>
            <a:lvl7pPr>
              <a:defRPr sz="1350">
                <a:solidFill>
                  <a:srgbClr val="222222"/>
                </a:solidFill>
                <a:latin typeface="DejaVu Sans"/>
                <a:ea typeface="DejaVu Sans"/>
                <a:cs typeface="DejaVu Sans"/>
              </a:defRPr>
            </a:lvl7pPr>
            <a:lvl8pPr>
              <a:defRPr sz="1350">
                <a:solidFill>
                  <a:srgbClr val="222222"/>
                </a:solidFill>
                <a:latin typeface="DejaVu Sans"/>
                <a:ea typeface="DejaVu Sans"/>
                <a:cs typeface="DejaVu Sans"/>
              </a:defRPr>
            </a:lvl8pPr>
            <a:lvl9pPr>
              <a:defRPr sz="1350">
                <a:solidFill>
                  <a:srgbClr val="222222"/>
                </a:solidFill>
                <a:latin typeface="DejaVu Sans"/>
                <a:ea typeface="DejaVu Sans"/>
                <a:cs typeface="DejaVu Sans"/>
              </a:defRPr>
            </a:lvl9pPr>
          </a:lstStyle>
          <a:p>
            <a:pPr>
              <a:defRPr sz="1350">
                <a:solidFill>
                  <a:srgbClr val="222222"/>
                </a:solidFill>
                <a:latin typeface="DejaVu Sans"/>
                <a:ea typeface="DejaVu Sans"/>
                <a:cs typeface="DejaVu Sans"/>
              </a:defRPr>
            </a:pPr>
            <a:r>
              <a:rPr sz="1350">
                <a:solidFill>
                  <a:srgbClr val="222222"/>
                </a:solidFill>
                <a:latin typeface="DejaVu Sans"/>
                <a:ea typeface="DejaVu Sans"/>
                <a:cs typeface="DejaVu Sans"/>
              </a:rPr>
              <a:t>Complete structures, one model per frame. Same fit and fixed camera as the corresponding ensemble slide; each chain repeats its own N-to-C rainbow. Maximum-RMSD endpoints with minimum-transition path search. Five frames at 30 fps per model (~0.167 s). GIF loop reset is excluded from the path objective. The PDF shows the first frame.</a:t>
            </a:r>
          </a:p>
        </p:txBody>
      </p:sp>
    </p:spTree>
    <p:extLst>
      <p:ext uri="{BB962C8B-B14F-4D97-AF65-F5344CB8AC3E}">
        <ns4:creationId val="812364561"/>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5" name="">
            <a:extLst>
              <a:ext uri="{FF2B5EF4-FFF2-40B4-BE49-F238E27FC236}">
                <ns2:creationId id="{D47DDCBA-94C0-47CB-9C91-F84A41CE2347}"/>
              </a:ext>
            </a:extLst>
          </p:cNvPr>
          <p:cNvSpPr>
            <a:spLocks noGrp="1"/>
          </p:cNvSpPr>
          <p:nvPr/>
        </p:nvSpPr>
        <p:spPr>
          <a:xfrm>
            <a:off x="457200" y="209550"/>
            <a:ext cx="11277600" cy="514350"/>
          </a:xfrm>
          <a:prstGeom prst="rect">
            <a:avLst/>
          </a:prstGeom>
          <a:noFill/>
          <a:ln w="0">
            <a:noFill/>
          </a:ln>
        </p:spPr>
        <p:txBody>
          <a:bodyPr>
            <a:noAutofit/>
          </a:bodyPr>
          <a:lstStyle>
            <a:defPPr>
              <a:defRPr sz="2100">
                <a:solidFill>
                  <a:srgbClr val="222222"/>
                </a:solidFill>
                <a:latin typeface="DejaVu Sans"/>
                <a:ea typeface="DejaVu Sans"/>
                <a:cs typeface="DejaVu Sans"/>
              </a:defRPr>
            </a:defPPr>
            <a:lvl1pPr>
              <a:defRPr sz="2100">
                <a:solidFill>
                  <a:srgbClr val="222222"/>
                </a:solidFill>
                <a:latin typeface="DejaVu Sans"/>
                <a:ea typeface="DejaVu Sans"/>
                <a:cs typeface="DejaVu Sans"/>
              </a:defRPr>
            </a:lvl1pPr>
            <a:lvl2pPr>
              <a:defRPr sz="2100">
                <a:solidFill>
                  <a:srgbClr val="222222"/>
                </a:solidFill>
                <a:latin typeface="DejaVu Sans"/>
                <a:ea typeface="DejaVu Sans"/>
                <a:cs typeface="DejaVu Sans"/>
              </a:defRPr>
            </a:lvl2pPr>
            <a:lvl3pPr>
              <a:defRPr sz="2100">
                <a:solidFill>
                  <a:srgbClr val="222222"/>
                </a:solidFill>
                <a:latin typeface="DejaVu Sans"/>
                <a:ea typeface="DejaVu Sans"/>
                <a:cs typeface="DejaVu Sans"/>
              </a:defRPr>
            </a:lvl3pPr>
            <a:lvl4pPr>
              <a:defRPr sz="2100">
                <a:solidFill>
                  <a:srgbClr val="222222"/>
                </a:solidFill>
                <a:latin typeface="DejaVu Sans"/>
                <a:ea typeface="DejaVu Sans"/>
                <a:cs typeface="DejaVu Sans"/>
              </a:defRPr>
            </a:lvl4pPr>
            <a:lvl5pPr>
              <a:defRPr sz="2100">
                <a:solidFill>
                  <a:srgbClr val="222222"/>
                </a:solidFill>
                <a:latin typeface="DejaVu Sans"/>
                <a:ea typeface="DejaVu Sans"/>
                <a:cs typeface="DejaVu Sans"/>
              </a:defRPr>
            </a:lvl5pPr>
            <a:lvl6pPr>
              <a:defRPr sz="2100">
                <a:solidFill>
                  <a:srgbClr val="222222"/>
                </a:solidFill>
                <a:latin typeface="DejaVu Sans"/>
                <a:ea typeface="DejaVu Sans"/>
                <a:cs typeface="DejaVu Sans"/>
              </a:defRPr>
            </a:lvl6pPr>
            <a:lvl7pPr>
              <a:defRPr sz="2100">
                <a:solidFill>
                  <a:srgbClr val="222222"/>
                </a:solidFill>
                <a:latin typeface="DejaVu Sans"/>
                <a:ea typeface="DejaVu Sans"/>
                <a:cs typeface="DejaVu Sans"/>
              </a:defRPr>
            </a:lvl7pPr>
            <a:lvl8pPr>
              <a:defRPr sz="2100">
                <a:solidFill>
                  <a:srgbClr val="222222"/>
                </a:solidFill>
                <a:latin typeface="DejaVu Sans"/>
                <a:ea typeface="DejaVu Sans"/>
                <a:cs typeface="DejaVu Sans"/>
              </a:defRPr>
            </a:lvl8pPr>
            <a:lvl9pPr>
              <a:defRPr sz="2100">
                <a:solidFill>
                  <a:srgbClr val="222222"/>
                </a:solidFill>
                <a:latin typeface="DejaVu Sans"/>
                <a:ea typeface="DejaVu Sans"/>
                <a:cs typeface="DejaVu Sans"/>
              </a:defRPr>
            </a:lvl9pPr>
          </a:lstStyle>
          <a:p>
            <a:pPr>
              <a:defRPr sz="2100">
                <a:solidFill>
                  <a:srgbClr val="222222"/>
                </a:solidFill>
                <a:latin typeface="DejaVu Sans"/>
                <a:ea typeface="DejaVu Sans"/>
                <a:cs typeface="DejaVu Sans"/>
              </a:defRPr>
            </a:pPr>
            <a:r>
              <a:rPr sz="2100">
                <a:solidFill>
                  <a:srgbClr val="222222"/>
                </a:solidFill>
                <a:latin typeface="DejaVu Sans"/>
                <a:ea typeface="DejaVu Sans"/>
                <a:cs typeface="DejaVu Sans"/>
              </a:rPr>
              <a:t>Pooled group 2 · one model per frame</a:t>
            </a:r>
          </a:p>
        </p:txBody>
      </p:sp>
      <p:sp>
        <p:nvSpPr>
          <p:cNvPr id="2" name="">
            <a:extLst>
              <a:ext uri="{FF2B5EF4-FFF2-40B4-BE49-F238E27FC236}">
                <ns2:creationId id="{BAD3AAB5-0FAF-40DF-B57F-9D24E1137E83}"/>
              </a:ext>
            </a:extLst>
          </p:cNvPr>
          <p:cNvSpPr>
            <a:spLocks noGrp="1"/>
          </p:cNvSpPr>
          <p:nvPr/>
        </p:nvSpPr>
        <p:spPr>
          <a:xfrm>
            <a:off x="457200" y="714375"/>
            <a:ext cx="11049000" cy="400050"/>
          </a:xfrm>
          <a:prstGeom prst="rect">
            <a:avLst/>
          </a:prstGeom>
          <a:noFill/>
          <a:ln w="0">
            <a:noFill/>
          </a:ln>
        </p:spPr>
        <p:txBody>
          <a:bodyPr>
            <a:noAutofit/>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Whole-structure fit</a:t>
            </a:r>
          </a:p>
        </p:txBody>
      </p:sp>
      <p:pic>
        <p:nvPicPr>
          <p:cNvPr id="3" name="" descr="Pooled group 2 | whole_structure">
            <a:extLst>
              <a:ext uri="{FF2B5EF4-FFF2-40B4-BE49-F238E27FC236}">
                <ns2:creationId id="{0665A343-AC30-4DBE-91BD-823EC5008A75}"/>
              </a:ext>
            </a:extLst>
          </p:cNvPr>
          <p:cNvPicPr>
            <a:picLocks noChangeAspect="1"/>
          </p:cNvPicPr>
          <p:nvPr/>
        </p:nvPicPr>
        <p:blipFill>
          <a:blip r:embed="rIdPooledAnimation1"/>
          <a:stretch/>
        </p:blipFill>
        <p:spPr>
          <a:xfrm>
            <a:off x="3755878" y="1162050"/>
            <a:ext cx="4451645" cy="4191000"/>
          </a:xfrm>
          <a:prstGeom prst="rect">
            <a:avLst/>
          </a:prstGeom>
        </p:spPr>
      </p:pic>
      <p:sp>
        <p:nvSpPr>
          <p:cNvPr id="4" name="">
            <a:extLst>
              <a:ext uri="{FF2B5EF4-FFF2-40B4-BE49-F238E27FC236}">
                <ns2:creationId id="{4D6167CE-B8FB-40D2-9E19-BBE1D9129BEE}"/>
              </a:ext>
            </a:extLst>
          </p:cNvPr>
          <p:cNvSpPr>
            <a:spLocks noGrp="1"/>
          </p:cNvSpPr>
          <p:nvPr/>
        </p:nvSpPr>
        <p:spPr>
          <a:xfrm>
            <a:off x="457200" y="5715000"/>
            <a:ext cx="11277600" cy="990600"/>
          </a:xfrm>
          <a:prstGeom prst="rect">
            <a:avLst/>
          </a:prstGeom>
          <a:noFill/>
          <a:ln w="0">
            <a:noFill/>
          </a:ln>
        </p:spPr>
        <p:txBody>
          <a:bodyPr>
            <a:noAutofit/>
          </a:bodyPr>
          <a:lstStyle>
            <a:defPPr>
              <a:defRPr sz="1350">
                <a:solidFill>
                  <a:srgbClr val="222222"/>
                </a:solidFill>
                <a:latin typeface="DejaVu Sans"/>
                <a:ea typeface="DejaVu Sans"/>
                <a:cs typeface="DejaVu Sans"/>
              </a:defRPr>
            </a:defPPr>
            <a:lvl1pPr>
              <a:defRPr sz="1350">
                <a:solidFill>
                  <a:srgbClr val="222222"/>
                </a:solidFill>
                <a:latin typeface="DejaVu Sans"/>
                <a:ea typeface="DejaVu Sans"/>
                <a:cs typeface="DejaVu Sans"/>
              </a:defRPr>
            </a:lvl1pPr>
            <a:lvl2pPr>
              <a:defRPr sz="1350">
                <a:solidFill>
                  <a:srgbClr val="222222"/>
                </a:solidFill>
                <a:latin typeface="DejaVu Sans"/>
                <a:ea typeface="DejaVu Sans"/>
                <a:cs typeface="DejaVu Sans"/>
              </a:defRPr>
            </a:lvl2pPr>
            <a:lvl3pPr>
              <a:defRPr sz="1350">
                <a:solidFill>
                  <a:srgbClr val="222222"/>
                </a:solidFill>
                <a:latin typeface="DejaVu Sans"/>
                <a:ea typeface="DejaVu Sans"/>
                <a:cs typeface="DejaVu Sans"/>
              </a:defRPr>
            </a:lvl3pPr>
            <a:lvl4pPr>
              <a:defRPr sz="1350">
                <a:solidFill>
                  <a:srgbClr val="222222"/>
                </a:solidFill>
                <a:latin typeface="DejaVu Sans"/>
                <a:ea typeface="DejaVu Sans"/>
                <a:cs typeface="DejaVu Sans"/>
              </a:defRPr>
            </a:lvl4pPr>
            <a:lvl5pPr>
              <a:defRPr sz="1350">
                <a:solidFill>
                  <a:srgbClr val="222222"/>
                </a:solidFill>
                <a:latin typeface="DejaVu Sans"/>
                <a:ea typeface="DejaVu Sans"/>
                <a:cs typeface="DejaVu Sans"/>
              </a:defRPr>
            </a:lvl5pPr>
            <a:lvl6pPr>
              <a:defRPr sz="1350">
                <a:solidFill>
                  <a:srgbClr val="222222"/>
                </a:solidFill>
                <a:latin typeface="DejaVu Sans"/>
                <a:ea typeface="DejaVu Sans"/>
                <a:cs typeface="DejaVu Sans"/>
              </a:defRPr>
            </a:lvl6pPr>
            <a:lvl7pPr>
              <a:defRPr sz="1350">
                <a:solidFill>
                  <a:srgbClr val="222222"/>
                </a:solidFill>
                <a:latin typeface="DejaVu Sans"/>
                <a:ea typeface="DejaVu Sans"/>
                <a:cs typeface="DejaVu Sans"/>
              </a:defRPr>
            </a:lvl7pPr>
            <a:lvl8pPr>
              <a:defRPr sz="1350">
                <a:solidFill>
                  <a:srgbClr val="222222"/>
                </a:solidFill>
                <a:latin typeface="DejaVu Sans"/>
                <a:ea typeface="DejaVu Sans"/>
                <a:cs typeface="DejaVu Sans"/>
              </a:defRPr>
            </a:lvl8pPr>
            <a:lvl9pPr>
              <a:defRPr sz="1350">
                <a:solidFill>
                  <a:srgbClr val="222222"/>
                </a:solidFill>
                <a:latin typeface="DejaVu Sans"/>
                <a:ea typeface="DejaVu Sans"/>
                <a:cs typeface="DejaVu Sans"/>
              </a:defRPr>
            </a:lvl9pPr>
          </a:lstStyle>
          <a:p>
            <a:pPr>
              <a:defRPr sz="1350">
                <a:solidFill>
                  <a:srgbClr val="222222"/>
                </a:solidFill>
                <a:latin typeface="DejaVu Sans"/>
                <a:ea typeface="DejaVu Sans"/>
                <a:cs typeface="DejaVu Sans"/>
              </a:defRPr>
            </a:pPr>
            <a:r>
              <a:rPr sz="1350">
                <a:solidFill>
                  <a:srgbClr val="222222"/>
                </a:solidFill>
                <a:latin typeface="DejaVu Sans"/>
                <a:ea typeface="DejaVu Sans"/>
                <a:cs typeface="DejaVu Sans"/>
              </a:rPr>
              <a:t>Complete structures, one model per frame. Same fit and fixed camera as the corresponding ensemble slide; each chain repeats its own N-to-C rainbow. Maximum-RMSD endpoints with minimum-transition path search. Five frames at 30 fps per model (~0.167 s). GIF loop reset is excluded from the path objective. The PDF shows the first frame.</a:t>
            </a:r>
          </a:p>
        </p:txBody>
      </p:sp>
    </p:spTree>
    <p:extLst>
      <p:ext uri="{BB962C8B-B14F-4D97-AF65-F5344CB8AC3E}">
        <ns4:creationId val="3443119"/>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5" name="">
            <a:extLst>
              <a:ext uri="{FF2B5EF4-FFF2-40B4-BE49-F238E27FC236}">
                <ns2:creationId id="{DA687BBD-C4BB-4F1D-BC21-BDBF7E1388E9}"/>
              </a:ext>
            </a:extLst>
          </p:cNvPr>
          <p:cNvSpPr>
            <a:spLocks noGrp="1"/>
          </p:cNvSpPr>
          <p:nvPr/>
        </p:nvSpPr>
        <p:spPr>
          <a:xfrm>
            <a:off x="457200" y="209550"/>
            <a:ext cx="11277600" cy="514350"/>
          </a:xfrm>
          <a:prstGeom prst="rect">
            <a:avLst/>
          </a:prstGeom>
          <a:noFill/>
          <a:ln w="0">
            <a:noFill/>
          </a:ln>
        </p:spPr>
        <p:txBody>
          <a:bodyPr>
            <a:noAutofit/>
          </a:bodyPr>
          <a:lstStyle>
            <a:defPPr>
              <a:defRPr sz="2100">
                <a:solidFill>
                  <a:srgbClr val="222222"/>
                </a:solidFill>
                <a:latin typeface="DejaVu Sans"/>
                <a:ea typeface="DejaVu Sans"/>
                <a:cs typeface="DejaVu Sans"/>
              </a:defRPr>
            </a:defPPr>
            <a:lvl1pPr>
              <a:defRPr sz="2100">
                <a:solidFill>
                  <a:srgbClr val="222222"/>
                </a:solidFill>
                <a:latin typeface="DejaVu Sans"/>
                <a:ea typeface="DejaVu Sans"/>
                <a:cs typeface="DejaVu Sans"/>
              </a:defRPr>
            </a:lvl1pPr>
            <a:lvl2pPr>
              <a:defRPr sz="2100">
                <a:solidFill>
                  <a:srgbClr val="222222"/>
                </a:solidFill>
                <a:latin typeface="DejaVu Sans"/>
                <a:ea typeface="DejaVu Sans"/>
                <a:cs typeface="DejaVu Sans"/>
              </a:defRPr>
            </a:lvl2pPr>
            <a:lvl3pPr>
              <a:defRPr sz="2100">
                <a:solidFill>
                  <a:srgbClr val="222222"/>
                </a:solidFill>
                <a:latin typeface="DejaVu Sans"/>
                <a:ea typeface="DejaVu Sans"/>
                <a:cs typeface="DejaVu Sans"/>
              </a:defRPr>
            </a:lvl3pPr>
            <a:lvl4pPr>
              <a:defRPr sz="2100">
                <a:solidFill>
                  <a:srgbClr val="222222"/>
                </a:solidFill>
                <a:latin typeface="DejaVu Sans"/>
                <a:ea typeface="DejaVu Sans"/>
                <a:cs typeface="DejaVu Sans"/>
              </a:defRPr>
            </a:lvl4pPr>
            <a:lvl5pPr>
              <a:defRPr sz="2100">
                <a:solidFill>
                  <a:srgbClr val="222222"/>
                </a:solidFill>
                <a:latin typeface="DejaVu Sans"/>
                <a:ea typeface="DejaVu Sans"/>
                <a:cs typeface="DejaVu Sans"/>
              </a:defRPr>
            </a:lvl5pPr>
            <a:lvl6pPr>
              <a:defRPr sz="2100">
                <a:solidFill>
                  <a:srgbClr val="222222"/>
                </a:solidFill>
                <a:latin typeface="DejaVu Sans"/>
                <a:ea typeface="DejaVu Sans"/>
                <a:cs typeface="DejaVu Sans"/>
              </a:defRPr>
            </a:lvl6pPr>
            <a:lvl7pPr>
              <a:defRPr sz="2100">
                <a:solidFill>
                  <a:srgbClr val="222222"/>
                </a:solidFill>
                <a:latin typeface="DejaVu Sans"/>
                <a:ea typeface="DejaVu Sans"/>
                <a:cs typeface="DejaVu Sans"/>
              </a:defRPr>
            </a:lvl7pPr>
            <a:lvl8pPr>
              <a:defRPr sz="2100">
                <a:solidFill>
                  <a:srgbClr val="222222"/>
                </a:solidFill>
                <a:latin typeface="DejaVu Sans"/>
                <a:ea typeface="DejaVu Sans"/>
                <a:cs typeface="DejaVu Sans"/>
              </a:defRPr>
            </a:lvl8pPr>
            <a:lvl9pPr>
              <a:defRPr sz="2100">
                <a:solidFill>
                  <a:srgbClr val="222222"/>
                </a:solidFill>
                <a:latin typeface="DejaVu Sans"/>
                <a:ea typeface="DejaVu Sans"/>
                <a:cs typeface="DejaVu Sans"/>
              </a:defRPr>
            </a:lvl9pPr>
          </a:lstStyle>
          <a:p>
            <a:pPr>
              <a:defRPr sz="2100">
                <a:solidFill>
                  <a:srgbClr val="222222"/>
                </a:solidFill>
                <a:latin typeface="DejaVu Sans"/>
                <a:ea typeface="DejaVu Sans"/>
                <a:cs typeface="DejaVu Sans"/>
              </a:defRPr>
            </a:pPr>
            <a:r>
              <a:rPr sz="2100">
                <a:solidFill>
                  <a:srgbClr val="222222"/>
                </a:solidFill>
                <a:latin typeface="DejaVu Sans"/>
                <a:ea typeface="DejaVu Sans"/>
                <a:cs typeface="DejaVu Sans"/>
              </a:rPr>
              <a:t>Pooled group 3 · one model per frame</a:t>
            </a:r>
          </a:p>
        </p:txBody>
      </p:sp>
      <p:sp>
        <p:nvSpPr>
          <p:cNvPr id="2" name="">
            <a:extLst>
              <a:ext uri="{FF2B5EF4-FFF2-40B4-BE49-F238E27FC236}">
                <ns2:creationId id="{34D0B387-5DB8-4075-A86F-438E47B75DE5}"/>
              </a:ext>
            </a:extLst>
          </p:cNvPr>
          <p:cNvSpPr>
            <a:spLocks noGrp="1"/>
          </p:cNvSpPr>
          <p:nvPr/>
        </p:nvSpPr>
        <p:spPr>
          <a:xfrm>
            <a:off x="457200" y="714375"/>
            <a:ext cx="11049000" cy="400050"/>
          </a:xfrm>
          <a:prstGeom prst="rect">
            <a:avLst/>
          </a:prstGeom>
          <a:noFill/>
          <a:ln w="0">
            <a:noFill/>
          </a:ln>
        </p:spPr>
        <p:txBody>
          <a:bodyPr>
            <a:noAutofit/>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Whole-structure fit</a:t>
            </a:r>
          </a:p>
        </p:txBody>
      </p:sp>
      <p:pic>
        <p:nvPicPr>
          <p:cNvPr id="3" name="" descr="Pooled group 3 | whole_structure">
            <a:extLst>
              <a:ext uri="{FF2B5EF4-FFF2-40B4-BE49-F238E27FC236}">
                <ns2:creationId id="{490738EA-AD32-4EB3-ACD5-7BCD5E998529}"/>
              </a:ext>
            </a:extLst>
          </p:cNvPr>
          <p:cNvPicPr>
            <a:picLocks noChangeAspect="1"/>
          </p:cNvPicPr>
          <p:nvPr/>
        </p:nvPicPr>
        <p:blipFill>
          <a:blip r:embed="rIdPooledAnimation1"/>
          <a:stretch/>
        </p:blipFill>
        <p:spPr>
          <a:xfrm>
            <a:off x="4419090" y="1162050"/>
            <a:ext cx="3125220" cy="4191000"/>
          </a:xfrm>
          <a:prstGeom prst="rect">
            <a:avLst/>
          </a:prstGeom>
        </p:spPr>
      </p:pic>
      <p:sp>
        <p:nvSpPr>
          <p:cNvPr id="4" name="">
            <a:extLst>
              <a:ext uri="{FF2B5EF4-FFF2-40B4-BE49-F238E27FC236}">
                <ns2:creationId id="{8ED90768-E05A-4E5B-894A-A2BD230AC35B}"/>
              </a:ext>
            </a:extLst>
          </p:cNvPr>
          <p:cNvSpPr>
            <a:spLocks noGrp="1"/>
          </p:cNvSpPr>
          <p:nvPr/>
        </p:nvSpPr>
        <p:spPr>
          <a:xfrm>
            <a:off x="457200" y="5715000"/>
            <a:ext cx="11277600" cy="990600"/>
          </a:xfrm>
          <a:prstGeom prst="rect">
            <a:avLst/>
          </a:prstGeom>
          <a:noFill/>
          <a:ln w="0">
            <a:noFill/>
          </a:ln>
        </p:spPr>
        <p:txBody>
          <a:bodyPr>
            <a:noAutofit/>
          </a:bodyPr>
          <a:lstStyle>
            <a:defPPr>
              <a:defRPr sz="1350">
                <a:solidFill>
                  <a:srgbClr val="222222"/>
                </a:solidFill>
                <a:latin typeface="DejaVu Sans"/>
                <a:ea typeface="DejaVu Sans"/>
                <a:cs typeface="DejaVu Sans"/>
              </a:defRPr>
            </a:defPPr>
            <a:lvl1pPr>
              <a:defRPr sz="1350">
                <a:solidFill>
                  <a:srgbClr val="222222"/>
                </a:solidFill>
                <a:latin typeface="DejaVu Sans"/>
                <a:ea typeface="DejaVu Sans"/>
                <a:cs typeface="DejaVu Sans"/>
              </a:defRPr>
            </a:lvl1pPr>
            <a:lvl2pPr>
              <a:defRPr sz="1350">
                <a:solidFill>
                  <a:srgbClr val="222222"/>
                </a:solidFill>
                <a:latin typeface="DejaVu Sans"/>
                <a:ea typeface="DejaVu Sans"/>
                <a:cs typeface="DejaVu Sans"/>
              </a:defRPr>
            </a:lvl2pPr>
            <a:lvl3pPr>
              <a:defRPr sz="1350">
                <a:solidFill>
                  <a:srgbClr val="222222"/>
                </a:solidFill>
                <a:latin typeface="DejaVu Sans"/>
                <a:ea typeface="DejaVu Sans"/>
                <a:cs typeface="DejaVu Sans"/>
              </a:defRPr>
            </a:lvl3pPr>
            <a:lvl4pPr>
              <a:defRPr sz="1350">
                <a:solidFill>
                  <a:srgbClr val="222222"/>
                </a:solidFill>
                <a:latin typeface="DejaVu Sans"/>
                <a:ea typeface="DejaVu Sans"/>
                <a:cs typeface="DejaVu Sans"/>
              </a:defRPr>
            </a:lvl4pPr>
            <a:lvl5pPr>
              <a:defRPr sz="1350">
                <a:solidFill>
                  <a:srgbClr val="222222"/>
                </a:solidFill>
                <a:latin typeface="DejaVu Sans"/>
                <a:ea typeface="DejaVu Sans"/>
                <a:cs typeface="DejaVu Sans"/>
              </a:defRPr>
            </a:lvl5pPr>
            <a:lvl6pPr>
              <a:defRPr sz="1350">
                <a:solidFill>
                  <a:srgbClr val="222222"/>
                </a:solidFill>
                <a:latin typeface="DejaVu Sans"/>
                <a:ea typeface="DejaVu Sans"/>
                <a:cs typeface="DejaVu Sans"/>
              </a:defRPr>
            </a:lvl6pPr>
            <a:lvl7pPr>
              <a:defRPr sz="1350">
                <a:solidFill>
                  <a:srgbClr val="222222"/>
                </a:solidFill>
                <a:latin typeface="DejaVu Sans"/>
                <a:ea typeface="DejaVu Sans"/>
                <a:cs typeface="DejaVu Sans"/>
              </a:defRPr>
            </a:lvl7pPr>
            <a:lvl8pPr>
              <a:defRPr sz="1350">
                <a:solidFill>
                  <a:srgbClr val="222222"/>
                </a:solidFill>
                <a:latin typeface="DejaVu Sans"/>
                <a:ea typeface="DejaVu Sans"/>
                <a:cs typeface="DejaVu Sans"/>
              </a:defRPr>
            </a:lvl8pPr>
            <a:lvl9pPr>
              <a:defRPr sz="1350">
                <a:solidFill>
                  <a:srgbClr val="222222"/>
                </a:solidFill>
                <a:latin typeface="DejaVu Sans"/>
                <a:ea typeface="DejaVu Sans"/>
                <a:cs typeface="DejaVu Sans"/>
              </a:defRPr>
            </a:lvl9pPr>
          </a:lstStyle>
          <a:p>
            <a:pPr>
              <a:defRPr sz="1350">
                <a:solidFill>
                  <a:srgbClr val="222222"/>
                </a:solidFill>
                <a:latin typeface="DejaVu Sans"/>
                <a:ea typeface="DejaVu Sans"/>
                <a:cs typeface="DejaVu Sans"/>
              </a:defRPr>
            </a:pPr>
            <a:r>
              <a:rPr sz="1350">
                <a:solidFill>
                  <a:srgbClr val="222222"/>
                </a:solidFill>
                <a:latin typeface="DejaVu Sans"/>
                <a:ea typeface="DejaVu Sans"/>
                <a:cs typeface="DejaVu Sans"/>
              </a:rPr>
              <a:t>Complete structures, one model per frame. Same fit and fixed camera as the corresponding ensemble slide; each chain repeats its own N-to-C rainbow. Maximum-RMSD endpoints with minimum-transition path search. Five frames at 30 fps per model (~0.167 s). GIF loop reset is excluded from the path objective. The PDF shows the first frame.</a:t>
            </a:r>
          </a:p>
        </p:txBody>
      </p:sp>
    </p:spTree>
    <p:extLst>
      <p:ext uri="{BB962C8B-B14F-4D97-AF65-F5344CB8AC3E}">
        <ns4:creationId val="1948531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m_group_19/notesMasters/_rels/notesMaster1.xml.rels><?xml version='1.0' encoding='utf-8'?>
<Relationships xmlns="http://schemas.openxmlformats.org/package/2006/relationships"><Relationship Id="rId1" Type="http://schemas.openxmlformats.org/officeDocument/2006/relationships/theme" Target="../theme/theme2.xml" /></Relationships>
</file>

<file path=ppt/tm_group_19/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tm_group_19/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0.xml" /></Relationships>
</file>

<file path=ppt/tm_group_19/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"Exact chain/residue C\u03b1 Kabsch fit excluding detected terminal residues, without outlier rejection",</a:t>
            </a:r>
          </a:p>
          <a:p>
            <a:r>
              <a:t>  "statistics": "Population C\u03b1 RMSF about the ensemble mean after the recorded retained-residue fit",</a:t>
            </a:r>
          </a:p>
          <a:p>
            <a:r>
              <a:t>  "plddt": "Mean atom pLDDT within each residue in each model, then equal-weight mean over every represented model.",</a:t>
            </a:r>
          </a:p>
          <a:p>
            <a:r>
              <a:t>  "putty": {</a:t>
            </a:r>
          </a:p>
          <a:p>
            <a:r>
              <a:t>    "transform": 7,</a:t>
            </a:r>
          </a:p>
          <a:p>
            <a:r>
              <a:t>    "radius_scale": 2.0,</a:t>
            </a:r>
          </a:p>
          <a:p>
            <a:r>
              <a:t>    "scale_min": -1.0,</a:t>
            </a:r>
          </a:p>
          <a:p>
            <a:r>
              <a:t>    "scale_max": -1.0,</a:t>
            </a:r>
          </a:p>
          <a:p>
            <a:r>
              <a:t>    "cartoon_sampling": 1,</a:t>
            </a:r>
          </a:p>
          <a:p>
            <a:r>
              <a:t>    "color_bins": [</a:t>
            </a:r>
          </a:p>
          <a:p>
            <a:r>
              <a:t>      [</a:t>
            </a:r>
          </a:p>
          <a:p>
            <a:r>
              <a:t>        0,</a:t>
            </a:r>
          </a:p>
          <a:p>
            <a:r>
              <a:t>        50,</a:t>
            </a:r>
          </a:p>
          <a:p>
            <a:r>
              <a:t>        "#ff7d45"</a:t>
            </a:r>
          </a:p>
          <a:p>
            <a:r>
              <a:t>      ],</a:t>
            </a:r>
          </a:p>
          <a:p>
            <a:r>
              <a:t>      [</a:t>
            </a:r>
          </a:p>
          <a:p>
            <a:r>
              <a:t>        50,</a:t>
            </a:r>
          </a:p>
          <a:p>
            <a:r>
              <a:t>        70,</a:t>
            </a:r>
          </a:p>
          <a:p>
            <a:r>
              <a:t>        "#ffdb13"</a:t>
            </a:r>
          </a:p>
          <a:p>
            <a:r>
              <a:t>      ],</a:t>
            </a:r>
          </a:p>
          <a:p>
            <a:r>
              <a:t>      [</a:t>
            </a:r>
          </a:p>
          <a:p>
            <a:r>
              <a:t>        70,</a:t>
            </a:r>
          </a:p>
          <a:p>
            <a:r>
              <a:t>        90,</a:t>
            </a:r>
          </a:p>
          <a:p>
            <a:r>
              <a:t>        "#65cbf3"</a:t>
            </a:r>
          </a:p>
          <a:p>
            <a:r>
              <a:t>      ],</a:t>
            </a:r>
          </a:p>
          <a:p>
            <a:r>
              <a:t>      [</a:t>
            </a:r>
          </a:p>
          <a:p>
            <a:r>
              <a:t>        90,</a:t>
            </a:r>
          </a:p>
          <a:p>
            <a:r>
              <a:t>        101,</a:t>
            </a:r>
          </a:p>
          <a:p>
            <a:r>
              <a:t>        "#0053d6"</a:t>
            </a:r>
          </a:p>
          <a:p>
            <a:r>
              <a:t>      ]</a:t>
            </a:r>
          </a:p>
          <a:p>
            <a:r>
              <a:t>    ]</a:t>
            </a:r>
          </a:p>
          <a:p>
            <a:r>
              <a:t>  },</a:t>
            </a:r>
          </a:p>
          <a:p>
            <a:r>
              <a:t>  "groups": [</a:t>
            </a:r>
          </a:p>
          <a:p>
            <a:r>
              <a:t>    {</a:t>
            </a:r>
          </a:p>
          <a:p>
            <a:r>
              <a:t>      "id": 1,</a:t>
            </a:r>
          </a:p>
          <a:p>
            <a:r>
              <a:t>      "clusters": [</a:t>
            </a:r>
          </a:p>
          <a:p>
            <a:r>
              <a:t>        "C1.3",</a:t>
            </a:r>
          </a:p>
          <a:p>
            <a:r>
              <a:t>        "C1.6"</a:t>
            </a:r>
          </a:p>
          <a:p>
            <a:r>
              <a:t>      ],</a:t>
            </a:r>
          </a:p>
          <a:p>
            <a:r>
              <a:t>      "model_count": 9,</a:t>
            </a:r>
          </a:p>
          <a:p>
            <a:r>
              <a:t>      "residue_count": 97,</a:t>
            </a:r>
          </a:p>
          <a:p>
            <a:r>
              <a:t>      "min_pair_tm": 0.91006,</a:t>
            </a:r>
          </a:p>
          <a:p>
            <a:r>
              <a:t>      "max_pair_tm": 0.91006,</a:t>
            </a:r>
          </a:p>
          <a:p>
            <a:r>
              <a:t>      "alignment_ca_keys": [</a:t>
            </a:r>
          </a:p>
          <a:p>
            <a:r>
              <a:t>        [</a:t>
            </a:r>
          </a:p>
          <a:p>
            <a:r>
              <a:t>          "A",</a:t>
            </a:r>
          </a:p>
          <a:p>
            <a:r>
              <a:t>          "10"</a:t>
            </a:r>
          </a:p>
          <a:p>
            <a:r>
              <a:t>        ],</a:t>
            </a:r>
          </a:p>
          <a:p>
            <a:r>
              <a:t>        [</a:t>
            </a:r>
          </a:p>
          <a:p>
            <a:r>
              <a:t>          "A",</a:t>
            </a:r>
          </a:p>
          <a:p>
            <a:r>
              <a:t>          "11"</a:t>
            </a:r>
          </a:p>
          <a:p>
            <a:r>
              <a:t>        ],</a:t>
            </a:r>
          </a:p>
          <a:p>
            <a:r>
              <a:t>        [</a:t>
            </a:r>
          </a:p>
          <a:p>
            <a:r>
              <a:t>          "A",</a:t>
            </a:r>
          </a:p>
          <a:p>
            <a:r>
              <a:t>          "12"</a:t>
            </a:r>
          </a:p>
          <a:p>
            <a:r>
              <a:t>        ],</a:t>
            </a:r>
          </a:p>
          <a:p>
            <a:r>
              <a:t>        [</a:t>
            </a:r>
          </a:p>
          <a:p>
            <a:r>
              <a:t>          "A",</a:t>
            </a:r>
          </a:p>
          <a:p>
            <a:r>
              <a:t>          "13"</a:t>
            </a:r>
          </a:p>
          <a:p>
            <a:r>
              <a:t>        ],</a:t>
            </a:r>
          </a:p>
          <a:p>
            <a:r>
              <a:t>        [</a:t>
            </a:r>
          </a:p>
          <a:p>
            <a:r>
              <a:t>          "A",</a:t>
            </a:r>
          </a:p>
          <a:p>
            <a:r>
              <a:t>          "14"</a:t>
            </a:r>
          </a:p>
          <a:p>
            <a:r>
              <a:t>        ],</a:t>
            </a:r>
          </a:p>
          <a:p>
            <a:r>
              <a:t>        [</a:t>
            </a:r>
          </a:p>
          <a:p>
            <a:r>
              <a:t>          "A",</a:t>
            </a:r>
          </a:p>
          <a:p>
            <a:r>
              <a:t>          "15"</a:t>
            </a:r>
          </a:p>
          <a:p>
            <a:r>
              <a:t>        ],</a:t>
            </a:r>
          </a:p>
          <a:p>
            <a:r>
              <a:t>        [</a:t>
            </a:r>
          </a:p>
          <a:p>
            <a:r>
              <a:t>          "A",</a:t>
            </a:r>
          </a:p>
          <a:p>
            <a:r>
              <a:t>          "16"</a:t>
            </a:r>
          </a:p>
          <a:p>
            <a:r>
              <a:t>        ],</a:t>
            </a:r>
          </a:p>
          <a:p>
            <a:r>
              <a:t>        [</a:t>
            </a:r>
          </a:p>
          <a:p>
            <a:r>
              <a:t>          "A",</a:t>
            </a:r>
          </a:p>
          <a:p>
            <a:r>
              <a:t>          "17"</a:t>
            </a:r>
          </a:p>
          <a:p>
            <a:r>
              <a:t>        ],</a:t>
            </a:r>
          </a:p>
          <a:p>
            <a:r>
              <a:t>        [</a:t>
            </a:r>
          </a:p>
          <a:p>
            <a:r>
              <a:t>          "A",</a:t>
            </a:r>
          </a:p>
          <a:p>
            <a:r>
              <a:t>          "18"</a:t>
            </a:r>
          </a:p>
          <a:p>
            <a:r>
              <a:t>        ],</a:t>
            </a:r>
          </a:p>
          <a:p>
            <a:r>
              <a:t>        [</a:t>
            </a:r>
          </a:p>
          <a:p>
            <a:r>
              <a:t>          "A",</a:t>
            </a:r>
          </a:p>
          <a:p>
            <a:r>
              <a:t>          "19"</a:t>
            </a:r>
          </a:p>
          <a:p>
            <a:r>
              <a:t>        ],</a:t>
            </a:r>
          </a:p>
          <a:p>
            <a:r>
              <a:t>        [</a:t>
            </a:r>
          </a:p>
          <a:p>
            <a:r>
              <a:t>          "A",</a:t>
            </a:r>
          </a:p>
          <a:p>
            <a:r>
              <a:t>          "20"</a:t>
            </a:r>
          </a:p>
          <a:p>
            <a:r>
              <a:t>        ],</a:t>
            </a:r>
          </a:p>
          <a:p>
            <a:r>
              <a:t>        [</a:t>
            </a:r>
          </a:p>
          <a:p>
            <a:r>
              <a:t>          "A",</a:t>
            </a:r>
          </a:p>
          <a:p>
            <a:r>
              <a:t>          "21"</a:t>
            </a:r>
          </a:p>
          <a:p>
            <a:r>
              <a:t>        ],</a:t>
            </a:r>
          </a:p>
          <a:p>
            <a:r>
              <a:t>        [</a:t>
            </a:r>
          </a:p>
          <a:p>
            <a:r>
              <a:t>          "A",</a:t>
            </a:r>
          </a:p>
          <a:p>
            <a:r>
              <a:t>          "22"</a:t>
            </a:r>
          </a:p>
          <a:p>
            <a:r>
              <a:t>        ],</a:t>
            </a:r>
          </a:p>
          <a:p>
            <a:r>
              <a:t>        [</a:t>
            </a:r>
          </a:p>
          <a:p>
            <a:r>
              <a:t>          "A",</a:t>
            </a:r>
          </a:p>
          <a:p>
            <a:r>
              <a:t>          "23"</a:t>
            </a:r>
          </a:p>
          <a:p>
            <a:r>
              <a:t>        ],</a:t>
            </a:r>
          </a:p>
          <a:p>
            <a:r>
              <a:t>        [</a:t>
            </a:r>
          </a:p>
          <a:p>
            <a:r>
              <a:t>          "A",</a:t>
            </a:r>
          </a:p>
          <a:p>
            <a:r>
              <a:t>          "24"</a:t>
            </a:r>
          </a:p>
          <a:p>
            <a:r>
              <a:t>        ],</a:t>
            </a:r>
          </a:p>
          <a:p>
            <a:r>
              <a:t>        [</a:t>
            </a:r>
          </a:p>
          <a:p>
            <a:r>
              <a:t>          "A",</a:t>
            </a:r>
          </a:p>
          <a:p>
            <a:r>
              <a:t>          "25"</a:t>
            </a:r>
          </a:p>
          <a:p>
            <a:r>
              <a:t>        ],</a:t>
            </a:r>
          </a:p>
          <a:p>
            <a:r>
              <a:t>        [</a:t>
            </a:r>
          </a:p>
          <a:p>
            <a:r>
              <a:t>          "A",</a:t>
            </a:r>
          </a:p>
          <a:p>
            <a:r>
              <a:t>          "26"</a:t>
            </a:r>
          </a:p>
          <a:p>
            <a:r>
              <a:t>        ],</a:t>
            </a:r>
          </a:p>
          <a:p>
            <a:r>
              <a:t>        [</a:t>
            </a:r>
          </a:p>
          <a:p>
            <a:r>
              <a:t>          "A",</a:t>
            </a:r>
          </a:p>
          <a:p>
            <a:r>
              <a:t>          "27"</a:t>
            </a:r>
          </a:p>
          <a:p>
            <a:r>
              <a:t>        ],</a:t>
            </a:r>
          </a:p>
          <a:p>
            <a:r>
              <a:t>        [</a:t>
            </a:r>
          </a:p>
          <a:p>
            <a:r>
              <a:t>          "A",</a:t>
            </a:r>
          </a:p>
          <a:p>
            <a:r>
              <a:t>          "28"</a:t>
            </a:r>
          </a:p>
          <a:p>
            <a:r>
              <a:t>        ],</a:t>
            </a:r>
          </a:p>
          <a:p>
            <a:r>
              <a:t>        [</a:t>
            </a:r>
          </a:p>
          <a:p>
            <a:r>
              <a:t>          "A",</a:t>
            </a:r>
          </a:p>
          <a:p>
            <a:r>
              <a:t>          "29"</a:t>
            </a:r>
          </a:p>
          <a:p>
            <a:r>
              <a:t>        ],</a:t>
            </a:r>
          </a:p>
          <a:p>
            <a:r>
              <a:t>        [</a:t>
            </a:r>
          </a:p>
          <a:p>
            <a:r>
              <a:t>          "A",</a:t>
            </a:r>
          </a:p>
          <a:p>
            <a:r>
              <a:t>          "30"</a:t>
            </a:r>
          </a:p>
          <a:p>
            <a:r>
              <a:t>        ],</a:t>
            </a:r>
          </a:p>
          <a:p>
            <a:r>
              <a:t>        [</a:t>
            </a:r>
          </a:p>
          <a:p>
            <a:r>
              <a:t>          "A",</a:t>
            </a:r>
          </a:p>
          <a:p>
            <a:r>
              <a:t>          "31"</a:t>
            </a:r>
          </a:p>
          <a:p>
            <a:r>
              <a:t>        ],</a:t>
            </a:r>
          </a:p>
          <a:p>
            <a:r>
              <a:t>        [</a:t>
            </a:r>
          </a:p>
          <a:p>
            <a:r>
              <a:t>          "A",</a:t>
            </a:r>
          </a:p>
          <a:p>
            <a:r>
              <a:t>          "32"</a:t>
            </a:r>
          </a:p>
          <a:p>
            <a:r>
              <a:t>        ],</a:t>
            </a:r>
          </a:p>
          <a:p>
            <a:r>
              <a:t>        [</a:t>
            </a:r>
          </a:p>
          <a:p>
            <a:r>
              <a:t>          "A",</a:t>
            </a:r>
          </a:p>
          <a:p>
            <a:r>
              <a:t>          "33"</a:t>
            </a:r>
          </a:p>
          <a:p>
            <a:r>
              <a:t>        ],</a:t>
            </a:r>
          </a:p>
          <a:p>
            <a:r>
              <a:t>        [</a:t>
            </a:r>
          </a:p>
          <a:p>
            <a:r>
              <a:t>          "A",</a:t>
            </a:r>
          </a:p>
          <a:p>
            <a:r>
              <a:t>          "34"</a:t>
            </a:r>
          </a:p>
          <a:p>
            <a:r>
              <a:t>        ],</a:t>
            </a:r>
          </a:p>
          <a:p>
            <a:r>
              <a:t>        [</a:t>
            </a:r>
          </a:p>
          <a:p>
            <a:r>
              <a:t>          "A",</a:t>
            </a:r>
          </a:p>
          <a:p>
            <a:r>
              <a:t>          "35"</a:t>
            </a:r>
          </a:p>
          <a:p>
            <a:r>
              <a:t>        ],</a:t>
            </a:r>
          </a:p>
          <a:p>
            <a:r>
              <a:t>        [</a:t>
            </a:r>
          </a:p>
          <a:p>
            <a:r>
              <a:t>          "A",</a:t>
            </a:r>
          </a:p>
          <a:p>
            <a:r>
              <a:t>          "36"</a:t>
            </a:r>
          </a:p>
          <a:p>
            <a:r>
              <a:t>        ],</a:t>
            </a:r>
          </a:p>
          <a:p>
            <a:r>
              <a:t>        [</a:t>
            </a:r>
          </a:p>
          <a:p>
            <a:r>
              <a:t>          "A",</a:t>
            </a:r>
          </a:p>
          <a:p>
            <a:r>
              <a:t>          "37"</a:t>
            </a:r>
          </a:p>
          <a:p>
            <a:r>
              <a:t>        ],</a:t>
            </a:r>
          </a:p>
          <a:p>
            <a:r>
              <a:t>        [</a:t>
            </a:r>
          </a:p>
          <a:p>
            <a:r>
              <a:t>          "A",</a:t>
            </a:r>
          </a:p>
          <a:p>
            <a:r>
              <a:t>          "38"</a:t>
            </a:r>
          </a:p>
          <a:p>
            <a:r>
              <a:t>        ],</a:t>
            </a:r>
          </a:p>
          <a:p>
            <a:r>
              <a:t>        [</a:t>
            </a:r>
          </a:p>
          <a:p>
            <a:r>
              <a:t>          "A",</a:t>
            </a:r>
          </a:p>
          <a:p>
            <a:r>
              <a:t>          "39"</a:t>
            </a:r>
          </a:p>
          <a:p>
            <a:r>
              <a:t>        ],</a:t>
            </a:r>
          </a:p>
          <a:p>
            <a:r>
              <a:t>        [</a:t>
            </a:r>
          </a:p>
          <a:p>
            <a:r>
              <a:t>          "A",</a:t>
            </a:r>
          </a:p>
          <a:p>
            <a:r>
              <a:t>          "40"</a:t>
            </a:r>
          </a:p>
          <a:p>
            <a:r>
              <a:t>        ],</a:t>
            </a:r>
          </a:p>
          <a:p>
            <a:r>
              <a:t>        [</a:t>
            </a:r>
          </a:p>
          <a:p>
            <a:r>
              <a:t>          "A",</a:t>
            </a:r>
          </a:p>
          <a:p>
            <a:r>
              <a:t>          "41"</a:t>
            </a:r>
          </a:p>
          <a:p>
            <a:r>
              <a:t>        ],</a:t>
            </a:r>
          </a:p>
          <a:p>
            <a:r>
              <a:t>        [</a:t>
            </a:r>
          </a:p>
          <a:p>
            <a:r>
              <a:t>          "A",</a:t>
            </a:r>
          </a:p>
          <a:p>
            <a:r>
              <a:t>          "42"</a:t>
            </a:r>
          </a:p>
          <a:p>
            <a:r>
              <a:t>        ],</a:t>
            </a:r>
          </a:p>
          <a:p>
            <a:r>
              <a:t>        [</a:t>
            </a:r>
          </a:p>
          <a:p>
            <a:r>
              <a:t>          "A",</a:t>
            </a:r>
          </a:p>
          <a:p>
            <a:r>
              <a:t>          "43"</a:t>
            </a:r>
          </a:p>
          <a:p>
            <a:r>
              <a:t>        ],</a:t>
            </a:r>
          </a:p>
          <a:p>
            <a:r>
              <a:t>        [</a:t>
            </a:r>
          </a:p>
          <a:p>
            <a:r>
              <a:t>          "A",</a:t>
            </a:r>
          </a:p>
          <a:p>
            <a:r>
              <a:t>          "44"</a:t>
            </a:r>
          </a:p>
          <a:p>
            <a:r>
              <a:t>        ],</a:t>
            </a:r>
          </a:p>
          <a:p>
            <a:r>
              <a:t>        [</a:t>
            </a:r>
          </a:p>
          <a:p>
            <a:r>
              <a:t>          "A",</a:t>
            </a:r>
          </a:p>
          <a:p>
            <a:r>
              <a:t>          "45"</a:t>
            </a:r>
          </a:p>
          <a:p>
            <a:r>
              <a:t>        ],</a:t>
            </a:r>
          </a:p>
          <a:p>
            <a:r>
              <a:t>        [</a:t>
            </a:r>
          </a:p>
          <a:p>
            <a:r>
              <a:t>          "A",</a:t>
            </a:r>
          </a:p>
          <a:p>
            <a:r>
              <a:t>          "46"</a:t>
            </a:r>
          </a:p>
          <a:p>
            <a:r>
              <a:t>        ],</a:t>
            </a:r>
          </a:p>
          <a:p>
            <a:r>
              <a:t>        [</a:t>
            </a:r>
          </a:p>
          <a:p>
            <a:r>
              <a:t>          "A",</a:t>
            </a:r>
          </a:p>
          <a:p>
            <a:r>
              <a:t>          "47"</a:t>
            </a:r>
          </a:p>
          <a:p>
            <a:r>
              <a:t>        ],</a:t>
            </a:r>
          </a:p>
          <a:p>
            <a:r>
              <a:t>        [</a:t>
            </a:r>
          </a:p>
          <a:p>
            <a:r>
              <a:t>          "A",</a:t>
            </a:r>
          </a:p>
          <a:p>
            <a:r>
              <a:t>          "48"</a:t>
            </a:r>
          </a:p>
          <a:p>
            <a:r>
              <a:t>        ],</a:t>
            </a:r>
          </a:p>
          <a:p>
            <a:r>
              <a:t>        [</a:t>
            </a:r>
          </a:p>
          <a:p>
            <a:r>
              <a:t>          "A",</a:t>
            </a:r>
          </a:p>
          <a:p>
            <a:r>
              <a:t>          "49"</a:t>
            </a:r>
          </a:p>
          <a:p>
            <a:r>
              <a:t>        ],</a:t>
            </a:r>
          </a:p>
          <a:p>
            <a:r>
              <a:t>        [</a:t>
            </a:r>
          </a:p>
          <a:p>
            <a:r>
              <a:t>          "A",</a:t>
            </a:r>
          </a:p>
          <a:p>
            <a:r>
              <a:t>          "50"</a:t>
            </a:r>
          </a:p>
          <a:p>
            <a:r>
              <a:t>        ],</a:t>
            </a:r>
          </a:p>
          <a:p>
            <a:r>
              <a:t>        [</a:t>
            </a:r>
          </a:p>
          <a:p>
            <a:r>
              <a:t>          "A",</a:t>
            </a:r>
          </a:p>
          <a:p>
            <a:r>
              <a:t>          "51"</a:t>
            </a:r>
          </a:p>
          <a:p>
            <a:r>
              <a:t>        ],</a:t>
            </a:r>
          </a:p>
          <a:p>
            <a:r>
              <a:t>        [</a:t>
            </a:r>
          </a:p>
          <a:p>
            <a:r>
              <a:t>          "A",</a:t>
            </a:r>
          </a:p>
          <a:p>
            <a:r>
              <a:t>          "52"</a:t>
            </a:r>
          </a:p>
          <a:p>
            <a:r>
              <a:t>        ],</a:t>
            </a:r>
          </a:p>
          <a:p>
            <a:r>
              <a:t>        [</a:t>
            </a:r>
          </a:p>
          <a:p>
            <a:r>
              <a:t>          "A",</a:t>
            </a:r>
          </a:p>
          <a:p>
            <a:r>
              <a:t>          "53"</a:t>
            </a:r>
          </a:p>
          <a:p>
            <a:r>
              <a:t>        ],</a:t>
            </a:r>
          </a:p>
          <a:p>
            <a:r>
              <a:t>        [</a:t>
            </a:r>
          </a:p>
          <a:p>
            <a:r>
              <a:t>          "A",</a:t>
            </a:r>
          </a:p>
          <a:p>
            <a:r>
              <a:t>          "54"</a:t>
            </a:r>
          </a:p>
          <a:p>
            <a:r>
              <a:t>        ],</a:t>
            </a:r>
          </a:p>
          <a:p>
            <a:r>
              <a:t>        [</a:t>
            </a:r>
          </a:p>
          <a:p>
            <a:r>
              <a:t>          "A",</a:t>
            </a:r>
          </a:p>
          <a:p>
            <a:r>
              <a:t>          "55"</a:t>
            </a:r>
          </a:p>
          <a:p>
            <a:r>
              <a:t>        ],</a:t>
            </a:r>
          </a:p>
          <a:p>
            <a:r>
              <a:t>        [</a:t>
            </a:r>
          </a:p>
          <a:p>
            <a:r>
              <a:t>          "A",</a:t>
            </a:r>
          </a:p>
          <a:p>
            <a:r>
              <a:t>          "56"</a:t>
            </a:r>
          </a:p>
          <a:p>
            <a:r>
              <a:t>        ],</a:t>
            </a:r>
          </a:p>
          <a:p>
            <a:r>
              <a:t>        [</a:t>
            </a:r>
          </a:p>
          <a:p>
            <a:r>
              <a:t>          "A",</a:t>
            </a:r>
          </a:p>
          <a:p>
            <a:r>
              <a:t>          "57"</a:t>
            </a:r>
          </a:p>
          <a:p>
            <a:r>
              <a:t>        ],</a:t>
            </a:r>
          </a:p>
          <a:p>
            <a:r>
              <a:t>        [</a:t>
            </a:r>
          </a:p>
          <a:p>
            <a:r>
              <a:t>          "A",</a:t>
            </a:r>
          </a:p>
          <a:p>
            <a:r>
              <a:t>          "58"</a:t>
            </a:r>
          </a:p>
          <a:p>
            <a:r>
              <a:t>        ],</a:t>
            </a:r>
          </a:p>
          <a:p>
            <a:r>
              <a:t>        [</a:t>
            </a:r>
          </a:p>
          <a:p>
            <a:r>
              <a:t>          "A",</a:t>
            </a:r>
          </a:p>
          <a:p>
            <a:r>
              <a:t>          "59"</a:t>
            </a:r>
          </a:p>
          <a:p>
            <a:r>
              <a:t>        ],</a:t>
            </a:r>
          </a:p>
          <a:p>
            <a:r>
              <a:t>        [</a:t>
            </a:r>
          </a:p>
          <a:p>
            <a:r>
              <a:t>          "A",</a:t>
            </a:r>
          </a:p>
          <a:p>
            <a:r>
              <a:t>          "60"</a:t>
            </a:r>
          </a:p>
          <a:p>
            <a:r>
              <a:t>        ],</a:t>
            </a:r>
          </a:p>
          <a:p>
            <a:r>
              <a:t>        [</a:t>
            </a:r>
          </a:p>
          <a:p>
            <a:r>
              <a:t>          "A",</a:t>
            </a:r>
          </a:p>
          <a:p>
            <a:r>
              <a:t>          "61"</a:t>
            </a:r>
          </a:p>
          <a:p>
            <a:r>
              <a:t>        ],</a:t>
            </a:r>
          </a:p>
          <a:p>
            <a:r>
              <a:t>        [</a:t>
            </a:r>
          </a:p>
          <a:p>
            <a:r>
              <a:t>          "A",</a:t>
            </a:r>
          </a:p>
          <a:p>
            <a:r>
              <a:t>          "62"</a:t>
            </a:r>
          </a:p>
          <a:p>
            <a:r>
              <a:t>        ],</a:t>
            </a:r>
          </a:p>
          <a:p>
            <a:r>
              <a:t>        [</a:t>
            </a:r>
          </a:p>
          <a:p>
            <a:r>
              <a:t>          "A",</a:t>
            </a:r>
          </a:p>
          <a:p>
            <a:r>
              <a:t>          "63"</a:t>
            </a:r>
          </a:p>
          <a:p>
            <a:r>
              <a:t>        ],</a:t>
            </a:r>
          </a:p>
          <a:p>
            <a:r>
              <a:t>        [</a:t>
            </a:r>
          </a:p>
          <a:p>
            <a:r>
              <a:t>          "A",</a:t>
            </a:r>
          </a:p>
          <a:p>
            <a:r>
              <a:t>          "64"</a:t>
            </a:r>
          </a:p>
          <a:p>
            <a:r>
              <a:t>        ],</a:t>
            </a:r>
          </a:p>
          <a:p>
            <a:r>
              <a:t>        [</a:t>
            </a:r>
          </a:p>
          <a:p>
            <a:r>
              <a:t>          "A",</a:t>
            </a:r>
          </a:p>
          <a:p>
            <a:r>
              <a:t>          "65"</a:t>
            </a:r>
          </a:p>
          <a:p>
            <a:r>
              <a:t>        ],</a:t>
            </a:r>
          </a:p>
          <a:p>
            <a:r>
              <a:t>        [</a:t>
            </a:r>
          </a:p>
          <a:p>
            <a:r>
              <a:t>          "A",</a:t>
            </a:r>
          </a:p>
          <a:p>
            <a:r>
              <a:t>          "66"</a:t>
            </a:r>
          </a:p>
          <a:p>
            <a:r>
              <a:t>        ],</a:t>
            </a:r>
          </a:p>
          <a:p>
            <a:r>
              <a:t>        [</a:t>
            </a:r>
          </a:p>
          <a:p>
            <a:r>
              <a:t>          "A",</a:t>
            </a:r>
          </a:p>
          <a:p>
            <a:r>
              <a:t>          "67"</a:t>
            </a:r>
          </a:p>
          <a:p>
            <a:r>
              <a:t>        ],</a:t>
            </a:r>
          </a:p>
          <a:p>
            <a:r>
              <a:t>        [</a:t>
            </a:r>
          </a:p>
          <a:p>
            <a:r>
              <a:t>          "A",</a:t>
            </a:r>
          </a:p>
          <a:p>
            <a:r>
              <a:t>          "68"</a:t>
            </a:r>
          </a:p>
          <a:p>
            <a:r>
              <a:t>        ],</a:t>
            </a:r>
          </a:p>
          <a:p>
            <a:r>
              <a:t>        [</a:t>
            </a:r>
          </a:p>
          <a:p>
            <a:r>
              <a:t>          "A",</a:t>
            </a:r>
          </a:p>
          <a:p>
            <a:r>
              <a:t>          "69"</a:t>
            </a:r>
          </a:p>
          <a:p>
            <a:r>
              <a:t>        ],</a:t>
            </a:r>
          </a:p>
          <a:p>
            <a:r>
              <a:t>        [</a:t>
            </a:r>
          </a:p>
          <a:p>
            <a:r>
              <a:t>          "A",</a:t>
            </a:r>
          </a:p>
          <a:p>
            <a:r>
              <a:t>          "70"</a:t>
            </a:r>
          </a:p>
          <a:p>
            <a:r>
              <a:t>        ],</a:t>
            </a:r>
          </a:p>
          <a:p>
            <a:r>
              <a:t>        [</a:t>
            </a:r>
          </a:p>
          <a:p>
            <a:r>
              <a:t>          "A",</a:t>
            </a:r>
          </a:p>
          <a:p>
            <a:r>
              <a:t>          "71"</a:t>
            </a:r>
          </a:p>
          <a:p>
            <a:r>
              <a:t>        ],</a:t>
            </a:r>
          </a:p>
          <a:p>
            <a:r>
              <a:t>        [</a:t>
            </a:r>
          </a:p>
          <a:p>
            <a:r>
              <a:t>          "A",</a:t>
            </a:r>
          </a:p>
          <a:p>
            <a:r>
              <a:t>          "72"</a:t>
            </a:r>
          </a:p>
          <a:p>
            <a:r>
              <a:t>        ],</a:t>
            </a:r>
          </a:p>
          <a:p>
            <a:r>
              <a:t>        [</a:t>
            </a:r>
          </a:p>
          <a:p>
            <a:r>
              <a:t>          "A",</a:t>
            </a:r>
          </a:p>
          <a:p>
            <a:r>
              <a:t>          "73"</a:t>
            </a:r>
          </a:p>
          <a:p>
            <a:r>
              <a:t>        ],</a:t>
            </a:r>
          </a:p>
          <a:p>
            <a:r>
              <a:t>        [</a:t>
            </a:r>
          </a:p>
          <a:p>
            <a:r>
              <a:t>          "A",</a:t>
            </a:r>
          </a:p>
          <a:p>
            <a:r>
              <a:t>          "74"</a:t>
            </a:r>
          </a:p>
          <a:p>
            <a:r>
              <a:t>        ],</a:t>
            </a:r>
          </a:p>
          <a:p>
            <a:r>
              <a:t>        [</a:t>
            </a:r>
          </a:p>
          <a:p>
            <a:r>
              <a:t>          "A",</a:t>
            </a:r>
          </a:p>
          <a:p>
            <a:r>
              <a:t>          "75"</a:t>
            </a:r>
          </a:p>
          <a:p>
            <a:r>
              <a:t>        ],</a:t>
            </a:r>
          </a:p>
          <a:p>
            <a:r>
              <a:t>        [</a:t>
            </a:r>
          </a:p>
          <a:p>
            <a:r>
              <a:t>          "A",</a:t>
            </a:r>
          </a:p>
          <a:p>
            <a:r>
              <a:t>          "76"</a:t>
            </a:r>
          </a:p>
          <a:p>
            <a:r>
              <a:t>        ],</a:t>
            </a:r>
          </a:p>
          <a:p>
            <a:r>
              <a:t>        [</a:t>
            </a:r>
          </a:p>
          <a:p>
            <a:r>
              <a:t>          "A",</a:t>
            </a:r>
          </a:p>
          <a:p>
            <a:r>
              <a:t>          "77"</a:t>
            </a:r>
          </a:p>
          <a:p>
            <a:r>
              <a:t>        ],</a:t>
            </a:r>
          </a:p>
          <a:p>
            <a:r>
              <a:t>        [</a:t>
            </a:r>
          </a:p>
          <a:p>
            <a:r>
              <a:t>          "A",</a:t>
            </a:r>
          </a:p>
          <a:p>
            <a:r>
              <a:t>          "78"</a:t>
            </a:r>
          </a:p>
          <a:p>
            <a:r>
              <a:t>        ],</a:t>
            </a:r>
          </a:p>
          <a:p>
            <a:r>
              <a:t>        [</a:t>
            </a:r>
          </a:p>
          <a:p>
            <a:r>
              <a:t>          "A",</a:t>
            </a:r>
          </a:p>
          <a:p>
            <a:r>
              <a:t>          "79"</a:t>
            </a:r>
          </a:p>
          <a:p>
            <a:r>
              <a:t>        ],</a:t>
            </a:r>
          </a:p>
          <a:p>
            <a:r>
              <a:t>        [</a:t>
            </a:r>
          </a:p>
          <a:p>
            <a:r>
              <a:t>          "A",</a:t>
            </a:r>
          </a:p>
          <a:p>
            <a:r>
              <a:t>          "8"</a:t>
            </a:r>
          </a:p>
          <a:p>
            <a:r>
              <a:t>        ],</a:t>
            </a:r>
          </a:p>
          <a:p>
            <a:r>
              <a:t>        [</a:t>
            </a:r>
          </a:p>
          <a:p>
            <a:r>
              <a:t>          "A",</a:t>
            </a:r>
          </a:p>
          <a:p>
            <a:r>
              <a:t>          "80"</a:t>
            </a:r>
          </a:p>
          <a:p>
            <a:r>
              <a:t>        ],</a:t>
            </a:r>
          </a:p>
          <a:p>
            <a:r>
              <a:t>        [</a:t>
            </a:r>
          </a:p>
          <a:p>
            <a:r>
              <a:t>          "A",</a:t>
            </a:r>
          </a:p>
          <a:p>
            <a:r>
              <a:t>          "81"</a:t>
            </a:r>
          </a:p>
          <a:p>
            <a:r>
              <a:t>        ],</a:t>
            </a:r>
          </a:p>
          <a:p>
            <a:r>
              <a:t>        [</a:t>
            </a:r>
          </a:p>
          <a:p>
            <a:r>
              <a:t>          "A",</a:t>
            </a:r>
          </a:p>
          <a:p>
            <a:r>
              <a:t>          "82"</a:t>
            </a:r>
          </a:p>
          <a:p>
            <a:r>
              <a:t>        ],</a:t>
            </a:r>
          </a:p>
          <a:p>
            <a:r>
              <a:t>        [</a:t>
            </a:r>
          </a:p>
          <a:p>
            <a:r>
              <a:t>          "A",</a:t>
            </a:r>
          </a:p>
          <a:p>
            <a:r>
              <a:t>          "83"</a:t>
            </a:r>
          </a:p>
          <a:p>
            <a:r>
              <a:t>        ],</a:t>
            </a:r>
          </a:p>
          <a:p>
            <a:r>
              <a:t>        [</a:t>
            </a:r>
          </a:p>
          <a:p>
            <a:r>
              <a:t>          "A",</a:t>
            </a:r>
          </a:p>
          <a:p>
            <a:r>
              <a:t>          "84"</a:t>
            </a:r>
          </a:p>
          <a:p>
            <a:r>
              <a:t>        ],</a:t>
            </a:r>
          </a:p>
          <a:p>
            <a:r>
              <a:t>        [</a:t>
            </a:r>
          </a:p>
          <a:p>
            <a:r>
              <a:t>          "A",</a:t>
            </a:r>
          </a:p>
          <a:p>
            <a:r>
              <a:t>          "85"</a:t>
            </a:r>
          </a:p>
          <a:p>
            <a:r>
              <a:t>        ],</a:t>
            </a:r>
          </a:p>
          <a:p>
            <a:r>
              <a:t>        [</a:t>
            </a:r>
          </a:p>
          <a:p>
            <a:r>
              <a:t>          "A",</a:t>
            </a:r>
          </a:p>
          <a:p>
            <a:r>
              <a:t>          "86"</a:t>
            </a:r>
          </a:p>
          <a:p>
            <a:r>
              <a:t>        ],</a:t>
            </a:r>
          </a:p>
          <a:p>
            <a:r>
              <a:t>        [</a:t>
            </a:r>
          </a:p>
          <a:p>
            <a:r>
              <a:t>          "A",</a:t>
            </a:r>
          </a:p>
          <a:p>
            <a:r>
              <a:t>          "87"</a:t>
            </a:r>
          </a:p>
          <a:p>
            <a:r>
              <a:t>        ],</a:t>
            </a:r>
          </a:p>
          <a:p>
            <a:r>
              <a:t>        [</a:t>
            </a:r>
          </a:p>
          <a:p>
            <a:r>
              <a:t>          "A",</a:t>
            </a:r>
          </a:p>
          <a:p>
            <a:r>
              <a:t>          "88"</a:t>
            </a:r>
          </a:p>
          <a:p>
            <a:r>
              <a:t>        ],</a:t>
            </a:r>
          </a:p>
          <a:p>
            <a:r>
              <a:t>        [</a:t>
            </a:r>
          </a:p>
          <a:p>
            <a:r>
              <a:t>          "A",</a:t>
            </a:r>
          </a:p>
          <a:p>
            <a:r>
              <a:t>          "89"</a:t>
            </a:r>
          </a:p>
          <a:p>
            <a:r>
              <a:t>        ],</a:t>
            </a:r>
          </a:p>
          <a:p>
            <a:r>
              <a:t>        [</a:t>
            </a:r>
          </a:p>
          <a:p>
            <a:r>
              <a:t>          "A",</a:t>
            </a:r>
          </a:p>
          <a:p>
            <a:r>
              <a:t>          "9"</a:t>
            </a:r>
          </a:p>
          <a:p>
            <a:r>
              <a:t>        ],</a:t>
            </a:r>
          </a:p>
          <a:p>
            <a:r>
              <a:t>        [</a:t>
            </a:r>
          </a:p>
          <a:p>
            <a:r>
              <a:t>          "A",</a:t>
            </a:r>
          </a:p>
          <a:p>
            <a:r>
              <a:t>          "90"</a:t>
            </a:r>
          </a:p>
          <a:p>
            <a:r>
              <a:t>        ],</a:t>
            </a:r>
          </a:p>
          <a:p>
            <a:r>
              <a:t>        [</a:t>
            </a:r>
          </a:p>
          <a:p>
            <a:r>
              <a:t>          "A",</a:t>
            </a:r>
          </a:p>
          <a:p>
            <a:r>
              <a:t>          "91"</a:t>
            </a:r>
          </a:p>
          <a:p>
            <a:r>
              <a:t>        ]</a:t>
            </a:r>
          </a:p>
          <a:p>
            <a:r>
              <a:t>      ],</a:t>
            </a:r>
          </a:p>
          <a:p>
            <a:r>
              <a:t>      "medoid_model": "PaT90_bmr7191__AFCluster__0427",</a:t>
            </a:r>
          </a:p>
          <a:p>
            <a:r>
              <a:t>      "medoid_mean_ca_rmsd_angstrom": 1.5757099205946625,</a:t>
            </a:r>
          </a:p>
          <a:p>
            <a:r>
              <a:t>      "rendering": {</a:t>
            </a:r>
          </a:p>
          <a:p>
            <a:r>
              <a:t>        "ray_max_passes": 25,</a:t>
            </a:r>
          </a:p>
          <a:p>
            <a:r>
              <a:t>        "max_threads": 2,</a:t>
            </a:r>
          </a:p>
          <a:p>
            <a:r>
              <a:t>        "cartoon_transparency": 0.35</a:t>
            </a:r>
          </a:p>
          <a:p>
            <a:r>
              <a:t>      },</a:t>
            </a:r>
          </a:p>
          <a:p>
            <a:r>
              <a:t>      "rmsf_range_angstrom": [</a:t>
            </a:r>
          </a:p>
          <a:p>
            <a:r>
              <a:t>        0.3770131831144679,</a:t>
            </a:r>
          </a:p>
          <a:p>
            <a:r>
              <a:t>        14.372210257425937</a:t>
            </a:r>
          </a:p>
          <a:p>
            <a:r>
              <a:t>      ],</a:t>
            </a:r>
          </a:p>
          <a:p>
            <a:r>
              <a:t>      "mean_plddt_range": [</a:t>
            </a:r>
          </a:p>
          <a:p>
            <a:r>
              <a:t>        37.516666666666666,</a:t>
            </a:r>
          </a:p>
          <a:p>
            <a:r>
              <a:t>        88.78555555555556</a:t>
            </a:r>
          </a:p>
          <a:p>
            <a:r>
              <a:t>      ],</a:t>
            </a:r>
          </a:p>
          <a:p>
            <a:r>
              <a:t>      "fits": [</a:t>
            </a:r>
          </a:p>
          <a:p>
            <a:r>
              <a:t>        {</a:t>
            </a:r>
          </a:p>
          <a:p>
            <a:r>
              <a:t>          "model": "PaT90_bmr7191__AFCluster__0931",</a:t>
            </a:r>
          </a:p>
          <a:p>
            <a:r>
              <a:t>          "ca_rmsd_angstrom": 1.0169666193487448</a:t>
            </a:r>
          </a:p>
          <a:p>
            <a:r>
              <a:t>        },</a:t>
            </a:r>
          </a:p>
          <a:p>
            <a:r>
              <a:t>        {</a:t>
            </a:r>
          </a:p>
          <a:p>
            <a:r>
              <a:t>          "model": "PaT90_bmr7191__AFCluster__0847",</a:t>
            </a:r>
          </a:p>
          <a:p>
            <a:r>
              <a:t>          "ca_rmsd_angstrom": 1.5656278062947253</a:t>
            </a:r>
          </a:p>
          <a:p>
            <a:r>
              <a:t>        },</a:t>
            </a:r>
          </a:p>
          <a:p>
            <a:r>
              <a:t>        {</a:t>
            </a:r>
          </a:p>
          <a:p>
            <a:r>
              <a:t>          "model": "PaT90_bmr7191__AFCluster__0455",</a:t>
            </a:r>
          </a:p>
          <a:p>
            <a:r>
              <a:t>          "ca_rmsd_angstrom": 1.271208091511646</a:t>
            </a:r>
          </a:p>
          <a:p>
            <a:r>
              <a:t>        },</a:t>
            </a:r>
          </a:p>
          <a:p>
            <a:r>
              <a:t>        {</a:t>
            </a:r>
          </a:p>
          <a:p>
            <a:r>
              <a:t>          "model": "PaT90_bmr7191__AFCluster__0735",</a:t>
            </a:r>
          </a:p>
          <a:p>
            <a:r>
              <a:t>          "ca_rmsd_angstrom": 0.756704510438567</a:t>
            </a:r>
          </a:p>
          <a:p>
            <a:r>
              <a:t>        },</a:t>
            </a:r>
          </a:p>
          <a:p>
            <a:r>
              <a:t>        {</a:t>
            </a:r>
          </a:p>
          <a:p>
            <a:r>
              <a:t>          "model": "PaT90_bmr7191__AFCluster__0427",</a:t>
            </a:r>
          </a:p>
          <a:p>
            <a:r>
              <a:t>          "ca_rmsd_angstrom": 0.0</a:t>
            </a:r>
          </a:p>
          <a:p>
            <a:r>
              <a:t>        },</a:t>
            </a:r>
          </a:p>
          <a:p>
            <a:r>
              <a:t>        {</a:t>
            </a:r>
          </a:p>
          <a:p>
            <a:r>
              <a:t>          "model": "PaT90_bmr7191__AFCluster__0511",</a:t>
            </a:r>
          </a:p>
          <a:p>
            <a:r>
              <a:t>          "ca_rmsd_angstrom": 1.426331116641075</a:t>
            </a:r>
          </a:p>
          <a:p>
            <a:r>
              <a:t>        },</a:t>
            </a:r>
          </a:p>
          <a:p>
            <a:r>
              <a:t>        {</a:t>
            </a:r>
          </a:p>
          <a:p>
            <a:r>
              <a:t>          "model": "PaT90_bmr7191__AFSample2__0704",</a:t>
            </a:r>
          </a:p>
          <a:p>
            <a:r>
              <a:t>          "ca_rmsd_angstrom": 3.165554588731489</a:t>
            </a:r>
          </a:p>
          <a:p>
            <a:r>
              <a:t>        },</a:t>
            </a:r>
          </a:p>
          <a:p>
            <a:r>
              <a:t>        {</a:t>
            </a:r>
          </a:p>
          <a:p>
            <a:r>
              <a:t>          "model": "PaT90_bmr7191__AFSample2__0541",</a:t>
            </a:r>
          </a:p>
          <a:p>
            <a:r>
              <a:t>          "ca_rmsd_angstrom": 2.3804670533044567</a:t>
            </a:r>
          </a:p>
          <a:p>
            <a:r>
              <a:t>        },</a:t>
            </a:r>
          </a:p>
          <a:p>
            <a:r>
              <a:t>        {</a:t>
            </a:r>
          </a:p>
          <a:p>
            <a:r>
              <a:t>          "model": "PaT90_bmr7191__AFSample2__0056",</a:t>
            </a:r>
          </a:p>
          <a:p>
            <a:r>
              <a:t>          "ca_rmsd_angstrom": 2.5985295638461743</a:t>
            </a:r>
          </a:p>
          <a:p>
            <a:r>
              <a:t>        }</a:t>
            </a:r>
          </a:p>
          <a:p>
            <a:r>
              <a:t>      ],</a:t>
            </a:r>
          </a:p>
          <a:p>
            <a:r>
              <a:t>      "view": [</a:t>
            </a:r>
          </a:p>
          <a:p>
            <a:r>
              <a:t>        0.6337330937385559,</a:t>
            </a:r>
          </a:p>
          <a:p>
            <a:r>
              <a:t>        -0.6963403820991516,</a:t>
            </a:r>
          </a:p>
          <a:p>
            <a:r>
              <a:t>        -0.3368864059448242,</a:t>
            </a:r>
          </a:p>
          <a:p>
            <a:r>
              <a:t>        0.7407652735710144,</a:t>
            </a:r>
          </a:p>
          <a:p>
            <a:r>
              <a:t>        0.4208512306213379,</a:t>
            </a:r>
          </a:p>
          <a:p>
            <a:r>
              <a:t>        0.523594319820404,</a:t>
            </a:r>
          </a:p>
          <a:p>
            <a:r>
              <a:t>        -0.22282080352306366,</a:t>
            </a:r>
          </a:p>
          <a:p>
            <a:r>
              <a:t>        -0.5813727974891663,</a:t>
            </a:r>
          </a:p>
          <a:p>
            <a:r>
              <a:t>        0.7825321555137634,</a:t>
            </a:r>
          </a:p>
          <a:p>
            <a:r>
              <a:t>        0.0,</a:t>
            </a:r>
          </a:p>
          <a:p>
            <a:r>
              <a:t>        0.0,</a:t>
            </a:r>
          </a:p>
          <a:p>
            <a:r>
              <a:t>        -282.08648681640625,</a:t>
            </a:r>
          </a:p>
          <a:p>
            <a:r>
              <a:t>        -2.202526092529297,</a:t>
            </a:r>
          </a:p>
          <a:p>
            <a:r>
              <a:t>        -2.4135589599609375,</a:t>
            </a:r>
          </a:p>
          <a:p>
            <a:r>
              <a:t>        -3.4950695037841797,</a:t>
            </a:r>
          </a:p>
          <a:p>
            <a:r>
              <a:t>        222.39913940429688,</a:t>
            </a:r>
          </a:p>
          <a:p>
            <a:r>
              <a:t>        341.7738342285156,</a:t>
            </a:r>
          </a:p>
          <a:p>
            <a:r>
              <a:t>        20.0</a:t>
            </a:r>
          </a:p>
          <a:p>
            <a:r>
              <a:t>      ],</a:t>
            </a:r>
          </a:p>
          <a:p>
            <a:r>
              <a:t>      "cluster_colors": {</a:t>
            </a:r>
          </a:p>
          <a:p>
            <a:r>
              <a:t>        "C1.3": "#2ca02c",</a:t>
            </a:r>
          </a:p>
          <a:p>
            <a:r>
              <a:t>        "C1.6": "#8c564b"</a:t>
            </a:r>
          </a:p>
          <a:p>
            <a:r>
              <a:t>      },</a:t>
            </a:r>
          </a:p>
          <a:p>
            <a:r>
              <a:t>      "chain_colors": {</a:t>
            </a:r>
          </a:p>
          <a:p>
            <a:r>
              <a:t>        "PaT90_bmr7191__AFCluster__0931": {</a:t>
            </a:r>
          </a:p>
          <a:p>
            <a:r>
              <a:t>          "A": "#2CA02C"</a:t>
            </a:r>
          </a:p>
          <a:p>
            <a:r>
              <a:t>        },</a:t>
            </a:r>
          </a:p>
          <a:p>
            <a:r>
              <a:t>        "PaT90_bmr7191__AFCluster__0847": {</a:t>
            </a:r>
          </a:p>
          <a:p>
            <a:r>
              <a:t>          "A": "#2CA02C"</a:t>
            </a:r>
          </a:p>
          <a:p>
            <a:r>
              <a:t>        },</a:t>
            </a:r>
          </a:p>
          <a:p>
            <a:r>
              <a:t>        "PaT90_bmr7191__AFCluster__0455": {</a:t>
            </a:r>
          </a:p>
          <a:p>
            <a:r>
              <a:t>          "A": "#2CA02C"</a:t>
            </a:r>
          </a:p>
          <a:p>
            <a:r>
              <a:t>        },</a:t>
            </a:r>
          </a:p>
          <a:p>
            <a:r>
              <a:t>        "PaT90_bmr7191__AFCluster__0735": {</a:t>
            </a:r>
          </a:p>
          <a:p>
            <a:r>
              <a:t>          "A": "#2CA02C"</a:t>
            </a:r>
          </a:p>
          <a:p>
            <a:r>
              <a:t>        },</a:t>
            </a:r>
          </a:p>
          <a:p>
            <a:r>
              <a:t>        "PaT90_bmr7191__AFCluster__0427": {</a:t>
            </a:r>
          </a:p>
          <a:p>
            <a:r>
              <a:t>          "A": "#2CA02C"</a:t>
            </a:r>
          </a:p>
          <a:p>
            <a:r>
              <a:t>        },</a:t>
            </a:r>
          </a:p>
          <a:p>
            <a:r>
              <a:t>        "PaT90_bmr7191__AFCluster__0511": {</a:t>
            </a:r>
          </a:p>
          <a:p>
            <a:r>
              <a:t>          "A": "#8C564B"</a:t>
            </a:r>
          </a:p>
          <a:p>
            <a:r>
              <a:t>        },</a:t>
            </a:r>
          </a:p>
          <a:p>
            <a:r>
              <a:t>        "PaT90_bmr7191__AFSample2__0704": {</a:t>
            </a:r>
          </a:p>
          <a:p>
            <a:r>
              <a:t>          "A": "#8C564B"</a:t>
            </a:r>
          </a:p>
          <a:p>
            <a:r>
              <a:t>        },</a:t>
            </a:r>
          </a:p>
          <a:p>
            <a:r>
              <a:t>        "PaT90_bmr7191__AFSample2__0541": {</a:t>
            </a:r>
          </a:p>
          <a:p>
            <a:r>
              <a:t>          "A": "#8C564B"</a:t>
            </a:r>
          </a:p>
          <a:p>
            <a:r>
              <a:t>        },</a:t>
            </a:r>
          </a:p>
          <a:p>
            <a:r>
              <a:t>        "PaT90_bmr7191__AFSample2__0056": {</a:t>
            </a:r>
          </a:p>
          <a:p>
            <a:r>
              <a:t>          "A": "#8C564B"</a:t>
            </a:r>
          </a:p>
          <a:p>
            <a:r>
              <a:t>        }</a:t>
            </a:r>
          </a:p>
          <a:p>
            <a:r>
              <a:t>      },</a:t>
            </a:r>
          </a:p>
          <a:p>
            <a:r>
              <a:t>      "models": [</a:t>
            </a:r>
          </a:p>
          <a:p>
            <a:r>
              <a:t>        {</a:t>
            </a:r>
          </a:p>
          <a:p>
            <a:r>
              <a:t>          "model": "PaT90_bmr7191__AFCluster__0931",</a:t>
            </a:r>
          </a:p>
          <a:p>
            <a:r>
              <a:t>          "cluster_label": "C1.3",</a:t>
            </a:r>
          </a:p>
          <a:p>
            <a:r>
              <a:t>          "color": "#2ca02c",</a:t>
            </a:r>
          </a:p>
          <a:p>
            <a:r>
              <a:t>          "rank": 1,</a:t>
            </a:r>
          </a:p>
          <a:p>
            <a:r>
              <a:t>          "confidence": 71.9605454645524,</a:t>
            </a:r>
          </a:p>
          <a:p>
            <a:r>
              <a:t>          "pdb_sha256": "57268d0949f9602dbb4044698329736cf0c363e034933da23757277bdb6d53c5"</a:t>
            </a:r>
          </a:p>
          <a:p>
            <a:r>
              <a:t>        },</a:t>
            </a:r>
          </a:p>
          <a:p>
            <a:r>
              <a:t>        {</a:t>
            </a:r>
          </a:p>
          <a:p>
            <a:r>
              <a:t>          "model": "PaT90_bmr7191__AFCluster__0847",</a:t>
            </a:r>
          </a:p>
          <a:p>
            <a:r>
              <a:t>          "cluster_label": "C1.3",</a:t>
            </a:r>
          </a:p>
          <a:p>
            <a:r>
              <a:t>          "color": "#2ca02c",</a:t>
            </a:r>
          </a:p>
          <a:p>
            <a:r>
              <a:t>          "rank": 2,</a:t>
            </a:r>
          </a:p>
          <a:p>
            <a:r>
              <a:t>          "confidence": 71.87888378659346,</a:t>
            </a:r>
          </a:p>
          <a:p>
            <a:r>
              <a:t>          "pdb_sha256": "e4b1003bec212f3e0e344620679cb181010f35c6c3fdd894c98143bdefff4fe8"</a:t>
            </a:r>
          </a:p>
          <a:p>
            <a:r>
              <a:t>        },</a:t>
            </a:r>
          </a:p>
          <a:p>
            <a:r>
              <a:t>        {</a:t>
            </a:r>
          </a:p>
          <a:p>
            <a:r>
              <a:t>          "model": "PaT90_bmr7191__AFCluster__0455",</a:t>
            </a:r>
          </a:p>
          <a:p>
            <a:r>
              <a:t>          "cluster_label": "C1.3",</a:t>
            </a:r>
          </a:p>
          <a:p>
            <a:r>
              <a:t>          "color": "#2ca02c",</a:t>
            </a:r>
          </a:p>
          <a:p>
            <a:r>
              <a:t>          "rank": 3,</a:t>
            </a:r>
          </a:p>
          <a:p>
            <a:r>
              <a:t>          "confidence": 71.79511200498168,</a:t>
            </a:r>
          </a:p>
          <a:p>
            <a:r>
              <a:t>          "pdb_sha256": "10cf9408ec59408731daec782c37fed31e0fed2709ed077747b0add765b4fead"</a:t>
            </a:r>
          </a:p>
          <a:p>
            <a:r>
              <a:t>        },</a:t>
            </a:r>
          </a:p>
          <a:p>
            <a:r>
              <a:t>        {</a:t>
            </a:r>
          </a:p>
          <a:p>
            <a:r>
              <a:t>          "model": "PaT90_bmr7191__AFCluster__0735",</a:t>
            </a:r>
          </a:p>
          <a:p>
            <a:r>
              <a:t>          "cluster_label": "C1.3",</a:t>
            </a:r>
          </a:p>
          <a:p>
            <a:r>
              <a:t>          "color": "#2ca02c",</a:t>
            </a:r>
          </a:p>
          <a:p>
            <a:r>
              <a:t>          "rank": 4,</a:t>
            </a:r>
          </a:p>
          <a:p>
            <a:r>
              <a:t>          "confidence": 71.76757381460864,</a:t>
            </a:r>
          </a:p>
          <a:p>
            <a:r>
              <a:t>          "pdb_sha256": "3d972327140f9b183cf4593f5e42afbcb72dbf2f45d4686a417c55ae2c8d96aa"</a:t>
            </a:r>
          </a:p>
          <a:p>
            <a:r>
              <a:t>        },</a:t>
            </a:r>
          </a:p>
          <a:p>
            <a:r>
              <a:t>        {</a:t>
            </a:r>
          </a:p>
          <a:p>
            <a:r>
              <a:t>          "model": "PaT90_bmr7191__AFCluster__0427",</a:t>
            </a:r>
          </a:p>
          <a:p>
            <a:r>
              <a:t>          "cluster_label": "C1.3",</a:t>
            </a:r>
          </a:p>
          <a:p>
            <a:r>
              <a:t>          "color": "#2ca02c",</a:t>
            </a:r>
          </a:p>
          <a:p>
            <a:r>
              <a:t>          "rank": 5,</a:t>
            </a:r>
          </a:p>
          <a:p>
            <a:r>
              <a:t>          "confidence": 71.73298896802554,</a:t>
            </a:r>
          </a:p>
          <a:p>
            <a:r>
              <a:t>          "pdb_sha256": "3956d3e344d37fa0a6a0335931d1be7fa9b178578e62114f3304aee4365779e1"</a:t>
            </a:r>
          </a:p>
          <a:p>
            <a:r>
              <a:t>        },</a:t>
            </a:r>
          </a:p>
          <a:p>
            <a:r>
              <a:t>        {</a:t>
            </a:r>
          </a:p>
          <a:p>
            <a:r>
              <a:t>          "model": "PaT90_bmr7191__AFCluster__0511",</a:t>
            </a:r>
          </a:p>
          <a:p>
            <a:r>
              <a:t>          "cluster_label": "C1.6",</a:t>
            </a:r>
          </a:p>
          <a:p>
            <a:r>
              <a:t>          "color": "#8c564b",</a:t>
            </a:r>
          </a:p>
          <a:p>
            <a:r>
              <a:t>          "rank": 1,</a:t>
            </a:r>
          </a:p>
          <a:p>
            <a:r>
              <a:t>          "confidence": 71.25483247995388,</a:t>
            </a:r>
          </a:p>
          <a:p>
            <a:r>
              <a:t>          "pdb_sha256": "5d93a3f14c48c14a9f709d8040cb7c0989d08b5b518d633e1d1f809d37eefa6c"</a:t>
            </a:r>
          </a:p>
          <a:p>
            <a:r>
              <a:t>        },</a:t>
            </a:r>
          </a:p>
          <a:p>
            <a:r>
              <a:t>        {</a:t>
            </a:r>
          </a:p>
          <a:p>
            <a:r>
              <a:t>          "model": "PaT90_bmr7191__AFSample2__0704",</a:t>
            </a:r>
          </a:p>
          <a:p>
            <a:r>
              <a:t>          "cluster_label": "C1.6",</a:t>
            </a:r>
          </a:p>
          <a:p>
            <a:r>
              <a:t>          "color": "#8c564b",</a:t>
            </a:r>
          </a:p>
          <a:p>
            <a:r>
              <a:t>          "rank": 2,</a:t>
            </a:r>
          </a:p>
          <a:p>
            <a:r>
              <a:t>          "confidence": 70.79597938144329,</a:t>
            </a:r>
          </a:p>
          <a:p>
            <a:r>
              <a:t>          "pdb_sha256": "1a81cb5dc67b524025b93fb0d236dd4d66ed794ed42a1b5c8cf4e3d6692eb3c6"</a:t>
            </a:r>
          </a:p>
          <a:p>
            <a:r>
              <a:t>        },</a:t>
            </a:r>
          </a:p>
          <a:p>
            <a:r>
              <a:t>        {</a:t>
            </a:r>
          </a:p>
          <a:p>
            <a:r>
              <a:t>          "model": "PaT90_bmr7191__AFSample2__0541",</a:t>
            </a:r>
          </a:p>
          <a:p>
            <a:r>
              <a:t>          "cluster_label": "C1.6",</a:t>
            </a:r>
          </a:p>
          <a:p>
            <a:r>
              <a:t>          "color": "#8c564b",</a:t>
            </a:r>
          </a:p>
          <a:p>
            <a:r>
              <a:t>          "rank": 3,</a:t>
            </a:r>
          </a:p>
          <a:p>
            <a:r>
              <a:t>          "confidence": 70.45061855670103,</a:t>
            </a:r>
          </a:p>
          <a:p>
            <a:r>
              <a:t>          "pdb_sha256": "e3737a4cec326c268953b63259b3dc17a1feb62e3c3ad22edd2ff82611b5176d"</a:t>
            </a:r>
          </a:p>
          <a:p>
            <a:r>
              <a:t>        },</a:t>
            </a:r>
          </a:p>
          <a:p>
            <a:r>
              <a:t>        {</a:t>
            </a:r>
          </a:p>
          <a:p>
            <a:r>
              <a:t>          "model": "PaT90_bmr7191__AFSample2__0056",</a:t>
            </a:r>
          </a:p>
          <a:p>
            <a:r>
              <a:t>          "cluster_label": "C1.6",</a:t>
            </a:r>
          </a:p>
          <a:p>
            <a:r>
              <a:t>          "color": "#8c564b",</a:t>
            </a:r>
          </a:p>
          <a:p>
            <a:r>
              <a:t>          "rank": 4,</a:t>
            </a:r>
          </a:p>
          <a:p>
            <a:r>
              <a:t>          "confidence": 66.65711340206187,</a:t>
            </a:r>
          </a:p>
          <a:p>
            <a:r>
              <a:t>          "pdb_sha256": "4a606a783cb28ffe2aeaa2574f908b782ae5b6379956d5f39d0908897ffeb0be"</a:t>
            </a:r>
          </a:p>
          <a:p>
            <a:r>
              <a:t>        }</a:t>
            </a:r>
          </a:p>
          <a:p>
            <a:r>
              <a:t>      ],</a:t>
            </a:r>
          </a:p>
          <a:p>
            <a:r>
              <a:t>      "directory": "group-01",</a:t>
            </a:r>
          </a:p>
          <a:p>
            <a:r>
              <a:t>      "files": {</a:t>
            </a:r>
          </a:p>
          <a:p>
            <a:r>
              <a:t>        "residue_statistics.csv": {</a:t>
            </a:r>
          </a:p>
          <a:p>
            <a:r>
              <a:t>          "bytes": 6120,</a:t>
            </a:r>
          </a:p>
          <a:p>
            <a:r>
              <a:t>          "sha256": "2f360659b49c8a7cb1608d2257436dac979a565656969d89429f98325fe61b61"</a:t>
            </a:r>
          </a:p>
          <a:p>
            <a:r>
              <a:t>        },</a:t>
            </a:r>
          </a:p>
          <a:p>
            <a:r>
              <a:t>        "aligned_models.pdb": {</a:t>
            </a:r>
          </a:p>
          <a:p>
            <a:r>
              <a:t>          "bytes": 543370,</a:t>
            </a:r>
          </a:p>
          <a:p>
            <a:r>
              <a:t>          "sha256": "9abe4b25f0db906addaa57e03fa37894911f16e49bddc80de73d4f83dd19a1f2"</a:t>
            </a:r>
          </a:p>
          <a:p>
            <a:r>
              <a:t>        },</a:t>
            </a:r>
          </a:p>
          <a:p>
            <a:r>
              <a:t>        "ensemble.pse": {</a:t>
            </a:r>
          </a:p>
          <a:p>
            <a:r>
              <a:t>          "bytes": 1182367,</a:t>
            </a:r>
          </a:p>
          <a:p>
            <a:r>
              <a:t>          "sha256": "2c8543d82180209b8f48a9c57a89974e937a897e41dc7a742935912e0d5e3177"</a:t>
            </a:r>
          </a:p>
          <a:p>
            <a:r>
              <a:t>        },</a:t>
            </a:r>
          </a:p>
          <a:p>
            <a:r>
              <a:t>        "ensemble.png": {</a:t>
            </a:r>
          </a:p>
          <a:p>
            <a:r>
              <a:t>          "bytes": 173227,</a:t>
            </a:r>
          </a:p>
          <a:p>
            <a:r>
              <a:t>          "sha256": "ab57b39358093a5e73af4af11baa32d75ec22fa25465528c28779455ddecfe60"</a:t>
            </a:r>
          </a:p>
          <a:p>
            <a:r>
              <a:t>        },</a:t>
            </a:r>
          </a:p>
          <a:p>
            <a:r>
              <a:t>        "medoid.pdb": {</a:t>
            </a:r>
          </a:p>
          <a:p>
            <a:r>
              <a:t>          "bytes": 60356,</a:t>
            </a:r>
          </a:p>
          <a:p>
            <a:r>
              <a:t>          "sha256": "56b88c17798f4b66ca084704251cf754821fbc71910822d569202277fe128c04"</a:t>
            </a:r>
          </a:p>
          <a:p>
            <a:r>
              <a:t>        }</a:t>
            </a:r>
          </a:p>
          <a:p>
            <a:r>
              <a:t>      }</a:t>
            </a:r>
          </a:p>
          <a:p>
            <a:r>
              <a:t>    },</a:t>
            </a:r>
          </a:p>
          <a:p>
            <a:r>
              <a:t>    {</a:t>
            </a:r>
          </a:p>
          <a:p>
            <a:r>
              <a:t>      "id": 2,</a:t>
            </a:r>
          </a:p>
          <a:p>
            <a:r>
              <a:t>      "clusters": [</a:t>
            </a:r>
          </a:p>
          <a:p>
            <a:r>
              <a:t>        "C1.3",</a:t>
            </a:r>
          </a:p>
          <a:p>
            <a:r>
              <a:t>        "C1.8"</a:t>
            </a:r>
          </a:p>
          <a:p>
            <a:r>
              <a:t>      ],</a:t>
            </a:r>
          </a:p>
          <a:p>
            <a:r>
              <a:t>      "model_count": 6,</a:t>
            </a:r>
          </a:p>
          <a:p>
            <a:r>
              <a:t>      "residue_count": 97,</a:t>
            </a:r>
          </a:p>
          <a:p>
            <a:r>
              <a:t>      "min_pair_tm": 0.80941,</a:t>
            </a:r>
          </a:p>
          <a:p>
            <a:r>
              <a:t>      "max_pair_tm": 0.80941,</a:t>
            </a:r>
          </a:p>
          <a:p>
            <a:r>
              <a:t>      "alignment_ca_keys": [</a:t>
            </a:r>
          </a:p>
          <a:p>
            <a:r>
              <a:t>        [</a:t>
            </a:r>
          </a:p>
          <a:p>
            <a:r>
              <a:t>          "A",</a:t>
            </a:r>
          </a:p>
          <a:p>
            <a:r>
              <a:t>          "10"</a:t>
            </a:r>
          </a:p>
          <a:p>
            <a:r>
              <a:t>        ],</a:t>
            </a:r>
          </a:p>
          <a:p>
            <a:r>
              <a:t>        [</a:t>
            </a:r>
          </a:p>
          <a:p>
            <a:r>
              <a:t>          "A",</a:t>
            </a:r>
          </a:p>
          <a:p>
            <a:r>
              <a:t>          "11"</a:t>
            </a:r>
          </a:p>
          <a:p>
            <a:r>
              <a:t>        ],</a:t>
            </a:r>
          </a:p>
          <a:p>
            <a:r>
              <a:t>        [</a:t>
            </a:r>
          </a:p>
          <a:p>
            <a:r>
              <a:t>          "A",</a:t>
            </a:r>
          </a:p>
          <a:p>
            <a:r>
              <a:t>          "12"</a:t>
            </a:r>
          </a:p>
          <a:p>
            <a:r>
              <a:t>        ],</a:t>
            </a:r>
          </a:p>
          <a:p>
            <a:r>
              <a:t>        [</a:t>
            </a:r>
          </a:p>
          <a:p>
            <a:r>
              <a:t>          "A",</a:t>
            </a:r>
          </a:p>
          <a:p>
            <a:r>
              <a:t>          "13"</a:t>
            </a:r>
          </a:p>
          <a:p>
            <a:r>
              <a:t>        ],</a:t>
            </a:r>
          </a:p>
          <a:p>
            <a:r>
              <a:t>        [</a:t>
            </a:r>
          </a:p>
          <a:p>
            <a:r>
              <a:t>          "A",</a:t>
            </a:r>
          </a:p>
          <a:p>
            <a:r>
              <a:t>          "14"</a:t>
            </a:r>
          </a:p>
          <a:p>
            <a:r>
              <a:t>        ],</a:t>
            </a:r>
          </a:p>
          <a:p>
            <a:r>
              <a:t>        [</a:t>
            </a:r>
          </a:p>
          <a:p>
            <a:r>
              <a:t>          "A",</a:t>
            </a:r>
          </a:p>
          <a:p>
            <a:r>
              <a:t>          "15"</a:t>
            </a:r>
          </a:p>
          <a:p>
            <a:r>
              <a:t>        ],</a:t>
            </a:r>
          </a:p>
          <a:p>
            <a:r>
              <a:t>        [</a:t>
            </a:r>
          </a:p>
          <a:p>
            <a:r>
              <a:t>          "A",</a:t>
            </a:r>
          </a:p>
          <a:p>
            <a:r>
              <a:t>          "16"</a:t>
            </a:r>
          </a:p>
          <a:p>
            <a:r>
              <a:t>        ],</a:t>
            </a:r>
          </a:p>
          <a:p>
            <a:r>
              <a:t>        [</a:t>
            </a:r>
          </a:p>
          <a:p>
            <a:r>
              <a:t>          "A",</a:t>
            </a:r>
          </a:p>
          <a:p>
            <a:r>
              <a:t>          "17"</a:t>
            </a:r>
          </a:p>
          <a:p>
            <a:r>
              <a:t>        ],</a:t>
            </a:r>
          </a:p>
          <a:p>
            <a:r>
              <a:t>        [</a:t>
            </a:r>
          </a:p>
          <a:p>
            <a:r>
              <a:t>          "A",</a:t>
            </a:r>
          </a:p>
          <a:p>
            <a:r>
              <a:t>          "18"</a:t>
            </a:r>
          </a:p>
          <a:p>
            <a:r>
              <a:t>        ],</a:t>
            </a:r>
          </a:p>
          <a:p>
            <a:r>
              <a:t>        [</a:t>
            </a:r>
          </a:p>
          <a:p>
            <a:r>
              <a:t>          "A",</a:t>
            </a:r>
          </a:p>
          <a:p>
            <a:r>
              <a:t>          "19"</a:t>
            </a:r>
          </a:p>
          <a:p>
            <a:r>
              <a:t>        ],</a:t>
            </a:r>
          </a:p>
          <a:p>
            <a:r>
              <a:t>        [</a:t>
            </a:r>
          </a:p>
          <a:p>
            <a:r>
              <a:t>          "A",</a:t>
            </a:r>
          </a:p>
          <a:p>
            <a:r>
              <a:t>          "20"</a:t>
            </a:r>
          </a:p>
          <a:p>
            <a:r>
              <a:t>        ],</a:t>
            </a:r>
          </a:p>
          <a:p>
            <a:r>
              <a:t>        [</a:t>
            </a:r>
          </a:p>
          <a:p>
            <a:r>
              <a:t>          "A",</a:t>
            </a:r>
          </a:p>
          <a:p>
            <a:r>
              <a:t>          "21"</a:t>
            </a:r>
          </a:p>
          <a:p>
            <a:r>
              <a:t>        ],</a:t>
            </a:r>
          </a:p>
          <a:p>
            <a:r>
              <a:t>        [</a:t>
            </a:r>
          </a:p>
          <a:p>
            <a:r>
              <a:t>          "A",</a:t>
            </a:r>
          </a:p>
          <a:p>
            <a:r>
              <a:t>          "22"</a:t>
            </a:r>
          </a:p>
          <a:p>
            <a:r>
              <a:t>        ],</a:t>
            </a:r>
          </a:p>
          <a:p>
            <a:r>
              <a:t>        [</a:t>
            </a:r>
          </a:p>
          <a:p>
            <a:r>
              <a:t>          "A",</a:t>
            </a:r>
          </a:p>
          <a:p>
            <a:r>
              <a:t>          "23"</a:t>
            </a:r>
          </a:p>
          <a:p>
            <a:r>
              <a:t>        ],</a:t>
            </a:r>
          </a:p>
          <a:p>
            <a:r>
              <a:t>        [</a:t>
            </a:r>
          </a:p>
          <a:p>
            <a:r>
              <a:t>          "A",</a:t>
            </a:r>
          </a:p>
          <a:p>
            <a:r>
              <a:t>          "24"</a:t>
            </a:r>
          </a:p>
          <a:p>
            <a:r>
              <a:t>        ],</a:t>
            </a:r>
          </a:p>
          <a:p>
            <a:r>
              <a:t>        [</a:t>
            </a:r>
          </a:p>
          <a:p>
            <a:r>
              <a:t>          "A",</a:t>
            </a:r>
          </a:p>
          <a:p>
            <a:r>
              <a:t>          "25"</a:t>
            </a:r>
          </a:p>
          <a:p>
            <a:r>
              <a:t>        ],</a:t>
            </a:r>
          </a:p>
          <a:p>
            <a:r>
              <a:t>        [</a:t>
            </a:r>
          </a:p>
          <a:p>
            <a:r>
              <a:t>          "A",</a:t>
            </a:r>
          </a:p>
          <a:p>
            <a:r>
              <a:t>          "26"</a:t>
            </a:r>
          </a:p>
          <a:p>
            <a:r>
              <a:t>        ],</a:t>
            </a:r>
          </a:p>
          <a:p>
            <a:r>
              <a:t>        [</a:t>
            </a:r>
          </a:p>
          <a:p>
            <a:r>
              <a:t>          "A",</a:t>
            </a:r>
          </a:p>
          <a:p>
            <a:r>
              <a:t>          "27"</a:t>
            </a:r>
          </a:p>
          <a:p>
            <a:r>
              <a:t>        ],</a:t>
            </a:r>
          </a:p>
          <a:p>
            <a:r>
              <a:t>        [</a:t>
            </a:r>
          </a:p>
          <a:p>
            <a:r>
              <a:t>          "A",</a:t>
            </a:r>
          </a:p>
          <a:p>
            <a:r>
              <a:t>          "28"</a:t>
            </a:r>
          </a:p>
          <a:p>
            <a:r>
              <a:t>        ],</a:t>
            </a:r>
          </a:p>
          <a:p>
            <a:r>
              <a:t>        [</a:t>
            </a:r>
          </a:p>
          <a:p>
            <a:r>
              <a:t>          "A",</a:t>
            </a:r>
          </a:p>
          <a:p>
            <a:r>
              <a:t>          "29"</a:t>
            </a:r>
          </a:p>
          <a:p>
            <a:r>
              <a:t>        ],</a:t>
            </a:r>
          </a:p>
          <a:p>
            <a:r>
              <a:t>        [</a:t>
            </a:r>
          </a:p>
          <a:p>
            <a:r>
              <a:t>          "A",</a:t>
            </a:r>
          </a:p>
          <a:p>
            <a:r>
              <a:t>          "30"</a:t>
            </a:r>
          </a:p>
          <a:p>
            <a:r>
              <a:t>        ],</a:t>
            </a:r>
          </a:p>
          <a:p>
            <a:r>
              <a:t>        [</a:t>
            </a:r>
          </a:p>
          <a:p>
            <a:r>
              <a:t>          "A",</a:t>
            </a:r>
          </a:p>
          <a:p>
            <a:r>
              <a:t>          "31"</a:t>
            </a:r>
          </a:p>
          <a:p>
            <a:r>
              <a:t>        ],</a:t>
            </a:r>
          </a:p>
          <a:p>
            <a:r>
              <a:t>        [</a:t>
            </a:r>
          </a:p>
          <a:p>
            <a:r>
              <a:t>          "A",</a:t>
            </a:r>
          </a:p>
          <a:p>
            <a:r>
              <a:t>          "32"</a:t>
            </a:r>
          </a:p>
          <a:p>
            <a:r>
              <a:t>        ],</a:t>
            </a:r>
          </a:p>
          <a:p>
            <a:r>
              <a:t>        [</a:t>
            </a:r>
          </a:p>
          <a:p>
            <a:r>
              <a:t>          "A",</a:t>
            </a:r>
          </a:p>
          <a:p>
            <a:r>
              <a:t>          "33"</a:t>
            </a:r>
          </a:p>
          <a:p>
            <a:r>
              <a:t>        ],</a:t>
            </a:r>
          </a:p>
          <a:p>
            <a:r>
              <a:t>        [</a:t>
            </a:r>
          </a:p>
          <a:p>
            <a:r>
              <a:t>          "A",</a:t>
            </a:r>
          </a:p>
          <a:p>
            <a:r>
              <a:t>          "34"</a:t>
            </a:r>
          </a:p>
          <a:p>
            <a:r>
              <a:t>        ],</a:t>
            </a:r>
          </a:p>
          <a:p>
            <a:r>
              <a:t>        [</a:t>
            </a:r>
          </a:p>
          <a:p>
            <a:r>
              <a:t>          "A",</a:t>
            </a:r>
          </a:p>
          <a:p>
            <a:r>
              <a:t>          "35"</a:t>
            </a:r>
          </a:p>
          <a:p>
            <a:r>
              <a:t>        ],</a:t>
            </a:r>
          </a:p>
          <a:p>
            <a:r>
              <a:t>        [</a:t>
            </a:r>
          </a:p>
          <a:p>
            <a:r>
              <a:t>          "A",</a:t>
            </a:r>
          </a:p>
          <a:p>
            <a:r>
              <a:t>          "36"</a:t>
            </a:r>
          </a:p>
          <a:p>
            <a:r>
              <a:t>        ],</a:t>
            </a:r>
          </a:p>
          <a:p>
            <a:r>
              <a:t>        [</a:t>
            </a:r>
          </a:p>
          <a:p>
            <a:r>
              <a:t>          "A",</a:t>
            </a:r>
          </a:p>
          <a:p>
            <a:r>
              <a:t>          "37"</a:t>
            </a:r>
          </a:p>
          <a:p>
            <a:r>
              <a:t>        ],</a:t>
            </a:r>
          </a:p>
          <a:p>
            <a:r>
              <a:t>        [</a:t>
            </a:r>
          </a:p>
          <a:p>
            <a:r>
              <a:t>          "A",</a:t>
            </a:r>
          </a:p>
          <a:p>
            <a:r>
              <a:t>          "38"</a:t>
            </a:r>
          </a:p>
          <a:p>
            <a:r>
              <a:t>        ],</a:t>
            </a:r>
          </a:p>
          <a:p>
            <a:r>
              <a:t>        [</a:t>
            </a:r>
          </a:p>
          <a:p>
            <a:r>
              <a:t>          "A",</a:t>
            </a:r>
          </a:p>
          <a:p>
            <a:r>
              <a:t>          "39"</a:t>
            </a:r>
          </a:p>
          <a:p>
            <a:r>
              <a:t>        ],</a:t>
            </a:r>
          </a:p>
          <a:p>
            <a:r>
              <a:t>        [</a:t>
            </a:r>
          </a:p>
          <a:p>
            <a:r>
              <a:t>          "A",</a:t>
            </a:r>
          </a:p>
          <a:p>
            <a:r>
              <a:t>          "40"</a:t>
            </a:r>
          </a:p>
          <a:p>
            <a:r>
              <a:t>        ],</a:t>
            </a:r>
          </a:p>
          <a:p>
            <a:r>
              <a:t>        [</a:t>
            </a:r>
          </a:p>
          <a:p>
            <a:r>
              <a:t>          "A",</a:t>
            </a:r>
          </a:p>
          <a:p>
            <a:r>
              <a:t>          "41"</a:t>
            </a:r>
          </a:p>
          <a:p>
            <a:r>
              <a:t>        ],</a:t>
            </a:r>
          </a:p>
          <a:p>
            <a:r>
              <a:t>        [</a:t>
            </a:r>
          </a:p>
          <a:p>
            <a:r>
              <a:t>          "A",</a:t>
            </a:r>
          </a:p>
          <a:p>
            <a:r>
              <a:t>          "42"</a:t>
            </a:r>
          </a:p>
          <a:p>
            <a:r>
              <a:t>        ],</a:t>
            </a:r>
          </a:p>
          <a:p>
            <a:r>
              <a:t>        [</a:t>
            </a:r>
          </a:p>
          <a:p>
            <a:r>
              <a:t>          "A",</a:t>
            </a:r>
          </a:p>
          <a:p>
            <a:r>
              <a:t>          "43"</a:t>
            </a:r>
          </a:p>
          <a:p>
            <a:r>
              <a:t>        ],</a:t>
            </a:r>
          </a:p>
          <a:p>
            <a:r>
              <a:t>        [</a:t>
            </a:r>
          </a:p>
          <a:p>
            <a:r>
              <a:t>          "A",</a:t>
            </a:r>
          </a:p>
          <a:p>
            <a:r>
              <a:t>          "44"</a:t>
            </a:r>
          </a:p>
          <a:p>
            <a:r>
              <a:t>        ],</a:t>
            </a:r>
          </a:p>
          <a:p>
            <a:r>
              <a:t>        [</a:t>
            </a:r>
          </a:p>
          <a:p>
            <a:r>
              <a:t>          "A",</a:t>
            </a:r>
          </a:p>
          <a:p>
            <a:r>
              <a:t>          "45"</a:t>
            </a:r>
          </a:p>
          <a:p>
            <a:r>
              <a:t>        ],</a:t>
            </a:r>
          </a:p>
          <a:p>
            <a:r>
              <a:t>        [</a:t>
            </a:r>
          </a:p>
          <a:p>
            <a:r>
              <a:t>          "A",</a:t>
            </a:r>
          </a:p>
          <a:p>
            <a:r>
              <a:t>          "46"</a:t>
            </a:r>
          </a:p>
          <a:p>
            <a:r>
              <a:t>        ],</a:t>
            </a:r>
          </a:p>
          <a:p>
            <a:r>
              <a:t>        [</a:t>
            </a:r>
          </a:p>
          <a:p>
            <a:r>
              <a:t>          "A",</a:t>
            </a:r>
          </a:p>
          <a:p>
            <a:r>
              <a:t>          "47"</a:t>
            </a:r>
          </a:p>
          <a:p>
            <a:r>
              <a:t>        ],</a:t>
            </a:r>
          </a:p>
          <a:p>
            <a:r>
              <a:t>        [</a:t>
            </a:r>
          </a:p>
          <a:p>
            <a:r>
              <a:t>          "A",</a:t>
            </a:r>
          </a:p>
          <a:p>
            <a:r>
              <a:t>          "48"</a:t>
            </a:r>
          </a:p>
          <a:p>
            <a:r>
              <a:t>        ],</a:t>
            </a:r>
          </a:p>
          <a:p>
            <a:r>
              <a:t>        [</a:t>
            </a:r>
          </a:p>
          <a:p>
            <a:r>
              <a:t>          "A",</a:t>
            </a:r>
          </a:p>
          <a:p>
            <a:r>
              <a:t>          "49"</a:t>
            </a:r>
          </a:p>
          <a:p>
            <a:r>
              <a:t>        ],</a:t>
            </a:r>
          </a:p>
          <a:p>
            <a:r>
              <a:t>        [</a:t>
            </a:r>
          </a:p>
          <a:p>
            <a:r>
              <a:t>          "A",</a:t>
            </a:r>
          </a:p>
          <a:p>
            <a:r>
              <a:t>          "50"</a:t>
            </a:r>
          </a:p>
          <a:p>
            <a:r>
              <a:t>        ],</a:t>
            </a:r>
          </a:p>
          <a:p>
            <a:r>
              <a:t>        [</a:t>
            </a:r>
          </a:p>
          <a:p>
            <a:r>
              <a:t>          "A",</a:t>
            </a:r>
          </a:p>
          <a:p>
            <a:r>
              <a:t>          "51"</a:t>
            </a:r>
          </a:p>
          <a:p>
            <a:r>
              <a:t>        ],</a:t>
            </a:r>
          </a:p>
          <a:p>
            <a:r>
              <a:t>        [</a:t>
            </a:r>
          </a:p>
          <a:p>
            <a:r>
              <a:t>          "A",</a:t>
            </a:r>
          </a:p>
          <a:p>
            <a:r>
              <a:t>          "52"</a:t>
            </a:r>
          </a:p>
          <a:p>
            <a:r>
              <a:t>        ],</a:t>
            </a:r>
          </a:p>
          <a:p>
            <a:r>
              <a:t>        [</a:t>
            </a:r>
          </a:p>
          <a:p>
            <a:r>
              <a:t>          "A",</a:t>
            </a:r>
          </a:p>
          <a:p>
            <a:r>
              <a:t>          "53"</a:t>
            </a:r>
          </a:p>
          <a:p>
            <a:r>
              <a:t>        ],</a:t>
            </a:r>
          </a:p>
          <a:p>
            <a:r>
              <a:t>        [</a:t>
            </a:r>
          </a:p>
          <a:p>
            <a:r>
              <a:t>          "A",</a:t>
            </a:r>
          </a:p>
          <a:p>
            <a:r>
              <a:t>          "54"</a:t>
            </a:r>
          </a:p>
          <a:p>
            <a:r>
              <a:t>        ],</a:t>
            </a:r>
          </a:p>
          <a:p>
            <a:r>
              <a:t>        [</a:t>
            </a:r>
          </a:p>
          <a:p>
            <a:r>
              <a:t>          "A",</a:t>
            </a:r>
          </a:p>
          <a:p>
            <a:r>
              <a:t>          "55"</a:t>
            </a:r>
          </a:p>
          <a:p>
            <a:r>
              <a:t>        ],</a:t>
            </a:r>
          </a:p>
          <a:p>
            <a:r>
              <a:t>        [</a:t>
            </a:r>
          </a:p>
          <a:p>
            <a:r>
              <a:t>          "A",</a:t>
            </a:r>
          </a:p>
          <a:p>
            <a:r>
              <a:t>          "56"</a:t>
            </a:r>
          </a:p>
          <a:p>
            <a:r>
              <a:t>        ],</a:t>
            </a:r>
          </a:p>
          <a:p>
            <a:r>
              <a:t>        [</a:t>
            </a:r>
          </a:p>
          <a:p>
            <a:r>
              <a:t>          "A",</a:t>
            </a:r>
          </a:p>
          <a:p>
            <a:r>
              <a:t>          "57"</a:t>
            </a:r>
          </a:p>
          <a:p>
            <a:r>
              <a:t>        ],</a:t>
            </a:r>
          </a:p>
          <a:p>
            <a:r>
              <a:t>        [</a:t>
            </a:r>
          </a:p>
          <a:p>
            <a:r>
              <a:t>          "A",</a:t>
            </a:r>
          </a:p>
          <a:p>
            <a:r>
              <a:t>          "58"</a:t>
            </a:r>
          </a:p>
          <a:p>
            <a:r>
              <a:t>        ],</a:t>
            </a:r>
          </a:p>
          <a:p>
            <a:r>
              <a:t>        [</a:t>
            </a:r>
          </a:p>
          <a:p>
            <a:r>
              <a:t>          "A",</a:t>
            </a:r>
          </a:p>
          <a:p>
            <a:r>
              <a:t>          "59"</a:t>
            </a:r>
          </a:p>
          <a:p>
            <a:r>
              <a:t>        ],</a:t>
            </a:r>
          </a:p>
          <a:p>
            <a:r>
              <a:t>        [</a:t>
            </a:r>
          </a:p>
          <a:p>
            <a:r>
              <a:t>          "A",</a:t>
            </a:r>
          </a:p>
          <a:p>
            <a:r>
              <a:t>          "60"</a:t>
            </a:r>
          </a:p>
          <a:p>
            <a:r>
              <a:t>        ],</a:t>
            </a:r>
          </a:p>
          <a:p>
            <a:r>
              <a:t>        [</a:t>
            </a:r>
          </a:p>
          <a:p>
            <a:r>
              <a:t>          "A",</a:t>
            </a:r>
          </a:p>
          <a:p>
            <a:r>
              <a:t>          "61"</a:t>
            </a:r>
          </a:p>
          <a:p>
            <a:r>
              <a:t>        ],</a:t>
            </a:r>
          </a:p>
          <a:p>
            <a:r>
              <a:t>        [</a:t>
            </a:r>
          </a:p>
          <a:p>
            <a:r>
              <a:t>          "A",</a:t>
            </a:r>
          </a:p>
          <a:p>
            <a:r>
              <a:t>          "62"</a:t>
            </a:r>
          </a:p>
          <a:p>
            <a:r>
              <a:t>        ],</a:t>
            </a:r>
          </a:p>
          <a:p>
            <a:r>
              <a:t>        [</a:t>
            </a:r>
          </a:p>
          <a:p>
            <a:r>
              <a:t>          "A",</a:t>
            </a:r>
          </a:p>
          <a:p>
            <a:r>
              <a:t>          "63"</a:t>
            </a:r>
          </a:p>
          <a:p>
            <a:r>
              <a:t>        ],</a:t>
            </a:r>
          </a:p>
          <a:p>
            <a:r>
              <a:t>        [</a:t>
            </a:r>
          </a:p>
          <a:p>
            <a:r>
              <a:t>          "A",</a:t>
            </a:r>
          </a:p>
          <a:p>
            <a:r>
              <a:t>          "64"</a:t>
            </a:r>
          </a:p>
          <a:p>
            <a:r>
              <a:t>        ],</a:t>
            </a:r>
          </a:p>
          <a:p>
            <a:r>
              <a:t>        [</a:t>
            </a:r>
          </a:p>
          <a:p>
            <a:r>
              <a:t>          "A",</a:t>
            </a:r>
          </a:p>
          <a:p>
            <a:r>
              <a:t>          "65"</a:t>
            </a:r>
          </a:p>
          <a:p>
            <a:r>
              <a:t>        ],</a:t>
            </a:r>
          </a:p>
          <a:p>
            <a:r>
              <a:t>        [</a:t>
            </a:r>
          </a:p>
          <a:p>
            <a:r>
              <a:t>          "A",</a:t>
            </a:r>
          </a:p>
          <a:p>
            <a:r>
              <a:t>          "66"</a:t>
            </a:r>
          </a:p>
          <a:p>
            <a:r>
              <a:t>        ],</a:t>
            </a:r>
          </a:p>
          <a:p>
            <a:r>
              <a:t>        [</a:t>
            </a:r>
          </a:p>
          <a:p>
            <a:r>
              <a:t>          "A",</a:t>
            </a:r>
          </a:p>
          <a:p>
            <a:r>
              <a:t>          "67"</a:t>
            </a:r>
          </a:p>
          <a:p>
            <a:r>
              <a:t>        ],</a:t>
            </a:r>
          </a:p>
          <a:p>
            <a:r>
              <a:t>        [</a:t>
            </a:r>
          </a:p>
          <a:p>
            <a:r>
              <a:t>          "A",</a:t>
            </a:r>
          </a:p>
          <a:p>
            <a:r>
              <a:t>          "68"</a:t>
            </a:r>
          </a:p>
          <a:p>
            <a:r>
              <a:t>        ],</a:t>
            </a:r>
          </a:p>
          <a:p>
            <a:r>
              <a:t>        [</a:t>
            </a:r>
          </a:p>
          <a:p>
            <a:r>
              <a:t>          "A",</a:t>
            </a:r>
          </a:p>
          <a:p>
            <a:r>
              <a:t>          "69"</a:t>
            </a:r>
          </a:p>
          <a:p>
            <a:r>
              <a:t>        ],</a:t>
            </a:r>
          </a:p>
          <a:p>
            <a:r>
              <a:t>        [</a:t>
            </a:r>
          </a:p>
          <a:p>
            <a:r>
              <a:t>          "A",</a:t>
            </a:r>
          </a:p>
          <a:p>
            <a:r>
              <a:t>          "70"</a:t>
            </a:r>
          </a:p>
          <a:p>
            <a:r>
              <a:t>        ],</a:t>
            </a:r>
          </a:p>
          <a:p>
            <a:r>
              <a:t>        [</a:t>
            </a:r>
          </a:p>
          <a:p>
            <a:r>
              <a:t>          "A",</a:t>
            </a:r>
          </a:p>
          <a:p>
            <a:r>
              <a:t>          "71"</a:t>
            </a:r>
          </a:p>
          <a:p>
            <a:r>
              <a:t>        ],</a:t>
            </a:r>
          </a:p>
          <a:p>
            <a:r>
              <a:t>        [</a:t>
            </a:r>
          </a:p>
          <a:p>
            <a:r>
              <a:t>          "A",</a:t>
            </a:r>
          </a:p>
          <a:p>
            <a:r>
              <a:t>          "72"</a:t>
            </a:r>
          </a:p>
          <a:p>
            <a:r>
              <a:t>        ],</a:t>
            </a:r>
          </a:p>
          <a:p>
            <a:r>
              <a:t>        [</a:t>
            </a:r>
          </a:p>
          <a:p>
            <a:r>
              <a:t>          "A",</a:t>
            </a:r>
          </a:p>
          <a:p>
            <a:r>
              <a:t>          "73"</a:t>
            </a:r>
          </a:p>
          <a:p>
            <a:r>
              <a:t>        ],</a:t>
            </a:r>
          </a:p>
          <a:p>
            <a:r>
              <a:t>        [</a:t>
            </a:r>
          </a:p>
          <a:p>
            <a:r>
              <a:t>          "A",</a:t>
            </a:r>
          </a:p>
          <a:p>
            <a:r>
              <a:t>          "74"</a:t>
            </a:r>
          </a:p>
          <a:p>
            <a:r>
              <a:t>        ],</a:t>
            </a:r>
          </a:p>
          <a:p>
            <a:r>
              <a:t>        [</a:t>
            </a:r>
          </a:p>
          <a:p>
            <a:r>
              <a:t>          "A",</a:t>
            </a:r>
          </a:p>
          <a:p>
            <a:r>
              <a:t>          "75"</a:t>
            </a:r>
          </a:p>
          <a:p>
            <a:r>
              <a:t>        ],</a:t>
            </a:r>
          </a:p>
          <a:p>
            <a:r>
              <a:t>        [</a:t>
            </a:r>
          </a:p>
          <a:p>
            <a:r>
              <a:t>          "A",</a:t>
            </a:r>
          </a:p>
          <a:p>
            <a:r>
              <a:t>          "76"</a:t>
            </a:r>
          </a:p>
          <a:p>
            <a:r>
              <a:t>        ],</a:t>
            </a:r>
          </a:p>
          <a:p>
            <a:r>
              <a:t>        [</a:t>
            </a:r>
          </a:p>
          <a:p>
            <a:r>
              <a:t>          "A",</a:t>
            </a:r>
          </a:p>
          <a:p>
            <a:r>
              <a:t>          "77"</a:t>
            </a:r>
          </a:p>
          <a:p>
            <a:r>
              <a:t>        ],</a:t>
            </a:r>
          </a:p>
          <a:p>
            <a:r>
              <a:t>        [</a:t>
            </a:r>
          </a:p>
          <a:p>
            <a:r>
              <a:t>          "A",</a:t>
            </a:r>
          </a:p>
          <a:p>
            <a:r>
              <a:t>          "78"</a:t>
            </a:r>
          </a:p>
          <a:p>
            <a:r>
              <a:t>        ],</a:t>
            </a:r>
          </a:p>
          <a:p>
            <a:r>
              <a:t>        [</a:t>
            </a:r>
          </a:p>
          <a:p>
            <a:r>
              <a:t>          "A",</a:t>
            </a:r>
          </a:p>
          <a:p>
            <a:r>
              <a:t>          "79"</a:t>
            </a:r>
          </a:p>
          <a:p>
            <a:r>
              <a:t>        ],</a:t>
            </a:r>
          </a:p>
          <a:p>
            <a:r>
              <a:t>        [</a:t>
            </a:r>
          </a:p>
          <a:p>
            <a:r>
              <a:t>          "A",</a:t>
            </a:r>
          </a:p>
          <a:p>
            <a:r>
              <a:t>          "8"</a:t>
            </a:r>
          </a:p>
          <a:p>
            <a:r>
              <a:t>        ],</a:t>
            </a:r>
          </a:p>
          <a:p>
            <a:r>
              <a:t>        [</a:t>
            </a:r>
          </a:p>
          <a:p>
            <a:r>
              <a:t>          "A",</a:t>
            </a:r>
          </a:p>
          <a:p>
            <a:r>
              <a:t>          "80"</a:t>
            </a:r>
          </a:p>
          <a:p>
            <a:r>
              <a:t>        ],</a:t>
            </a:r>
          </a:p>
          <a:p>
            <a:r>
              <a:t>        [</a:t>
            </a:r>
          </a:p>
          <a:p>
            <a:r>
              <a:t>          "A",</a:t>
            </a:r>
          </a:p>
          <a:p>
            <a:r>
              <a:t>          "81"</a:t>
            </a:r>
          </a:p>
          <a:p>
            <a:r>
              <a:t>        ],</a:t>
            </a:r>
          </a:p>
          <a:p>
            <a:r>
              <a:t>        [</a:t>
            </a:r>
          </a:p>
          <a:p>
            <a:r>
              <a:t>          "A",</a:t>
            </a:r>
          </a:p>
          <a:p>
            <a:r>
              <a:t>          "82"</a:t>
            </a:r>
          </a:p>
          <a:p>
            <a:r>
              <a:t>        ],</a:t>
            </a:r>
          </a:p>
          <a:p>
            <a:r>
              <a:t>        [</a:t>
            </a:r>
          </a:p>
          <a:p>
            <a:r>
              <a:t>          "A",</a:t>
            </a:r>
          </a:p>
          <a:p>
            <a:r>
              <a:t>          "83"</a:t>
            </a:r>
          </a:p>
          <a:p>
            <a:r>
              <a:t>        ],</a:t>
            </a:r>
          </a:p>
          <a:p>
            <a:r>
              <a:t>        [</a:t>
            </a:r>
          </a:p>
          <a:p>
            <a:r>
              <a:t>          "A",</a:t>
            </a:r>
          </a:p>
          <a:p>
            <a:r>
              <a:t>          "84"</a:t>
            </a:r>
          </a:p>
          <a:p>
            <a:r>
              <a:t>        ],</a:t>
            </a:r>
          </a:p>
          <a:p>
            <a:r>
              <a:t>        [</a:t>
            </a:r>
          </a:p>
          <a:p>
            <a:r>
              <a:t>          "A",</a:t>
            </a:r>
          </a:p>
          <a:p>
            <a:r>
              <a:t>          "85"</a:t>
            </a:r>
          </a:p>
          <a:p>
            <a:r>
              <a:t>        ],</a:t>
            </a:r>
          </a:p>
          <a:p>
            <a:r>
              <a:t>        [</a:t>
            </a:r>
          </a:p>
          <a:p>
            <a:r>
              <a:t>          "A",</a:t>
            </a:r>
          </a:p>
          <a:p>
            <a:r>
              <a:t>          "86"</a:t>
            </a:r>
          </a:p>
          <a:p>
            <a:r>
              <a:t>        ],</a:t>
            </a:r>
          </a:p>
          <a:p>
            <a:r>
              <a:t>        [</a:t>
            </a:r>
          </a:p>
          <a:p>
            <a:r>
              <a:t>          "A",</a:t>
            </a:r>
          </a:p>
          <a:p>
            <a:r>
              <a:t>          "87"</a:t>
            </a:r>
          </a:p>
          <a:p>
            <a:r>
              <a:t>        ],</a:t>
            </a:r>
          </a:p>
          <a:p>
            <a:r>
              <a:t>        [</a:t>
            </a:r>
          </a:p>
          <a:p>
            <a:r>
              <a:t>          "A",</a:t>
            </a:r>
          </a:p>
          <a:p>
            <a:r>
              <a:t>          "88"</a:t>
            </a:r>
          </a:p>
          <a:p>
            <a:r>
              <a:t>        ],</a:t>
            </a:r>
          </a:p>
          <a:p>
            <a:r>
              <a:t>        [</a:t>
            </a:r>
          </a:p>
          <a:p>
            <a:r>
              <a:t>          "A",</a:t>
            </a:r>
          </a:p>
          <a:p>
            <a:r>
              <a:t>          "89"</a:t>
            </a:r>
          </a:p>
          <a:p>
            <a:r>
              <a:t>        ],</a:t>
            </a:r>
          </a:p>
          <a:p>
            <a:r>
              <a:t>        [</a:t>
            </a:r>
          </a:p>
          <a:p>
            <a:r>
              <a:t>          "A",</a:t>
            </a:r>
          </a:p>
          <a:p>
            <a:r>
              <a:t>          "9"</a:t>
            </a:r>
          </a:p>
          <a:p>
            <a:r>
              <a:t>        ],</a:t>
            </a:r>
          </a:p>
          <a:p>
            <a:r>
              <a:t>        [</a:t>
            </a:r>
          </a:p>
          <a:p>
            <a:r>
              <a:t>          "A",</a:t>
            </a:r>
          </a:p>
          <a:p>
            <a:r>
              <a:t>          "90"</a:t>
            </a:r>
          </a:p>
          <a:p>
            <a:r>
              <a:t>        ],</a:t>
            </a:r>
          </a:p>
          <a:p>
            <a:r>
              <a:t>        [</a:t>
            </a:r>
          </a:p>
          <a:p>
            <a:r>
              <a:t>          "A",</a:t>
            </a:r>
          </a:p>
          <a:p>
            <a:r>
              <a:t>          "91"</a:t>
            </a:r>
          </a:p>
          <a:p>
            <a:r>
              <a:t>        ]</a:t>
            </a:r>
          </a:p>
          <a:p>
            <a:r>
              <a:t>      ],</a:t>
            </a:r>
          </a:p>
          <a:p>
            <a:r>
              <a:t>      "medoid_model": "PaT90_bmr7191__AFCluster__0931",</a:t>
            </a:r>
          </a:p>
          <a:p>
            <a:r>
              <a:t>      "medoid_mean_ca_rmsd_angstrom": 1.1772751763299396,</a:t>
            </a:r>
          </a:p>
          <a:p>
            <a:r>
              <a:t>      "rendering": {</a:t>
            </a:r>
          </a:p>
          <a:p>
            <a:r>
              <a:t>        "ray_max_passes": 25,</a:t>
            </a:r>
          </a:p>
          <a:p>
            <a:r>
              <a:t>        "max_threads": 2,</a:t>
            </a:r>
          </a:p>
          <a:p>
            <a:r>
              <a:t>        "cartoon_transparency": 0.35</a:t>
            </a:r>
          </a:p>
          <a:p>
            <a:r>
              <a:t>      },</a:t>
            </a:r>
          </a:p>
          <a:p>
            <a:r>
              <a:t>      "rmsf_range_angstrom": [</a:t>
            </a:r>
          </a:p>
          <a:p>
            <a:r>
              <a:t>        0.3017119398842931,</a:t>
            </a:r>
          </a:p>
          <a:p>
            <a:r>
              <a:t>        10.396094574943337</a:t>
            </a:r>
          </a:p>
          <a:p>
            <a:r>
              <a:t>      ],</a:t>
            </a:r>
          </a:p>
          <a:p>
            <a:r>
              <a:t>      "mean_plddt_range": [</a:t>
            </a:r>
          </a:p>
          <a:p>
            <a:r>
              <a:t>        47.54,</a:t>
            </a:r>
          </a:p>
          <a:p>
            <a:r>
              <a:t>        90.39166666666667</a:t>
            </a:r>
          </a:p>
          <a:p>
            <a:r>
              <a:t>      ],</a:t>
            </a:r>
          </a:p>
          <a:p>
            <a:r>
              <a:t>      "fits": [</a:t>
            </a:r>
          </a:p>
          <a:p>
            <a:r>
              <a:t>        {</a:t>
            </a:r>
          </a:p>
          <a:p>
            <a:r>
              <a:t>          "model": "PaT90_bmr7191__AFCluster__0931",</a:t>
            </a:r>
          </a:p>
          <a:p>
            <a:r>
              <a:t>          "ca_rmsd_angstrom": 0.0</a:t>
            </a:r>
          </a:p>
          <a:p>
            <a:r>
              <a:t>        },</a:t>
            </a:r>
          </a:p>
          <a:p>
            <a:r>
              <a:t>        {</a:t>
            </a:r>
          </a:p>
          <a:p>
            <a:r>
              <a:t>          "model": "PaT90_bmr7191__AFCluster__0847",</a:t>
            </a:r>
          </a:p>
          <a:p>
            <a:r>
              <a:t>          "ca_rmsd_angstrom": 0.782519462848063</a:t>
            </a:r>
          </a:p>
          <a:p>
            <a:r>
              <a:t>        },</a:t>
            </a:r>
          </a:p>
          <a:p>
            <a:r>
              <a:t>        {</a:t>
            </a:r>
          </a:p>
          <a:p>
            <a:r>
              <a:t>          "model": "PaT90_bmr7191__AFCluster__0455",</a:t>
            </a:r>
          </a:p>
          <a:p>
            <a:r>
              <a:t>          "ca_rmsd_angstrom": 1.358062034642506</a:t>
            </a:r>
          </a:p>
          <a:p>
            <a:r>
              <a:t>        },</a:t>
            </a:r>
          </a:p>
          <a:p>
            <a:r>
              <a:t>        {</a:t>
            </a:r>
          </a:p>
          <a:p>
            <a:r>
              <a:t>          "model": "PaT90_bmr7191__AFCluster__0735",</a:t>
            </a:r>
          </a:p>
          <a:p>
            <a:r>
              <a:t>          "ca_rmsd_angstrom": 1.3806576841771372</a:t>
            </a:r>
          </a:p>
          <a:p>
            <a:r>
              <a:t>        },</a:t>
            </a:r>
          </a:p>
          <a:p>
            <a:r>
              <a:t>        {</a:t>
            </a:r>
          </a:p>
          <a:p>
            <a:r>
              <a:t>          "model": "PaT90_bmr7191__AFCluster__0427",</a:t>
            </a:r>
          </a:p>
          <a:p>
            <a:r>
              <a:t>          "ca_rmsd_angstrom": 1.0169666066423628</a:t>
            </a:r>
          </a:p>
          <a:p>
            <a:r>
              <a:t>        },</a:t>
            </a:r>
          </a:p>
          <a:p>
            <a:r>
              <a:t>        {</a:t>
            </a:r>
          </a:p>
          <a:p>
            <a:r>
              <a:t>          "model": "PaT90_bmr7191__AlphaFlowPDB__0024",</a:t>
            </a:r>
          </a:p>
          <a:p>
            <a:r>
              <a:t>          "ca_rmsd_angstrom": 2.5254452958392113</a:t>
            </a:r>
          </a:p>
          <a:p>
            <a:r>
              <a:t>        }</a:t>
            </a:r>
          </a:p>
          <a:p>
            <a:r>
              <a:t>      ],</a:t>
            </a:r>
          </a:p>
          <a:p>
            <a:r>
              <a:t>      "view": [</a:t>
            </a:r>
          </a:p>
          <a:p>
            <a:r>
              <a:t>        0.6337330937385559,</a:t>
            </a:r>
          </a:p>
          <a:p>
            <a:r>
              <a:t>        -0.6963403820991516,</a:t>
            </a:r>
          </a:p>
          <a:p>
            <a:r>
              <a:t>        -0.3368864059448242,</a:t>
            </a:r>
          </a:p>
          <a:p>
            <a:r>
              <a:t>        0.7407652735710144,</a:t>
            </a:r>
          </a:p>
          <a:p>
            <a:r>
              <a:t>        0.4208512306213379,</a:t>
            </a:r>
          </a:p>
          <a:p>
            <a:r>
              <a:t>        0.523594319820404,</a:t>
            </a:r>
          </a:p>
          <a:p>
            <a:r>
              <a:t>        -0.22282080352306366,</a:t>
            </a:r>
          </a:p>
          <a:p>
            <a:r>
              <a:t>        -0.5813727974891663,</a:t>
            </a:r>
          </a:p>
          <a:p>
            <a:r>
              <a:t>        0.7825321555137634,</a:t>
            </a:r>
          </a:p>
          <a:p>
            <a:r>
              <a:t>        0.0,</a:t>
            </a:r>
          </a:p>
          <a:p>
            <a:r>
              <a:t>        0.0,</a:t>
            </a:r>
          </a:p>
          <a:p>
            <a:r>
              <a:t>        -325.9322814941406,</a:t>
            </a:r>
          </a:p>
          <a:p>
            <a:r>
              <a:t>        -1.9535446166992188,</a:t>
            </a:r>
          </a:p>
          <a:p>
            <a:r>
              <a:t>        -1.026266098022461,</a:t>
            </a:r>
          </a:p>
          <a:p>
            <a:r>
              <a:t>        -4.266969680786133,</a:t>
            </a:r>
          </a:p>
          <a:p>
            <a:r>
              <a:t>        256.9674987792969,</a:t>
            </a:r>
          </a:p>
          <a:p>
            <a:r>
              <a:t>        394.8970642089844,</a:t>
            </a:r>
          </a:p>
          <a:p>
            <a:r>
              <a:t>        20.0</a:t>
            </a:r>
          </a:p>
          <a:p>
            <a:r>
              <a:t>      ],</a:t>
            </a:r>
          </a:p>
          <a:p>
            <a:r>
              <a:t>      "cluster_colors": {</a:t>
            </a:r>
          </a:p>
          <a:p>
            <a:r>
              <a:t>        "C1.3": "#2ca02c",</a:t>
            </a:r>
          </a:p>
          <a:p>
            <a:r>
              <a:t>        "C1.8": "#7f7f7f"</a:t>
            </a:r>
          </a:p>
          <a:p>
            <a:r>
              <a:t>      },</a:t>
            </a:r>
          </a:p>
          <a:p>
            <a:r>
              <a:t>      "chain_colors": {</a:t>
            </a:r>
          </a:p>
          <a:p>
            <a:r>
              <a:t>        "PaT90_bmr7191__AFCluster__0931": {</a:t>
            </a:r>
          </a:p>
          <a:p>
            <a:r>
              <a:t>          "A": "#2CA02C"</a:t>
            </a:r>
          </a:p>
          <a:p>
            <a:r>
              <a:t>        },</a:t>
            </a:r>
          </a:p>
          <a:p>
            <a:r>
              <a:t>        "PaT90_bmr7191__AFCluster__0847": {</a:t>
            </a:r>
          </a:p>
          <a:p>
            <a:r>
              <a:t>          "A": "#2CA02C"</a:t>
            </a:r>
          </a:p>
          <a:p>
            <a:r>
              <a:t>        },</a:t>
            </a:r>
          </a:p>
          <a:p>
            <a:r>
              <a:t>        "PaT90_bmr7191__AFCluster__0455": {</a:t>
            </a:r>
          </a:p>
          <a:p>
            <a:r>
              <a:t>          "A": "#2CA02C"</a:t>
            </a:r>
          </a:p>
          <a:p>
            <a:r>
              <a:t>        },</a:t>
            </a:r>
          </a:p>
          <a:p>
            <a:r>
              <a:t>        "PaT90_bmr7191__AFCluster__0735": {</a:t>
            </a:r>
          </a:p>
          <a:p>
            <a:r>
              <a:t>          "A": "#2CA02C"</a:t>
            </a:r>
          </a:p>
          <a:p>
            <a:r>
              <a:t>        },</a:t>
            </a:r>
          </a:p>
          <a:p>
            <a:r>
              <a:t>        "PaT90_bmr7191__AFCluster__0427": {</a:t>
            </a:r>
          </a:p>
          <a:p>
            <a:r>
              <a:t>          "A": "#2CA02C"</a:t>
            </a:r>
          </a:p>
          <a:p>
            <a:r>
              <a:t>        },</a:t>
            </a:r>
          </a:p>
          <a:p>
            <a:r>
              <a:t>        "PaT90_bmr7191__AlphaFlowPDB__0024": {</a:t>
            </a:r>
          </a:p>
          <a:p>
            <a:r>
              <a:t>          "A": "#7F7F7F"</a:t>
            </a:r>
          </a:p>
          <a:p>
            <a:r>
              <a:t>        }</a:t>
            </a:r>
          </a:p>
          <a:p>
            <a:r>
              <a:t>      },</a:t>
            </a:r>
          </a:p>
          <a:p>
            <a:r>
              <a:t>      "models": [</a:t>
            </a:r>
          </a:p>
          <a:p>
            <a:r>
              <a:t>        {</a:t>
            </a:r>
          </a:p>
          <a:p>
            <a:r>
              <a:t>          "model": "PaT90_bmr7191__AFCluster__0931",</a:t>
            </a:r>
          </a:p>
          <a:p>
            <a:r>
              <a:t>          "cluster_label": "C1.3",</a:t>
            </a:r>
          </a:p>
          <a:p>
            <a:r>
              <a:t>          "color": "#2ca02c",</a:t>
            </a:r>
          </a:p>
          <a:p>
            <a:r>
              <a:t>          "rank": 1,</a:t>
            </a:r>
          </a:p>
          <a:p>
            <a:r>
              <a:t>          "confidence": 71.9605454645524,</a:t>
            </a:r>
          </a:p>
          <a:p>
            <a:r>
              <a:t>          "pdb_sha256": "57268d0949f9602dbb4044698329736cf0c363e034933da23757277bdb6d53c5"</a:t>
            </a:r>
          </a:p>
          <a:p>
            <a:r>
              <a:t>        },</a:t>
            </a:r>
          </a:p>
          <a:p>
            <a:r>
              <a:t>        {</a:t>
            </a:r>
          </a:p>
          <a:p>
            <a:r>
              <a:t>          "model": "PaT90_bmr7191__AFCluster__0847",</a:t>
            </a:r>
          </a:p>
          <a:p>
            <a:r>
              <a:t>          "cluster_label": "C1.3",</a:t>
            </a:r>
          </a:p>
          <a:p>
            <a:r>
              <a:t>          "color": "#2ca02c",</a:t>
            </a:r>
          </a:p>
          <a:p>
            <a:r>
              <a:t>          "rank": 2,</a:t>
            </a:r>
          </a:p>
          <a:p>
            <a:r>
              <a:t>          "confidence": 71.87888378659346,</a:t>
            </a:r>
          </a:p>
          <a:p>
            <a:r>
              <a:t>          "pdb_sha256": "e4b1003bec212f3e0e344620679cb181010f35c6c3fdd894c98143bdefff4fe8"</a:t>
            </a:r>
          </a:p>
          <a:p>
            <a:r>
              <a:t>        },</a:t>
            </a:r>
          </a:p>
          <a:p>
            <a:r>
              <a:t>        {</a:t>
            </a:r>
          </a:p>
          <a:p>
            <a:r>
              <a:t>          "model": "PaT90_bmr7191__AFCluster__0455",</a:t>
            </a:r>
          </a:p>
          <a:p>
            <a:r>
              <a:t>          "cluster_label": "C1.3",</a:t>
            </a:r>
          </a:p>
          <a:p>
            <a:r>
              <a:t>          "color": "#2ca02c",</a:t>
            </a:r>
          </a:p>
          <a:p>
            <a:r>
              <a:t>          "rank": 3,</a:t>
            </a:r>
          </a:p>
          <a:p>
            <a:r>
              <a:t>          "confidence": 71.79511200498168,</a:t>
            </a:r>
          </a:p>
          <a:p>
            <a:r>
              <a:t>          "pdb_sha256": "10cf9408ec59408731daec782c37fed31e0fed2709ed077747b0add765b4fead"</a:t>
            </a:r>
          </a:p>
          <a:p>
            <a:r>
              <a:t>        },</a:t>
            </a:r>
          </a:p>
          <a:p>
            <a:r>
              <a:t>        {</a:t>
            </a:r>
          </a:p>
          <a:p>
            <a:r>
              <a:t>          "model": "PaT90_bmr7191__AFCluster__0735",</a:t>
            </a:r>
          </a:p>
          <a:p>
            <a:r>
              <a:t>          "cluster_label": "C1.3",</a:t>
            </a:r>
          </a:p>
          <a:p>
            <a:r>
              <a:t>          "color": "#2ca02c",</a:t>
            </a:r>
          </a:p>
          <a:p>
            <a:r>
              <a:t>          "rank": 4,</a:t>
            </a:r>
          </a:p>
          <a:p>
            <a:r>
              <a:t>          "confidence": 71.76757381460864,</a:t>
            </a:r>
          </a:p>
          <a:p>
            <a:r>
              <a:t>          "pdb_sha256": "3d972327140f9b183cf4593f5e42afbcb72dbf2f45d4686a417c55ae2c8d96aa"</a:t>
            </a:r>
          </a:p>
          <a:p>
            <a:r>
              <a:t>        },</a:t>
            </a:r>
          </a:p>
          <a:p>
            <a:r>
              <a:t>        {</a:t>
            </a:r>
          </a:p>
          <a:p>
            <a:r>
              <a:t>          "model": "PaT90_bmr7191__AFCluster__0427",</a:t>
            </a:r>
          </a:p>
          <a:p>
            <a:r>
              <a:t>          "cluster_label": "C1.3",</a:t>
            </a:r>
          </a:p>
          <a:p>
            <a:r>
              <a:t>          "color": "#2ca02c",</a:t>
            </a:r>
          </a:p>
          <a:p>
            <a:r>
              <a:t>          "rank": 5,</a:t>
            </a:r>
          </a:p>
          <a:p>
            <a:r>
              <a:t>          "confidence": 71.73298896802554,</a:t>
            </a:r>
          </a:p>
          <a:p>
            <a:r>
              <a:t>          "pdb_sha256": "3956d3e344d37fa0a6a0335931d1be7fa9b178578e62114f3304aee4365779e1"</a:t>
            </a:r>
          </a:p>
          <a:p>
            <a:r>
              <a:t>        },</a:t>
            </a:r>
          </a:p>
          <a:p>
            <a:r>
              <a:t>        {</a:t>
            </a:r>
          </a:p>
          <a:p>
            <a:r>
              <a:t>          "model": "PaT90_bmr7191__AlphaFlowPDB__0024",</a:t>
            </a:r>
          </a:p>
          <a:p>
            <a:r>
              <a:t>          "cluster_label": "C1.8",</a:t>
            </a:r>
          </a:p>
          <a:p>
            <a:r>
              <a:t>          "color": "#7f7f7f",</a:t>
            </a:r>
          </a:p>
          <a:p>
            <a:r>
              <a:t>          "rank": 1,</a:t>
            </a:r>
          </a:p>
          <a:p>
            <a:r>
              <a:t>          "confidence": 94.77484893798828,</a:t>
            </a:r>
          </a:p>
          <a:p>
            <a:r>
              <a:t>          "pdb_sha256": "2c74bd7e13aeec45b32e6fad364411aaa9e8d469b3d3cdf0629d5a06ef407451"</a:t>
            </a:r>
          </a:p>
          <a:p>
            <a:r>
              <a:t>        }</a:t>
            </a:r>
          </a:p>
          <a:p>
            <a:r>
              <a:t>      ],</a:t>
            </a:r>
          </a:p>
          <a:p>
            <a:r>
              <a:t>      "directory": "group-02",</a:t>
            </a:r>
          </a:p>
          <a:p>
            <a:r>
              <a:t>      "files": {</a:t>
            </a:r>
          </a:p>
          <a:p>
            <a:r>
              <a:t>        "residue_statistics.csv": {</a:t>
            </a:r>
          </a:p>
          <a:p>
            <a:r>
              <a:t>          "bytes": 5994,</a:t>
            </a:r>
          </a:p>
          <a:p>
            <a:r>
              <a:t>          "sha256": "28c58ea6f17bae2d36dc8579d114b4e7ced2acb95a31c655a1c50f2e83c38b0a"</a:t>
            </a:r>
          </a:p>
          <a:p>
            <a:r>
              <a:t>        },</a:t>
            </a:r>
          </a:p>
          <a:p>
            <a:r>
              <a:t>        "aligned_models.pdb": {</a:t>
            </a:r>
          </a:p>
          <a:p>
            <a:r>
              <a:t>          "bytes": 362248,</a:t>
            </a:r>
          </a:p>
          <a:p>
            <a:r>
              <a:t>          "sha256": "d34d9cc99146db03a75d21158e174ea26d1ffc4d0f7d71002f853d799a04e2f9"</a:t>
            </a:r>
          </a:p>
          <a:p>
            <a:r>
              <a:t>        },</a:t>
            </a:r>
          </a:p>
          <a:p>
            <a:r>
              <a:t>        "ensemble.pse": {</a:t>
            </a:r>
          </a:p>
          <a:p>
            <a:r>
              <a:t>          "bytes": 789044,</a:t>
            </a:r>
          </a:p>
          <a:p>
            <a:r>
              <a:t>          "sha256": "4d01a9d0d1966d3cca7fd2aa10472a7395a46234e1d6a57d6581fb9ad46c630f"</a:t>
            </a:r>
          </a:p>
          <a:p>
            <a:r>
              <a:t>        },</a:t>
            </a:r>
          </a:p>
          <a:p>
            <a:r>
              <a:t>        "ensemble.png": {</a:t>
            </a:r>
          </a:p>
          <a:p>
            <a:r>
              <a:t>          "bytes": 114319,</a:t>
            </a:r>
          </a:p>
          <a:p>
            <a:r>
              <a:t>          "sha256": "fdb262c83ddfeeaafb4170880f31f1576cb25a7a5cd6e39d098541e2376c66b4"</a:t>
            </a:r>
          </a:p>
          <a:p>
            <a:r>
              <a:t>        },</a:t>
            </a:r>
          </a:p>
          <a:p>
            <a:r>
              <a:t>        "medoid.pdb": {</a:t>
            </a:r>
          </a:p>
          <a:p>
            <a:r>
              <a:t>          "bytes": 60356,</a:t>
            </a:r>
          </a:p>
          <a:p>
            <a:r>
              <a:t>          "sha256": "9a3e08426ea951d558be894666bbd42b8eaf4e30ea22fc1261c5aa68c9c28d64"</a:t>
            </a:r>
          </a:p>
          <a:p>
            <a:r>
              <a:t>        }</a:t>
            </a:r>
          </a:p>
          <a:p>
            <a:r>
              <a:t>      }</a:t>
            </a:r>
          </a:p>
          <a:p>
            <a:r>
              <a:t>    },</a:t>
            </a:r>
          </a:p>
          <a:p>
            <a:r>
              <a:t>    {</a:t>
            </a:r>
          </a:p>
          <a:p>
            <a:r>
              <a:t>      "id": 3,</a:t>
            </a:r>
          </a:p>
          <a:p>
            <a:r>
              <a:t>      "clusters": [</a:t>
            </a:r>
          </a:p>
          <a:p>
            <a:r>
              <a:t>        "C1.5",</a:t>
            </a:r>
          </a:p>
          <a:p>
            <a:r>
              <a:t>        "C1.7"</a:t>
            </a:r>
          </a:p>
          <a:p>
            <a:r>
              <a:t>      ],</a:t>
            </a:r>
          </a:p>
          <a:p>
            <a:r>
              <a:t>      "model_count": 8,</a:t>
            </a:r>
          </a:p>
          <a:p>
            <a:r>
              <a:t>      "residue_count": 97,</a:t>
            </a:r>
          </a:p>
          <a:p>
            <a:r>
              <a:t>      "min_pair_tm": 0.80469,</a:t>
            </a:r>
          </a:p>
          <a:p>
            <a:r>
              <a:t>      "max_pair_tm": 0.80469,</a:t>
            </a:r>
          </a:p>
          <a:p>
            <a:r>
              <a:t>      "alignment_ca_keys": [</a:t>
            </a:r>
          </a:p>
          <a:p>
            <a:r>
              <a:t>        [</a:t>
            </a:r>
          </a:p>
          <a:p>
            <a:r>
              <a:t>          "A",</a:t>
            </a:r>
          </a:p>
          <a:p>
            <a:r>
              <a:t>          "10"</a:t>
            </a:r>
          </a:p>
          <a:p>
            <a:r>
              <a:t>        ],</a:t>
            </a:r>
          </a:p>
          <a:p>
            <a:r>
              <a:t>        [</a:t>
            </a:r>
          </a:p>
          <a:p>
            <a:r>
              <a:t>          "A",</a:t>
            </a:r>
          </a:p>
          <a:p>
            <a:r>
              <a:t>          "11"</a:t>
            </a:r>
          </a:p>
          <a:p>
            <a:r>
              <a:t>        ],</a:t>
            </a:r>
          </a:p>
          <a:p>
            <a:r>
              <a:t>        [</a:t>
            </a:r>
          </a:p>
          <a:p>
            <a:r>
              <a:t>          "A",</a:t>
            </a:r>
          </a:p>
          <a:p>
            <a:r>
              <a:t>          "12"</a:t>
            </a:r>
          </a:p>
          <a:p>
            <a:r>
              <a:t>        ],</a:t>
            </a:r>
          </a:p>
          <a:p>
            <a:r>
              <a:t>        [</a:t>
            </a:r>
          </a:p>
          <a:p>
            <a:r>
              <a:t>          "A",</a:t>
            </a:r>
          </a:p>
          <a:p>
            <a:r>
              <a:t>          "13"</a:t>
            </a:r>
          </a:p>
          <a:p>
            <a:r>
              <a:t>        ],</a:t>
            </a:r>
          </a:p>
          <a:p>
            <a:r>
              <a:t>        [</a:t>
            </a:r>
          </a:p>
          <a:p>
            <a:r>
              <a:t>          "A",</a:t>
            </a:r>
          </a:p>
          <a:p>
            <a:r>
              <a:t>          "14"</a:t>
            </a:r>
          </a:p>
          <a:p>
            <a:r>
              <a:t>        ],</a:t>
            </a:r>
          </a:p>
          <a:p>
            <a:r>
              <a:t>        [</a:t>
            </a:r>
          </a:p>
          <a:p>
            <a:r>
              <a:t>          "A",</a:t>
            </a:r>
          </a:p>
          <a:p>
            <a:r>
              <a:t>          "15"</a:t>
            </a:r>
          </a:p>
          <a:p>
            <a:r>
              <a:t>        ],</a:t>
            </a:r>
          </a:p>
          <a:p>
            <a:r>
              <a:t>        [</a:t>
            </a:r>
          </a:p>
          <a:p>
            <a:r>
              <a:t>          "A",</a:t>
            </a:r>
          </a:p>
          <a:p>
            <a:r>
              <a:t>          "16"</a:t>
            </a:r>
          </a:p>
          <a:p>
            <a:r>
              <a:t>        ],</a:t>
            </a:r>
          </a:p>
          <a:p>
            <a:r>
              <a:t>        [</a:t>
            </a:r>
          </a:p>
          <a:p>
            <a:r>
              <a:t>          "A",</a:t>
            </a:r>
          </a:p>
          <a:p>
            <a:r>
              <a:t>          "17"</a:t>
            </a:r>
          </a:p>
          <a:p>
            <a:r>
              <a:t>        ],</a:t>
            </a:r>
          </a:p>
          <a:p>
            <a:r>
              <a:t>        [</a:t>
            </a:r>
          </a:p>
          <a:p>
            <a:r>
              <a:t>          "A",</a:t>
            </a:r>
          </a:p>
          <a:p>
            <a:r>
              <a:t>          "18"</a:t>
            </a:r>
          </a:p>
          <a:p>
            <a:r>
              <a:t>        ],</a:t>
            </a:r>
          </a:p>
          <a:p>
            <a:r>
              <a:t>        [</a:t>
            </a:r>
          </a:p>
          <a:p>
            <a:r>
              <a:t>          "A",</a:t>
            </a:r>
          </a:p>
          <a:p>
            <a:r>
              <a:t>          "19"</a:t>
            </a:r>
          </a:p>
          <a:p>
            <a:r>
              <a:t>        ],</a:t>
            </a:r>
          </a:p>
          <a:p>
            <a:r>
              <a:t>        [</a:t>
            </a:r>
          </a:p>
          <a:p>
            <a:r>
              <a:t>          "A",</a:t>
            </a:r>
          </a:p>
          <a:p>
            <a:r>
              <a:t>          "20"</a:t>
            </a:r>
          </a:p>
          <a:p>
            <a:r>
              <a:t>        ],</a:t>
            </a:r>
          </a:p>
          <a:p>
            <a:r>
              <a:t>        [</a:t>
            </a:r>
          </a:p>
          <a:p>
            <a:r>
              <a:t>          "A",</a:t>
            </a:r>
          </a:p>
          <a:p>
            <a:r>
              <a:t>          "21"</a:t>
            </a:r>
          </a:p>
          <a:p>
            <a:r>
              <a:t>        ],</a:t>
            </a:r>
          </a:p>
          <a:p>
            <a:r>
              <a:t>        [</a:t>
            </a:r>
          </a:p>
          <a:p>
            <a:r>
              <a:t>          "A",</a:t>
            </a:r>
          </a:p>
          <a:p>
            <a:r>
              <a:t>          "22"</a:t>
            </a:r>
          </a:p>
          <a:p>
            <a:r>
              <a:t>        ],</a:t>
            </a:r>
          </a:p>
          <a:p>
            <a:r>
              <a:t>        [</a:t>
            </a:r>
          </a:p>
          <a:p>
            <a:r>
              <a:t>          "A",</a:t>
            </a:r>
          </a:p>
          <a:p>
            <a:r>
              <a:t>          "23"</a:t>
            </a:r>
          </a:p>
          <a:p>
            <a:r>
              <a:t>        ],</a:t>
            </a:r>
          </a:p>
          <a:p>
            <a:r>
              <a:t>        [</a:t>
            </a:r>
          </a:p>
          <a:p>
            <a:r>
              <a:t>          "A",</a:t>
            </a:r>
          </a:p>
          <a:p>
            <a:r>
              <a:t>          "24"</a:t>
            </a:r>
          </a:p>
          <a:p>
            <a:r>
              <a:t>        ],</a:t>
            </a:r>
          </a:p>
          <a:p>
            <a:r>
              <a:t>        [</a:t>
            </a:r>
          </a:p>
          <a:p>
            <a:r>
              <a:t>          "A",</a:t>
            </a:r>
          </a:p>
          <a:p>
            <a:r>
              <a:t>          "25"</a:t>
            </a:r>
          </a:p>
          <a:p>
            <a:r>
              <a:t>        ],</a:t>
            </a:r>
          </a:p>
          <a:p>
            <a:r>
              <a:t>        [</a:t>
            </a:r>
          </a:p>
          <a:p>
            <a:r>
              <a:t>          "A",</a:t>
            </a:r>
          </a:p>
          <a:p>
            <a:r>
              <a:t>          "26"</a:t>
            </a:r>
          </a:p>
          <a:p>
            <a:r>
              <a:t>        ],</a:t>
            </a:r>
          </a:p>
          <a:p>
            <a:r>
              <a:t>        [</a:t>
            </a:r>
          </a:p>
          <a:p>
            <a:r>
              <a:t>          "A",</a:t>
            </a:r>
          </a:p>
          <a:p>
            <a:r>
              <a:t>          "27"</a:t>
            </a:r>
          </a:p>
          <a:p>
            <a:r>
              <a:t>        ],</a:t>
            </a:r>
          </a:p>
          <a:p>
            <a:r>
              <a:t>        [</a:t>
            </a:r>
          </a:p>
          <a:p>
            <a:r>
              <a:t>          "A",</a:t>
            </a:r>
          </a:p>
          <a:p>
            <a:r>
              <a:t>          "28"</a:t>
            </a:r>
          </a:p>
          <a:p>
            <a:r>
              <a:t>        ],</a:t>
            </a:r>
          </a:p>
          <a:p>
            <a:r>
              <a:t>        [</a:t>
            </a:r>
          </a:p>
          <a:p>
            <a:r>
              <a:t>          "A",</a:t>
            </a:r>
          </a:p>
          <a:p>
            <a:r>
              <a:t>          "29"</a:t>
            </a:r>
          </a:p>
          <a:p>
            <a:r>
              <a:t>        ],</a:t>
            </a:r>
          </a:p>
          <a:p>
            <a:r>
              <a:t>        [</a:t>
            </a:r>
          </a:p>
          <a:p>
            <a:r>
              <a:t>          "A",</a:t>
            </a:r>
          </a:p>
          <a:p>
            <a:r>
              <a:t>          "30"</a:t>
            </a:r>
          </a:p>
          <a:p>
            <a:r>
              <a:t>        ],</a:t>
            </a:r>
          </a:p>
          <a:p>
            <a:r>
              <a:t>        [</a:t>
            </a:r>
          </a:p>
          <a:p>
            <a:r>
              <a:t>          "A",</a:t>
            </a:r>
          </a:p>
          <a:p>
            <a:r>
              <a:t>          "31"</a:t>
            </a:r>
          </a:p>
          <a:p>
            <a:r>
              <a:t>        ],</a:t>
            </a:r>
          </a:p>
          <a:p>
            <a:r>
              <a:t>        [</a:t>
            </a:r>
          </a:p>
          <a:p>
            <a:r>
              <a:t>          "A",</a:t>
            </a:r>
          </a:p>
          <a:p>
            <a:r>
              <a:t>          "32"</a:t>
            </a:r>
          </a:p>
          <a:p>
            <a:r>
              <a:t>        ],</a:t>
            </a:r>
          </a:p>
          <a:p>
            <a:r>
              <a:t>        [</a:t>
            </a:r>
          </a:p>
          <a:p>
            <a:r>
              <a:t>          "A",</a:t>
            </a:r>
          </a:p>
          <a:p>
            <a:r>
              <a:t>          "33"</a:t>
            </a:r>
          </a:p>
          <a:p>
            <a:r>
              <a:t>        ],</a:t>
            </a:r>
          </a:p>
          <a:p>
            <a:r>
              <a:t>        [</a:t>
            </a:r>
          </a:p>
          <a:p>
            <a:r>
              <a:t>          "A",</a:t>
            </a:r>
          </a:p>
          <a:p>
            <a:r>
              <a:t>          "34"</a:t>
            </a:r>
          </a:p>
          <a:p>
            <a:r>
              <a:t>        ],</a:t>
            </a:r>
          </a:p>
          <a:p>
            <a:r>
              <a:t>        [</a:t>
            </a:r>
          </a:p>
          <a:p>
            <a:r>
              <a:t>          "A",</a:t>
            </a:r>
          </a:p>
          <a:p>
            <a:r>
              <a:t>          "35"</a:t>
            </a:r>
          </a:p>
          <a:p>
            <a:r>
              <a:t>        ],</a:t>
            </a:r>
          </a:p>
          <a:p>
            <a:r>
              <a:t>        [</a:t>
            </a:r>
          </a:p>
          <a:p>
            <a:r>
              <a:t>          "A",</a:t>
            </a:r>
          </a:p>
          <a:p>
            <a:r>
              <a:t>          "36"</a:t>
            </a:r>
          </a:p>
          <a:p>
            <a:r>
              <a:t>        ],</a:t>
            </a:r>
          </a:p>
          <a:p>
            <a:r>
              <a:t>        [</a:t>
            </a:r>
          </a:p>
          <a:p>
            <a:r>
              <a:t>          "A",</a:t>
            </a:r>
          </a:p>
          <a:p>
            <a:r>
              <a:t>          "37"</a:t>
            </a:r>
          </a:p>
          <a:p>
            <a:r>
              <a:t>        ],</a:t>
            </a:r>
          </a:p>
          <a:p>
            <a:r>
              <a:t>        [</a:t>
            </a:r>
          </a:p>
          <a:p>
            <a:r>
              <a:t>          "A",</a:t>
            </a:r>
          </a:p>
          <a:p>
            <a:r>
              <a:t>          "38"</a:t>
            </a:r>
          </a:p>
          <a:p>
            <a:r>
              <a:t>        ],</a:t>
            </a:r>
          </a:p>
          <a:p>
            <a:r>
              <a:t>        [</a:t>
            </a:r>
          </a:p>
          <a:p>
            <a:r>
              <a:t>          "A",</a:t>
            </a:r>
          </a:p>
          <a:p>
            <a:r>
              <a:t>          "39"</a:t>
            </a:r>
          </a:p>
          <a:p>
            <a:r>
              <a:t>        ],</a:t>
            </a:r>
          </a:p>
          <a:p>
            <a:r>
              <a:t>        [</a:t>
            </a:r>
          </a:p>
          <a:p>
            <a:r>
              <a:t>          "A",</a:t>
            </a:r>
          </a:p>
          <a:p>
            <a:r>
              <a:t>          "40"</a:t>
            </a:r>
          </a:p>
          <a:p>
            <a:r>
              <a:t>        ],</a:t>
            </a:r>
          </a:p>
          <a:p>
            <a:r>
              <a:t>        [</a:t>
            </a:r>
          </a:p>
          <a:p>
            <a:r>
              <a:t>          "A",</a:t>
            </a:r>
          </a:p>
          <a:p>
            <a:r>
              <a:t>          "41"</a:t>
            </a:r>
          </a:p>
          <a:p>
            <a:r>
              <a:t>        ],</a:t>
            </a:r>
          </a:p>
          <a:p>
            <a:r>
              <a:t>        [</a:t>
            </a:r>
          </a:p>
          <a:p>
            <a:r>
              <a:t>          "A",</a:t>
            </a:r>
          </a:p>
          <a:p>
            <a:r>
              <a:t>          "42"</a:t>
            </a:r>
          </a:p>
          <a:p>
            <a:r>
              <a:t>        ],</a:t>
            </a:r>
          </a:p>
          <a:p>
            <a:r>
              <a:t>        [</a:t>
            </a:r>
          </a:p>
          <a:p>
            <a:r>
              <a:t>          "A",</a:t>
            </a:r>
          </a:p>
          <a:p>
            <a:r>
              <a:t>          "43"</a:t>
            </a:r>
          </a:p>
          <a:p>
            <a:r>
              <a:t>        ],</a:t>
            </a:r>
          </a:p>
          <a:p>
            <a:r>
              <a:t>        [</a:t>
            </a:r>
          </a:p>
          <a:p>
            <a:r>
              <a:t>          "A",</a:t>
            </a:r>
          </a:p>
          <a:p>
            <a:r>
              <a:t>          "44"</a:t>
            </a:r>
          </a:p>
          <a:p>
            <a:r>
              <a:t>        ],</a:t>
            </a:r>
          </a:p>
          <a:p>
            <a:r>
              <a:t>        [</a:t>
            </a:r>
          </a:p>
          <a:p>
            <a:r>
              <a:t>          "A",</a:t>
            </a:r>
          </a:p>
          <a:p>
            <a:r>
              <a:t>          "45"</a:t>
            </a:r>
          </a:p>
          <a:p>
            <a:r>
              <a:t>        ],</a:t>
            </a:r>
          </a:p>
          <a:p>
            <a:r>
              <a:t>        [</a:t>
            </a:r>
          </a:p>
          <a:p>
            <a:r>
              <a:t>          "A",</a:t>
            </a:r>
          </a:p>
          <a:p>
            <a:r>
              <a:t>          "46"</a:t>
            </a:r>
          </a:p>
          <a:p>
            <a:r>
              <a:t>        ],</a:t>
            </a:r>
          </a:p>
          <a:p>
            <a:r>
              <a:t>        [</a:t>
            </a:r>
          </a:p>
          <a:p>
            <a:r>
              <a:t>          "A",</a:t>
            </a:r>
          </a:p>
          <a:p>
            <a:r>
              <a:t>          "47"</a:t>
            </a:r>
          </a:p>
          <a:p>
            <a:r>
              <a:t>        ],</a:t>
            </a:r>
          </a:p>
          <a:p>
            <a:r>
              <a:t>        [</a:t>
            </a:r>
          </a:p>
          <a:p>
            <a:r>
              <a:t>          "A",</a:t>
            </a:r>
          </a:p>
          <a:p>
            <a:r>
              <a:t>          "48"</a:t>
            </a:r>
          </a:p>
          <a:p>
            <a:r>
              <a:t>        ],</a:t>
            </a:r>
          </a:p>
          <a:p>
            <a:r>
              <a:t>        [</a:t>
            </a:r>
          </a:p>
          <a:p>
            <a:r>
              <a:t>          "A",</a:t>
            </a:r>
          </a:p>
          <a:p>
            <a:r>
              <a:t>          "49"</a:t>
            </a:r>
          </a:p>
          <a:p>
            <a:r>
              <a:t>        ],</a:t>
            </a:r>
          </a:p>
          <a:p>
            <a:r>
              <a:t>        [</a:t>
            </a:r>
          </a:p>
          <a:p>
            <a:r>
              <a:t>          "A",</a:t>
            </a:r>
          </a:p>
          <a:p>
            <a:r>
              <a:t>          "50"</a:t>
            </a:r>
          </a:p>
          <a:p>
            <a:r>
              <a:t>        ],</a:t>
            </a:r>
          </a:p>
          <a:p>
            <a:r>
              <a:t>        [</a:t>
            </a:r>
          </a:p>
          <a:p>
            <a:r>
              <a:t>          "A",</a:t>
            </a:r>
          </a:p>
          <a:p>
            <a:r>
              <a:t>          "51"</a:t>
            </a:r>
          </a:p>
          <a:p>
            <a:r>
              <a:t>        ],</a:t>
            </a:r>
          </a:p>
          <a:p>
            <a:r>
              <a:t>        [</a:t>
            </a:r>
          </a:p>
          <a:p>
            <a:r>
              <a:t>          "A",</a:t>
            </a:r>
          </a:p>
          <a:p>
            <a:r>
              <a:t>          "52"</a:t>
            </a:r>
          </a:p>
          <a:p>
            <a:r>
              <a:t>        ],</a:t>
            </a:r>
          </a:p>
          <a:p>
            <a:r>
              <a:t>        [</a:t>
            </a:r>
          </a:p>
          <a:p>
            <a:r>
              <a:t>          "A",</a:t>
            </a:r>
          </a:p>
          <a:p>
            <a:r>
              <a:t>          "53"</a:t>
            </a:r>
          </a:p>
          <a:p>
            <a:r>
              <a:t>        ],</a:t>
            </a:r>
          </a:p>
          <a:p>
            <a:r>
              <a:t>        [</a:t>
            </a:r>
          </a:p>
          <a:p>
            <a:r>
              <a:t>          "A",</a:t>
            </a:r>
          </a:p>
          <a:p>
            <a:r>
              <a:t>          "54"</a:t>
            </a:r>
          </a:p>
          <a:p>
            <a:r>
              <a:t>        ],</a:t>
            </a:r>
          </a:p>
          <a:p>
            <a:r>
              <a:t>        [</a:t>
            </a:r>
          </a:p>
          <a:p>
            <a:r>
              <a:t>          "A",</a:t>
            </a:r>
          </a:p>
          <a:p>
            <a:r>
              <a:t>          "55"</a:t>
            </a:r>
          </a:p>
          <a:p>
            <a:r>
              <a:t>        ],</a:t>
            </a:r>
          </a:p>
          <a:p>
            <a:r>
              <a:t>        [</a:t>
            </a:r>
          </a:p>
          <a:p>
            <a:r>
              <a:t>          "A",</a:t>
            </a:r>
          </a:p>
          <a:p>
            <a:r>
              <a:t>          "56"</a:t>
            </a:r>
          </a:p>
          <a:p>
            <a:r>
              <a:t>        ],</a:t>
            </a:r>
          </a:p>
          <a:p>
            <a:r>
              <a:t>        [</a:t>
            </a:r>
          </a:p>
          <a:p>
            <a:r>
              <a:t>          "A",</a:t>
            </a:r>
          </a:p>
          <a:p>
            <a:r>
              <a:t>          "57"</a:t>
            </a:r>
          </a:p>
          <a:p>
            <a:r>
              <a:t>        ],</a:t>
            </a:r>
          </a:p>
          <a:p>
            <a:r>
              <a:t>        [</a:t>
            </a:r>
          </a:p>
          <a:p>
            <a:r>
              <a:t>          "A",</a:t>
            </a:r>
          </a:p>
          <a:p>
            <a:r>
              <a:t>          "58"</a:t>
            </a:r>
          </a:p>
          <a:p>
            <a:r>
              <a:t>        ],</a:t>
            </a:r>
          </a:p>
          <a:p>
            <a:r>
              <a:t>        [</a:t>
            </a:r>
          </a:p>
          <a:p>
            <a:r>
              <a:t>          "A",</a:t>
            </a:r>
          </a:p>
          <a:p>
            <a:r>
              <a:t>          "59"</a:t>
            </a:r>
          </a:p>
          <a:p>
            <a:r>
              <a:t>        ],</a:t>
            </a:r>
          </a:p>
          <a:p>
            <a:r>
              <a:t>        [</a:t>
            </a:r>
          </a:p>
          <a:p>
            <a:r>
              <a:t>          "A",</a:t>
            </a:r>
          </a:p>
          <a:p>
            <a:r>
              <a:t>          "60"</a:t>
            </a:r>
          </a:p>
          <a:p>
            <a:r>
              <a:t>        ],</a:t>
            </a:r>
          </a:p>
          <a:p>
            <a:r>
              <a:t>        [</a:t>
            </a:r>
          </a:p>
          <a:p>
            <a:r>
              <a:t>          "A",</a:t>
            </a:r>
          </a:p>
          <a:p>
            <a:r>
              <a:t>          "61"</a:t>
            </a:r>
          </a:p>
          <a:p>
            <a:r>
              <a:t>        ],</a:t>
            </a:r>
          </a:p>
          <a:p>
            <a:r>
              <a:t>        [</a:t>
            </a:r>
          </a:p>
          <a:p>
            <a:r>
              <a:t>          "A",</a:t>
            </a:r>
          </a:p>
          <a:p>
            <a:r>
              <a:t>          "62"</a:t>
            </a:r>
          </a:p>
          <a:p>
            <a:r>
              <a:t>        ],</a:t>
            </a:r>
          </a:p>
          <a:p>
            <a:r>
              <a:t>        [</a:t>
            </a:r>
          </a:p>
          <a:p>
            <a:r>
              <a:t>          "A",</a:t>
            </a:r>
          </a:p>
          <a:p>
            <a:r>
              <a:t>          "63"</a:t>
            </a:r>
          </a:p>
          <a:p>
            <a:r>
              <a:t>        ],</a:t>
            </a:r>
          </a:p>
          <a:p>
            <a:r>
              <a:t>        [</a:t>
            </a:r>
          </a:p>
          <a:p>
            <a:r>
              <a:t>          "A",</a:t>
            </a:r>
          </a:p>
          <a:p>
            <a:r>
              <a:t>          "64"</a:t>
            </a:r>
          </a:p>
          <a:p>
            <a:r>
              <a:t>        ],</a:t>
            </a:r>
          </a:p>
          <a:p>
            <a:r>
              <a:t>        [</a:t>
            </a:r>
          </a:p>
          <a:p>
            <a:r>
              <a:t>          "A",</a:t>
            </a:r>
          </a:p>
          <a:p>
            <a:r>
              <a:t>          "65"</a:t>
            </a:r>
          </a:p>
          <a:p>
            <a:r>
              <a:t>        ],</a:t>
            </a:r>
          </a:p>
          <a:p>
            <a:r>
              <a:t>        [</a:t>
            </a:r>
          </a:p>
          <a:p>
            <a:r>
              <a:t>          "A",</a:t>
            </a:r>
          </a:p>
          <a:p>
            <a:r>
              <a:t>          "66"</a:t>
            </a:r>
          </a:p>
          <a:p>
            <a:r>
              <a:t>        ],</a:t>
            </a:r>
          </a:p>
          <a:p>
            <a:r>
              <a:t>        [</a:t>
            </a:r>
          </a:p>
          <a:p>
            <a:r>
              <a:t>          "A",</a:t>
            </a:r>
          </a:p>
          <a:p>
            <a:r>
              <a:t>          "67"</a:t>
            </a:r>
          </a:p>
          <a:p>
            <a:r>
              <a:t>        ],</a:t>
            </a:r>
          </a:p>
          <a:p>
            <a:r>
              <a:t>        [</a:t>
            </a:r>
          </a:p>
          <a:p>
            <a:r>
              <a:t>          "A",</a:t>
            </a:r>
          </a:p>
          <a:p>
            <a:r>
              <a:t>          "68"</a:t>
            </a:r>
          </a:p>
          <a:p>
            <a:r>
              <a:t>        ],</a:t>
            </a:r>
          </a:p>
          <a:p>
            <a:r>
              <a:t>        [</a:t>
            </a:r>
          </a:p>
          <a:p>
            <a:r>
              <a:t>          "A",</a:t>
            </a:r>
          </a:p>
          <a:p>
            <a:r>
              <a:t>          "69"</a:t>
            </a:r>
          </a:p>
          <a:p>
            <a:r>
              <a:t>        ],</a:t>
            </a:r>
          </a:p>
          <a:p>
            <a:r>
              <a:t>        [</a:t>
            </a:r>
          </a:p>
          <a:p>
            <a:r>
              <a:t>          "A",</a:t>
            </a:r>
          </a:p>
          <a:p>
            <a:r>
              <a:t>          "70"</a:t>
            </a:r>
          </a:p>
          <a:p>
            <a:r>
              <a:t>        ],</a:t>
            </a:r>
          </a:p>
          <a:p>
            <a:r>
              <a:t>        [</a:t>
            </a:r>
          </a:p>
          <a:p>
            <a:r>
              <a:t>          "A",</a:t>
            </a:r>
          </a:p>
          <a:p>
            <a:r>
              <a:t>          "71"</a:t>
            </a:r>
          </a:p>
          <a:p>
            <a:r>
              <a:t>        ],</a:t>
            </a:r>
          </a:p>
          <a:p>
            <a:r>
              <a:t>        [</a:t>
            </a:r>
          </a:p>
          <a:p>
            <a:r>
              <a:t>          "A",</a:t>
            </a:r>
          </a:p>
          <a:p>
            <a:r>
              <a:t>          "72"</a:t>
            </a:r>
          </a:p>
          <a:p>
            <a:r>
              <a:t>        ],</a:t>
            </a:r>
          </a:p>
          <a:p>
            <a:r>
              <a:t>        [</a:t>
            </a:r>
          </a:p>
          <a:p>
            <a:r>
              <a:t>          "A",</a:t>
            </a:r>
          </a:p>
          <a:p>
            <a:r>
              <a:t>          "73"</a:t>
            </a:r>
          </a:p>
          <a:p>
            <a:r>
              <a:t>        ],</a:t>
            </a:r>
          </a:p>
          <a:p>
            <a:r>
              <a:t>        [</a:t>
            </a:r>
          </a:p>
          <a:p>
            <a:r>
              <a:t>          "A",</a:t>
            </a:r>
          </a:p>
          <a:p>
            <a:r>
              <a:t>          "74"</a:t>
            </a:r>
          </a:p>
          <a:p>
            <a:r>
              <a:t>        ],</a:t>
            </a:r>
          </a:p>
          <a:p>
            <a:r>
              <a:t>        [</a:t>
            </a:r>
          </a:p>
          <a:p>
            <a:r>
              <a:t>          "A",</a:t>
            </a:r>
          </a:p>
          <a:p>
            <a:r>
              <a:t>          "75"</a:t>
            </a:r>
          </a:p>
          <a:p>
            <a:r>
              <a:t>        ],</a:t>
            </a:r>
          </a:p>
          <a:p>
            <a:r>
              <a:t>        [</a:t>
            </a:r>
          </a:p>
          <a:p>
            <a:r>
              <a:t>          "A",</a:t>
            </a:r>
          </a:p>
          <a:p>
            <a:r>
              <a:t>          "76"</a:t>
            </a:r>
          </a:p>
          <a:p>
            <a:r>
              <a:t>        ],</a:t>
            </a:r>
          </a:p>
          <a:p>
            <a:r>
              <a:t>        [</a:t>
            </a:r>
          </a:p>
          <a:p>
            <a:r>
              <a:t>          "A",</a:t>
            </a:r>
          </a:p>
          <a:p>
            <a:r>
              <a:t>          "77"</a:t>
            </a:r>
          </a:p>
          <a:p>
            <a:r>
              <a:t>        ],</a:t>
            </a:r>
          </a:p>
          <a:p>
            <a:r>
              <a:t>        [</a:t>
            </a:r>
          </a:p>
          <a:p>
            <a:r>
              <a:t>          "A",</a:t>
            </a:r>
          </a:p>
          <a:p>
            <a:r>
              <a:t>          "78"</a:t>
            </a:r>
          </a:p>
          <a:p>
            <a:r>
              <a:t>        ],</a:t>
            </a:r>
          </a:p>
          <a:p>
            <a:r>
              <a:t>        [</a:t>
            </a:r>
          </a:p>
          <a:p>
            <a:r>
              <a:t>          "A",</a:t>
            </a:r>
          </a:p>
          <a:p>
            <a:r>
              <a:t>          "79"</a:t>
            </a:r>
          </a:p>
          <a:p>
            <a:r>
              <a:t>        ],</a:t>
            </a:r>
          </a:p>
          <a:p>
            <a:r>
              <a:t>        [</a:t>
            </a:r>
          </a:p>
          <a:p>
            <a:r>
              <a:t>          "A",</a:t>
            </a:r>
          </a:p>
          <a:p>
            <a:r>
              <a:t>          "8"</a:t>
            </a:r>
          </a:p>
          <a:p>
            <a:r>
              <a:t>        ],</a:t>
            </a:r>
          </a:p>
          <a:p>
            <a:r>
              <a:t>        [</a:t>
            </a:r>
          </a:p>
          <a:p>
            <a:r>
              <a:t>          "A",</a:t>
            </a:r>
          </a:p>
          <a:p>
            <a:r>
              <a:t>          "80"</a:t>
            </a:r>
          </a:p>
          <a:p>
            <a:r>
              <a:t>        ],</a:t>
            </a:r>
          </a:p>
          <a:p>
            <a:r>
              <a:t>        [</a:t>
            </a:r>
          </a:p>
          <a:p>
            <a:r>
              <a:t>          "A",</a:t>
            </a:r>
          </a:p>
          <a:p>
            <a:r>
              <a:t>          "81"</a:t>
            </a:r>
          </a:p>
          <a:p>
            <a:r>
              <a:t>        ],</a:t>
            </a:r>
          </a:p>
          <a:p>
            <a:r>
              <a:t>        [</a:t>
            </a:r>
          </a:p>
          <a:p>
            <a:r>
              <a:t>          "A",</a:t>
            </a:r>
          </a:p>
          <a:p>
            <a:r>
              <a:t>          "82"</a:t>
            </a:r>
          </a:p>
          <a:p>
            <a:r>
              <a:t>        ],</a:t>
            </a:r>
          </a:p>
          <a:p>
            <a:r>
              <a:t>        [</a:t>
            </a:r>
          </a:p>
          <a:p>
            <a:r>
              <a:t>          "A",</a:t>
            </a:r>
          </a:p>
          <a:p>
            <a:r>
              <a:t>          "83"</a:t>
            </a:r>
          </a:p>
          <a:p>
            <a:r>
              <a:t>        ],</a:t>
            </a:r>
          </a:p>
          <a:p>
            <a:r>
              <a:t>        [</a:t>
            </a:r>
          </a:p>
          <a:p>
            <a:r>
              <a:t>          "A",</a:t>
            </a:r>
          </a:p>
          <a:p>
            <a:r>
              <a:t>          "84"</a:t>
            </a:r>
          </a:p>
          <a:p>
            <a:r>
              <a:t>        ],</a:t>
            </a:r>
          </a:p>
          <a:p>
            <a:r>
              <a:t>        [</a:t>
            </a:r>
          </a:p>
          <a:p>
            <a:r>
              <a:t>          "A",</a:t>
            </a:r>
          </a:p>
          <a:p>
            <a:r>
              <a:t>          "85"</a:t>
            </a:r>
          </a:p>
          <a:p>
            <a:r>
              <a:t>        ],</a:t>
            </a:r>
          </a:p>
          <a:p>
            <a:r>
              <a:t>        [</a:t>
            </a:r>
          </a:p>
          <a:p>
            <a:r>
              <a:t>          "A",</a:t>
            </a:r>
          </a:p>
          <a:p>
            <a:r>
              <a:t>          "86"</a:t>
            </a:r>
          </a:p>
          <a:p>
            <a:r>
              <a:t>        ],</a:t>
            </a:r>
          </a:p>
          <a:p>
            <a:r>
              <a:t>        [</a:t>
            </a:r>
          </a:p>
          <a:p>
            <a:r>
              <a:t>          "A",</a:t>
            </a:r>
          </a:p>
          <a:p>
            <a:r>
              <a:t>          "87"</a:t>
            </a:r>
          </a:p>
          <a:p>
            <a:r>
              <a:t>        ],</a:t>
            </a:r>
          </a:p>
          <a:p>
            <a:r>
              <a:t>        [</a:t>
            </a:r>
          </a:p>
          <a:p>
            <a:r>
              <a:t>          "A",</a:t>
            </a:r>
          </a:p>
          <a:p>
            <a:r>
              <a:t>          "88"</a:t>
            </a:r>
          </a:p>
          <a:p>
            <a:r>
              <a:t>        ],</a:t>
            </a:r>
          </a:p>
          <a:p>
            <a:r>
              <a:t>        [</a:t>
            </a:r>
          </a:p>
          <a:p>
            <a:r>
              <a:t>          "A",</a:t>
            </a:r>
          </a:p>
          <a:p>
            <a:r>
              <a:t>          "89"</a:t>
            </a:r>
          </a:p>
          <a:p>
            <a:r>
              <a:t>        ],</a:t>
            </a:r>
          </a:p>
          <a:p>
            <a:r>
              <a:t>        [</a:t>
            </a:r>
          </a:p>
          <a:p>
            <a:r>
              <a:t>          "A",</a:t>
            </a:r>
          </a:p>
          <a:p>
            <a:r>
              <a:t>          "9"</a:t>
            </a:r>
          </a:p>
          <a:p>
            <a:r>
              <a:t>        ],</a:t>
            </a:r>
          </a:p>
          <a:p>
            <a:r>
              <a:t>        [</a:t>
            </a:r>
          </a:p>
          <a:p>
            <a:r>
              <a:t>          "A",</a:t>
            </a:r>
          </a:p>
          <a:p>
            <a:r>
              <a:t>          "90"</a:t>
            </a:r>
          </a:p>
          <a:p>
            <a:r>
              <a:t>        ],</a:t>
            </a:r>
          </a:p>
          <a:p>
            <a:r>
              <a:t>        [</a:t>
            </a:r>
          </a:p>
          <a:p>
            <a:r>
              <a:t>          "A",</a:t>
            </a:r>
          </a:p>
          <a:p>
            <a:r>
              <a:t>          "91"</a:t>
            </a:r>
          </a:p>
          <a:p>
            <a:r>
              <a:t>        ]</a:t>
            </a:r>
          </a:p>
          <a:p>
            <a:r>
              <a:t>      ],</a:t>
            </a:r>
          </a:p>
          <a:p>
            <a:r>
              <a:t>      "medoid_model": "PaT90_bmr7191__SPEACHAF__0980",</a:t>
            </a:r>
          </a:p>
          <a:p>
            <a:r>
              <a:t>      "medoid_mean_ca_rmsd_angstrom": 1.726813875521255,</a:t>
            </a:r>
          </a:p>
          <a:p>
            <a:r>
              <a:t>      "rendering": {</a:t>
            </a:r>
          </a:p>
          <a:p>
            <a:r>
              <a:t>        "ray_max_passes": 25,</a:t>
            </a:r>
          </a:p>
          <a:p>
            <a:r>
              <a:t>        "max_threads": 2,</a:t>
            </a:r>
          </a:p>
          <a:p>
            <a:r>
              <a:t>        "cartoon_transparency": 0.35</a:t>
            </a:r>
          </a:p>
          <a:p>
            <a:r>
              <a:t>      },</a:t>
            </a:r>
          </a:p>
          <a:p>
            <a:r>
              <a:t>      "rmsf_range_angstrom": [</a:t>
            </a:r>
          </a:p>
          <a:p>
            <a:r>
              <a:t>        0.4527306935367055,</a:t>
            </a:r>
          </a:p>
          <a:p>
            <a:r>
              <a:t>        10.876302576263326</a:t>
            </a:r>
          </a:p>
          <a:p>
            <a:r>
              <a:t>      ],</a:t>
            </a:r>
          </a:p>
          <a:p>
            <a:r>
              <a:t>      "mean_plddt_range": [</a:t>
            </a:r>
          </a:p>
          <a:p>
            <a:r>
              <a:t>        53.01833333333333,</a:t>
            </a:r>
          </a:p>
          <a:p>
            <a:r>
              <a:t>        92.04625</a:t>
            </a:r>
          </a:p>
          <a:p>
            <a:r>
              <a:t>      ],</a:t>
            </a:r>
          </a:p>
          <a:p>
            <a:r>
              <a:t>      "fits": [</a:t>
            </a:r>
          </a:p>
          <a:p>
            <a:r>
              <a:t>        {</a:t>
            </a:r>
          </a:p>
          <a:p>
            <a:r>
              <a:t>          "model": "PaT90_bmr7191__AlphaFlowMD__0107",</a:t>
            </a:r>
          </a:p>
          <a:p>
            <a:r>
              <a:t>          "ca_rmsd_angstrom": 2.3533744032074937</a:t>
            </a:r>
          </a:p>
          <a:p>
            <a:r>
              <a:t>        },</a:t>
            </a:r>
          </a:p>
          <a:p>
            <a:r>
              <a:t>        {</a:t>
            </a:r>
          </a:p>
          <a:p>
            <a:r>
              <a:t>          "model": "PaT90_bmr7191__AFSample3__0612",</a:t>
            </a:r>
          </a:p>
          <a:p>
            <a:r>
              <a:t>          "ca_rmsd_angstrom": 2.4925342675539577</a:t>
            </a:r>
          </a:p>
          <a:p>
            <a:r>
              <a:t>        },</a:t>
            </a:r>
          </a:p>
          <a:p>
            <a:r>
              <a:t>        {</a:t>
            </a:r>
          </a:p>
          <a:p>
            <a:r>
              <a:t>          "model": "PaT90_bmr7191__SPEACHAF__0780",</a:t>
            </a:r>
          </a:p>
          <a:p>
            <a:r>
              <a:t>          "ca_rmsd_angstrom": 1.087787917712642</a:t>
            </a:r>
          </a:p>
          <a:p>
            <a:r>
              <a:t>        },</a:t>
            </a:r>
          </a:p>
          <a:p>
            <a:r>
              <a:t>        {</a:t>
            </a:r>
          </a:p>
          <a:p>
            <a:r>
              <a:t>          "model": "PaT90_bmr7191__SPEACHAF__0700",</a:t>
            </a:r>
          </a:p>
          <a:p>
            <a:r>
              <a:t>          "ca_rmsd_angstrom": 0.9168346223755883</a:t>
            </a:r>
          </a:p>
          <a:p>
            <a:r>
              <a:t>        },</a:t>
            </a:r>
          </a:p>
          <a:p>
            <a:r>
              <a:t>        {</a:t>
            </a:r>
          </a:p>
          <a:p>
            <a:r>
              <a:t>          "model": "PaT90_bmr7191__SPEACHAF__0980",</a:t>
            </a:r>
          </a:p>
          <a:p>
            <a:r>
              <a:t>          "ca_rmsd_angstrom": 0.0</a:t>
            </a:r>
          </a:p>
          <a:p>
            <a:r>
              <a:t>        },</a:t>
            </a:r>
          </a:p>
          <a:p>
            <a:r>
              <a:t>        {</a:t>
            </a:r>
          </a:p>
          <a:p>
            <a:r>
              <a:t>          "model": "PaT90_bmr7191__AlphaFlowMD__0283",</a:t>
            </a:r>
          </a:p>
          <a:p>
            <a:r>
              <a:t>          "ca_rmsd_angstrom": 2.708491467142271</a:t>
            </a:r>
          </a:p>
          <a:p>
            <a:r>
              <a:t>        },</a:t>
            </a:r>
          </a:p>
          <a:p>
            <a:r>
              <a:t>        {</a:t>
            </a:r>
          </a:p>
          <a:p>
            <a:r>
              <a:t>          "model": "PaT90_bmr7191__AFSample2__0882",</a:t>
            </a:r>
          </a:p>
          <a:p>
            <a:r>
              <a:t>          "ca_rmsd_angstrom": 1.4934457499296065</a:t>
            </a:r>
          </a:p>
          <a:p>
            <a:r>
              <a:t>        },</a:t>
            </a:r>
          </a:p>
          <a:p>
            <a:r>
              <a:t>        {</a:t>
            </a:r>
          </a:p>
          <a:p>
            <a:r>
              <a:t>          "model": "PaT90_bmr7191__AFSample2__0584",</a:t>
            </a:r>
          </a:p>
          <a:p>
            <a:r>
              <a:t>          "ca_rmsd_angstrom": 2.7620426180506357</a:t>
            </a:r>
          </a:p>
          <a:p>
            <a:r>
              <a:t>        }</a:t>
            </a:r>
          </a:p>
          <a:p>
            <a:r>
              <a:t>      ],</a:t>
            </a:r>
          </a:p>
          <a:p>
            <a:r>
              <a:t>      "view": [</a:t>
            </a:r>
          </a:p>
          <a:p>
            <a:r>
              <a:t>        0.6337330937385559,</a:t>
            </a:r>
          </a:p>
          <a:p>
            <a:r>
              <a:t>        -0.6963403820991516,</a:t>
            </a:r>
          </a:p>
          <a:p>
            <a:r>
              <a:t>        -0.3368864059448242,</a:t>
            </a:r>
          </a:p>
          <a:p>
            <a:r>
              <a:t>        0.7407652735710144,</a:t>
            </a:r>
          </a:p>
          <a:p>
            <a:r>
              <a:t>        0.4208512306213379,</a:t>
            </a:r>
          </a:p>
          <a:p>
            <a:r>
              <a:t>        0.523594319820404,</a:t>
            </a:r>
          </a:p>
          <a:p>
            <a:r>
              <a:t>        -0.22282080352306366,</a:t>
            </a:r>
          </a:p>
          <a:p>
            <a:r>
              <a:t>        -0.5813727974891663,</a:t>
            </a:r>
          </a:p>
          <a:p>
            <a:r>
              <a:t>        0.7825321555137634,</a:t>
            </a:r>
          </a:p>
          <a:p>
            <a:r>
              <a:t>        0.0,</a:t>
            </a:r>
          </a:p>
          <a:p>
            <a:r>
              <a:t>        0.0,</a:t>
            </a:r>
          </a:p>
          <a:p>
            <a:r>
              <a:t>        -255.94155883789062,</a:t>
            </a:r>
          </a:p>
          <a:p>
            <a:r>
              <a:t>        -1.1153144836425781,</a:t>
            </a:r>
          </a:p>
          <a:p>
            <a:r>
              <a:t>        -1.7883033752441406,</a:t>
            </a:r>
          </a:p>
          <a:p>
            <a:r>
              <a:t>        0.39447593688964844,</a:t>
            </a:r>
          </a:p>
          <a:p>
            <a:r>
              <a:t>        201.78627014160156,</a:t>
            </a:r>
          </a:p>
          <a:p>
            <a:r>
              <a:t>        310.0968322753906,</a:t>
            </a:r>
          </a:p>
          <a:p>
            <a:r>
              <a:t>        20.0</a:t>
            </a:r>
          </a:p>
          <a:p>
            <a:r>
              <a:t>      ],</a:t>
            </a:r>
          </a:p>
          <a:p>
            <a:r>
              <a:t>      "cluster_colors": {</a:t>
            </a:r>
          </a:p>
          <a:p>
            <a:r>
              <a:t>        "C1.5": "#9467bd",</a:t>
            </a:r>
          </a:p>
          <a:p>
            <a:r>
              <a:t>        "C1.7": "#e377c2"</a:t>
            </a:r>
          </a:p>
          <a:p>
            <a:r>
              <a:t>      },</a:t>
            </a:r>
          </a:p>
          <a:p>
            <a:r>
              <a:t>      "chain_colors": {</a:t>
            </a:r>
          </a:p>
          <a:p>
            <a:r>
              <a:t>        "PaT90_bmr7191__AlphaFlowMD__0107": {</a:t>
            </a:r>
          </a:p>
          <a:p>
            <a:r>
              <a:t>          "A": "#9467BD"</a:t>
            </a:r>
          </a:p>
          <a:p>
            <a:r>
              <a:t>        },</a:t>
            </a:r>
          </a:p>
          <a:p>
            <a:r>
              <a:t>        "PaT90_bmr7191__AFSample3__0612": {</a:t>
            </a:r>
          </a:p>
          <a:p>
            <a:r>
              <a:t>          "A": "#9467BD"</a:t>
            </a:r>
          </a:p>
          <a:p>
            <a:r>
              <a:t>        },</a:t>
            </a:r>
          </a:p>
          <a:p>
            <a:r>
              <a:t>        "PaT90_bmr7191__SPEACHAF__0780": {</a:t>
            </a:r>
          </a:p>
          <a:p>
            <a:r>
              <a:t>          "A": "#9467BD"</a:t>
            </a:r>
          </a:p>
          <a:p>
            <a:r>
              <a:t>        },</a:t>
            </a:r>
          </a:p>
          <a:p>
            <a:r>
              <a:t>        "PaT90_bmr7191__SPEACHAF__0700": {</a:t>
            </a:r>
          </a:p>
          <a:p>
            <a:r>
              <a:t>          "A": "#9467BD"</a:t>
            </a:r>
          </a:p>
          <a:p>
            <a:r>
              <a:t>        },</a:t>
            </a:r>
          </a:p>
          <a:p>
            <a:r>
              <a:t>        "PaT90_bmr7191__SPEACHAF__0980": {</a:t>
            </a:r>
          </a:p>
          <a:p>
            <a:r>
              <a:t>          "A": "#9467BD"</a:t>
            </a:r>
          </a:p>
          <a:p>
            <a:r>
              <a:t>        },</a:t>
            </a:r>
          </a:p>
          <a:p>
            <a:r>
              <a:t>        "PaT90_bmr7191__AlphaFlowMD__0283": {</a:t>
            </a:r>
          </a:p>
          <a:p>
            <a:r>
              <a:t>          "A": "#E377C2"</a:t>
            </a:r>
          </a:p>
          <a:p>
            <a:r>
              <a:t>        },</a:t>
            </a:r>
          </a:p>
          <a:p>
            <a:r>
              <a:t>        "PaT90_bmr7191__AFSample2__0882": {</a:t>
            </a:r>
          </a:p>
          <a:p>
            <a:r>
              <a:t>          "A": "#E377C2"</a:t>
            </a:r>
          </a:p>
          <a:p>
            <a:r>
              <a:t>        },</a:t>
            </a:r>
          </a:p>
          <a:p>
            <a:r>
              <a:t>        "PaT90_bmr7191__AFSample2__0584": {</a:t>
            </a:r>
          </a:p>
          <a:p>
            <a:r>
              <a:t>          "A": "#E377C2"</a:t>
            </a:r>
          </a:p>
          <a:p>
            <a:r>
              <a:t>        }</a:t>
            </a:r>
          </a:p>
          <a:p>
            <a:r>
              <a:t>      },</a:t>
            </a:r>
          </a:p>
          <a:p>
            <a:r>
              <a:t>      "models": [</a:t>
            </a:r>
          </a:p>
          <a:p>
            <a:r>
              <a:t>        {</a:t>
            </a:r>
          </a:p>
          <a:p>
            <a:r>
              <a:t>          "model": "PaT90_bmr7191__AlphaFlowMD__0107",</a:t>
            </a:r>
          </a:p>
          <a:p>
            <a:r>
              <a:t>          "cluster_label": "C1.5",</a:t>
            </a:r>
          </a:p>
          <a:p>
            <a:r>
              <a:t>          "color": "#9467bd",</a:t>
            </a:r>
          </a:p>
          <a:p>
            <a:r>
              <a:t>          "rank": 1,</a:t>
            </a:r>
          </a:p>
          <a:p>
            <a:r>
              <a:t>          "confidence": 97.48149871826172,</a:t>
            </a:r>
          </a:p>
          <a:p>
            <a:r>
              <a:t>          "pdb_sha256": "8c46c5afda3028e6a57fc23f011950d8d074be676e732cabf781b76c0fb8b3cb"</a:t>
            </a:r>
          </a:p>
          <a:p>
            <a:r>
              <a:t>        },</a:t>
            </a:r>
          </a:p>
          <a:p>
            <a:r>
              <a:t>        {</a:t>
            </a:r>
          </a:p>
          <a:p>
            <a:r>
              <a:t>          "model": "PaT90_bmr7191__AFSample3__0612",</a:t>
            </a:r>
          </a:p>
          <a:p>
            <a:r>
              <a:t>          "cluster_label": "C1.5",</a:t>
            </a:r>
          </a:p>
          <a:p>
            <a:r>
              <a:t>          "color": "#9467bd",</a:t>
            </a:r>
          </a:p>
          <a:p>
            <a:r>
              <a:t>          "rank": 2,</a:t>
            </a:r>
          </a:p>
          <a:p>
            <a:r>
              <a:t>          "confidence": 75.07422252010723,</a:t>
            </a:r>
          </a:p>
          <a:p>
            <a:r>
              <a:t>          "pdb_sha256": "d59641b9ec30c0ce79576e821fa81637ce517d9d19dcc1127bdf16862ad7d787"</a:t>
            </a:r>
          </a:p>
          <a:p>
            <a:r>
              <a:t>        },</a:t>
            </a:r>
          </a:p>
          <a:p>
            <a:r>
              <a:t>        {</a:t>
            </a:r>
          </a:p>
          <a:p>
            <a:r>
              <a:t>          "model": "PaT90_bmr7191__SPEACHAF__0780",</a:t>
            </a:r>
          </a:p>
          <a:p>
            <a:r>
              <a:t>          "cluster_label": "C1.5",</a:t>
            </a:r>
          </a:p>
          <a:p>
            <a:r>
              <a:t>          "color": "#9467bd",</a:t>
            </a:r>
          </a:p>
          <a:p>
            <a:r>
              <a:t>          "rank": 3,</a:t>
            </a:r>
          </a:p>
          <a:p>
            <a:r>
              <a:t>          "confidence": 70.59263576438428,</a:t>
            </a:r>
          </a:p>
          <a:p>
            <a:r>
              <a:t>          "pdb_sha256": "ae7bbb91acef9487ff63aefb25d02c5093890330dbbcddbaab55fe6774e54ff8"</a:t>
            </a:r>
          </a:p>
          <a:p>
            <a:r>
              <a:t>        },</a:t>
            </a:r>
          </a:p>
          <a:p>
            <a:r>
              <a:t>        {</a:t>
            </a:r>
          </a:p>
          <a:p>
            <a:r>
              <a:t>          "model": "PaT90_bmr7191__SPEACHAF__0700",</a:t>
            </a:r>
          </a:p>
          <a:p>
            <a:r>
              <a:t>          "cluster_label": "C1.5",</a:t>
            </a:r>
          </a:p>
          <a:p>
            <a:r>
              <a:t>          "color": "#9467bd",</a:t>
            </a:r>
          </a:p>
          <a:p>
            <a:r>
              <a:t>          "rank": 4,</a:t>
            </a:r>
          </a:p>
          <a:p>
            <a:r>
              <a:t>          "confidence": 70.46416854330711,</a:t>
            </a:r>
          </a:p>
          <a:p>
            <a:r>
              <a:t>          "pdb_sha256": "4190fc8b128dcc7bd2cb9d87a39bd8b46ec6b92cecba03958ca7b68013556642"</a:t>
            </a:r>
          </a:p>
          <a:p>
            <a:r>
              <a:t>        },</a:t>
            </a:r>
          </a:p>
          <a:p>
            <a:r>
              <a:t>        {</a:t>
            </a:r>
          </a:p>
          <a:p>
            <a:r>
              <a:t>          "model": "PaT90_bmr7191__SPEACHAF__0980",</a:t>
            </a:r>
          </a:p>
          <a:p>
            <a:r>
              <a:t>          "cluster_label": "C1.5",</a:t>
            </a:r>
          </a:p>
          <a:p>
            <a:r>
              <a:t>          "color": "#9467bd",</a:t>
            </a:r>
          </a:p>
          <a:p>
            <a:r>
              <a:t>          "rank": 5,</a:t>
            </a:r>
          </a:p>
          <a:p>
            <a:r>
              <a:t>          "confidence": 70.44229771670896,</a:t>
            </a:r>
          </a:p>
          <a:p>
            <a:r>
              <a:t>          "pdb_sha256": "f45f31e4c02be0ead3e89acdd0c9d1a6e7ce83b7d7feb46734955d4fb3acfa36"</a:t>
            </a:r>
          </a:p>
          <a:p>
            <a:r>
              <a:t>        },</a:t>
            </a:r>
          </a:p>
          <a:p>
            <a:r>
              <a:t>        {</a:t>
            </a:r>
          </a:p>
          <a:p>
            <a:r>
              <a:t>          "model": "PaT90_bmr7191__AlphaFlowMD__0283",</a:t>
            </a:r>
          </a:p>
          <a:p>
            <a:r>
              <a:t>          "cluster_label": "C1.7",</a:t>
            </a:r>
          </a:p>
          <a:p>
            <a:r>
              <a:t>          "color": "#e377c2",</a:t>
            </a:r>
          </a:p>
          <a:p>
            <a:r>
              <a:t>          "rank": 1,</a:t>
            </a:r>
          </a:p>
          <a:p>
            <a:r>
              <a:t>          "confidence": 97.22640228271484,</a:t>
            </a:r>
          </a:p>
          <a:p>
            <a:r>
              <a:t>          "pdb_sha256": "9cd86b4e7ed606b13e78f26b2c1c5c59c7ba073f8399baf67282e0eb2f0bbae8"</a:t>
            </a:r>
          </a:p>
          <a:p>
            <a:r>
              <a:t>        },</a:t>
            </a:r>
          </a:p>
          <a:p>
            <a:r>
              <a:t>        {</a:t>
            </a:r>
          </a:p>
          <a:p>
            <a:r>
              <a:t>          "model": "PaT90_bmr7191__AFSample2__0882",</a:t>
            </a:r>
          </a:p>
          <a:p>
            <a:r>
              <a:t>          "cluster_label": "C1.7",</a:t>
            </a:r>
          </a:p>
          <a:p>
            <a:r>
              <a:t>          "color": "#e377c2",</a:t>
            </a:r>
          </a:p>
          <a:p>
            <a:r>
              <a:t>          "rank": 2,</a:t>
            </a:r>
          </a:p>
          <a:p>
            <a:r>
              <a:t>          "confidence": 73.4660824742268,</a:t>
            </a:r>
          </a:p>
          <a:p>
            <a:r>
              <a:t>          "pdb_sha256": "7beca4848b6bb55794b9971115aaa5115ae466731b664ba7f101bfa05c78e53c"</a:t>
            </a:r>
          </a:p>
          <a:p>
            <a:r>
              <a:t>        },</a:t>
            </a:r>
          </a:p>
          <a:p>
            <a:r>
              <a:t>        {</a:t>
            </a:r>
          </a:p>
          <a:p>
            <a:r>
              <a:t>          "model": "PaT90_bmr7191__AFSample2__0584",</a:t>
            </a:r>
          </a:p>
          <a:p>
            <a:r>
              <a:t>          "cluster_label": "C1.7",</a:t>
            </a:r>
          </a:p>
          <a:p>
            <a:r>
              <a:t>          "color": "#e377c2",</a:t>
            </a:r>
          </a:p>
          <a:p>
            <a:r>
              <a:t>          "rank": 3,</a:t>
            </a:r>
          </a:p>
          <a:p>
            <a:r>
              <a:t>          "confidence": 68.96175257731957,</a:t>
            </a:r>
          </a:p>
          <a:p>
            <a:r>
              <a:t>          "pdb_sha256": "f01c5defe5f8291962905326c744ed4a0843dd7b2d8b8db9875c3696b1729863"</a:t>
            </a:r>
          </a:p>
          <a:p>
            <a:r>
              <a:t>        }</a:t>
            </a:r>
          </a:p>
          <a:p>
            <a:r>
              <a:t>      ],</a:t>
            </a:r>
          </a:p>
          <a:p>
            <a:r>
              <a:t>      "directory": "group-03",</a:t>
            </a:r>
          </a:p>
          <a:p>
            <a:r>
              <a:t>      "files": {</a:t>
            </a:r>
          </a:p>
          <a:p>
            <a:r>
              <a:t>        "residue_statistics.csv": {</a:t>
            </a:r>
          </a:p>
          <a:p>
            <a:r>
              <a:t>          "bytes": 5900,</a:t>
            </a:r>
          </a:p>
          <a:p>
            <a:r>
              <a:t>          "sha256": "0b1330fbba7032437640b55b11e00f5f7f507b41fb17b2a7d7780b693a27f723"</a:t>
            </a:r>
          </a:p>
          <a:p>
            <a:r>
              <a:t>        },</a:t>
            </a:r>
          </a:p>
          <a:p>
            <a:r>
              <a:t>        "aligned_models.pdb": {</a:t>
            </a:r>
          </a:p>
          <a:p>
            <a:r>
              <a:t>          "bytes": 483077,</a:t>
            </a:r>
          </a:p>
          <a:p>
            <a:r>
              <a:t>          "sha256": "c392630d96cf5a15d08458c8386f742d6fc0fcef9ef12595868e108f2d61625b"</a:t>
            </a:r>
          </a:p>
          <a:p>
            <a:r>
              <a:t>        },</a:t>
            </a:r>
          </a:p>
          <a:p>
            <a:r>
              <a:t>        "ensemble.pse": {</a:t>
            </a:r>
          </a:p>
          <a:p>
            <a:r>
              <a:t>          "bytes": 1049340,</a:t>
            </a:r>
          </a:p>
          <a:p>
            <a:r>
              <a:t>          "sha256": "41f87bb7dc7ed3c7710fb21aba984b95c9c5ea76e5b723368b000f4bdbb06179"</a:t>
            </a:r>
          </a:p>
          <a:p>
            <a:r>
              <a:t>        },</a:t>
            </a:r>
          </a:p>
          <a:p>
            <a:r>
              <a:t>        "ensemble.png": {</a:t>
            </a:r>
          </a:p>
          <a:p>
            <a:r>
              <a:t>          "bytes": 170959,</a:t>
            </a:r>
          </a:p>
          <a:p>
            <a:r>
              <a:t>          "sha256": "1ec53abf123f96568d07538e54b2c47fb02a13e27b76e12580d508c41b928965"</a:t>
            </a:r>
          </a:p>
          <a:p>
            <a:r>
              <a:t>        },</a:t>
            </a:r>
          </a:p>
          <a:p>
            <a:r>
              <a:t>        "medoid.pdb": {</a:t>
            </a:r>
          </a:p>
          <a:p>
            <a:r>
              <a:t>          "bytes": 60356,</a:t>
            </a:r>
          </a:p>
          <a:p>
            <a:r>
              <a:t>          "sha256": "99d2cda7cbc7e86eeb6c79a8d8237a90707d0fa46d816b35f268b7770317b157"</a:t>
            </a:r>
          </a:p>
          <a:p>
            <a:r>
              <a:t>        }</a:t>
            </a:r>
          </a:p>
          <a:p>
            <a:r>
              <a:t>      }</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tm_group_19/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tm_group_19/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tm_group_19/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tm_group_19/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tm_group_19/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tm_group_19/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tm_group_19/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tm_group_19/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tm_group_19/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tm_group_19/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tm_group_19/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tm_group_19/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tm_group_19/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tm_group_19/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tm_group_19/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m_group_19/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m_heatmap/notesMasters/_rels/notesMaster1.xml.rels><?xml version='1.0' encoding='utf-8'?>
<Relationships xmlns="http://schemas.openxmlformats.org/package/2006/relationships"><Relationship Type="http://schemas.openxmlformats.org/officeDocument/2006/relationships/theme" Target="theme/theme3.xml" Id="R747a5b6824254349" /></Relationships>
</file>

<file path=ppt/tm_heatmap/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tm_heatmap/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m_heatmap/notesSlides/_rels/notesSlide1.xml.rels><?xml version='1.0' encoding='utf-8'?>
<Relationships xmlns="http://schemas.openxmlformats.org/package/2006/relationships"><Relationship Type="http://schemas.openxmlformats.org/officeDocument/2006/relationships/slide" Target="../../slides/slide16.xml" Id="R6281dfa2b38e42d3" /><Relationship Type="http://schemas.openxmlformats.org/officeDocument/2006/relationships/notesMaster" Target="../notesMasters/notesMaster1.xml" Id="R513bf089451b4315" /></Relationships>
</file>

<file path=ppt/tm_heatmap/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PaT90_bmr7191_largest_child</ns1:t>
            </ns1:r>
          </ns1:p>
          <ns1:p>
            <ns1:r>
              <ns1:t>Each representative minimizes mean chain-corresponded, rigid-fit Cα RMSD among only that cluster's selected models (up to five). Ties use selection order.</ns1:t>
            </ns1:r>
          </ns1:p>
          <ns1:p>
            <ns1:r>
              <ns1:t>These selected-ensemble medoids can differ from the full-cluster medoids used to align the structure slides. Those alignments and models are unchanged.</ns1:t>
            </ns1:r>
          </ns1:p>
          <ns1:p>
            <ns1:r>
              <ns1:t>TM-scores use protein Cα US-align, all chains of the first model, multimer mode for complexes, average-length normalization and the mean of both input directions. No -fast approximation. Diagonal self-similarities are 1.</ns1:t>
            </ns1:r>
          </ns1:p>
          <ns1:p>
            <ns1:r>
              <ns1:t>Cells display two decimal places. The JSON and CSV retain all reported score precision.</ns1:t>
            </ns1:r>
          </ns1:p>
          <ns1:p>
            <ns1:r>
              <ns1:t>Method: https://github.com/pylelab/USalign</ns1:t>
            </ns1:r>
          </ns1:p>
          <ns1:p>
            <ns1:r>
              <ns1:t>Source data: [private source path]</ns1:t>
            </ns1:r>
          </ns1:p>
          <ns1:p>
            <ns1:r>
              <ns1:t>{"identifier":"PaT90_bmr7191_largest_child","terminal_detection":{"schema_version":1,"method":"terminal_distance_variance_and_domain_boundaries_v3","settings":{"enabled":true,"minimum_models":3,"minimum_segment_residues":3,"maximum_terminal_fraction":0.49,"minimum_distance_sd_angstrom":2,"minimum_high_variance_fraction":0.6,"robust_mad_multiplier":3,"neighbor_exclusion":3,"rigid_segment_sd_angstrom":1,"minimum_remaining_residues":10,"comparison_scope":"all_residues","preserve_rigid_segments":false,"exclude_unassigned_terminals":true,"minimum_chain_residues_for_trimming":16,"maximum_excluded_fraction":0.25},"model_count":11000,"segments":[{"chain":"A","end":"N","indices":[0,1,2,3,4,5,6],"residue_keys":[["A","1"],["A","2"],["A","3"],["A","4"],["A","5"],["A","6"],["A","7"]],"within_sd_median_angstrom":0.8384547466219636},{"chain":"A","end":"C","indices":[91,92,93,94,95,96],"residue_keys":[["A","92"],["A","93"],["A","94"],["A","95"],["A","96"],["A","97"]],"within_sd_median_angstrom":0.47251284230011964,"evidence":"Contiguous terminal residues outside every inferred rigid core."}],"excluded_indices":[0,1,2,3,4,5,6,91,92,93,94,95,96],"retained_indices":[7,8,9,10,11,12,13,14,15,16,17,18,19,20,21,22,23,24,25,26,27,28,29,30,31,32,33,34,35,36,37,38,39,40,41,42,43,44,45,46,47,48,49,50,51,52,53,54,55,56,57,58,59,60,61,62,63,64,65,66,67,68,69,70,71,72,73,74,75,76,77,78,79,80,81,82,83,84,85,86,87,88,89,90],"chains":[{"chain":"A","sd_cutoff_angstrom":9.454232432328418,"indices":[0,1,2,3,4,5,6,7,8,9,10,11,12,13,14,15,16,17,18,19,20,21,22,23,24,25,26,27,28,29,30,31,32,33,34,35,36,37,38,39,40,41,42,43,44,45,46,47,48,49,50,51,52,53,54,55,56,57,58,59,60,61,62,63,64,65,66,67,68,69,70,71,72,73,74,75,76,77,78,79,80,81,82,83,84,85,86,87,88,89,90,91,92,93,94,95,96],"high_variance_fractions":[0.8924731182795699,0.8913043478260869,0.8791208791208791,0.8777777777777778,0.8444444444444444,0.7888888888888889,0.7,0.5666666666666667,0.3888888888888889,0.3111111111111111,0.15555555555555556,0.1111111111111111,0.08888888888888889,0.05555555555555555,0.044444444444444446,0.022222222222222223,0.022222222222222223,0.03333333333333333,0.044444444444444446,0.044444444444444446,0.044444444444444446,0.05555555555555555,0.06666666666666667,0.06666666666666667,0.07777777777777778,0.07777777777777778,0.08888888888888889,0.08888888888888889,0.1,0.1111111111111111,0.1111111111111111,0.12222222222222222,0.1111111111111111,0.1,0.1111111111111111,0.1111111111111111,0.1111111111111111,0.1,0.1111111111111111,0.1111111111111111,0.1,0.08888888888888889,0.1111111111111111,0.1,0.08888888888888889,0.08888888888888889,0.07777777777777778,0.08888888888888889,0.08888888888888889,0.1,0.1111111111111111,0.1111111111111111,0.12222222222222222,0.12222222222222222,0.13333333333333333,0.14444444444444443,0.14444444444444443,0.15555555555555556,0.16666666666666666,0.16666666666666666,0.16666666666666666,0.15555555555555556,0.14444444444444443,0.13333333333333333,0.12222222222222222,0.1111111111111111,0.1111111111111111,0.1111111111111111,0.1,0.08888888888888889,0.08888888888888889,0.07777777777777778,0.05555555555555555,0.05555555555555555,0.05555555555555555,0.05555555555555555,0.06666666666666667,0.06666666666666667,0.06666666666666667,0.06666666666666667,0.06666666666666667,0.06666666666666667,0.07777777777777778,0.07777777777777778,0.07777777777777778,0.07777777777777778,0.08888888888888889,0.08888888888888889,0.08888888888888889,0.08888888888888889,0.08888888888888889,0.08888888888888889,0.07777777777777778,0.07777777777777778,0.07692307692307693,0.07608695652173914,0.08602150537634409],"decisions":[]}],"input_residue_keys":[["A","1"],["A","2"],["A","3"],["A","4"],["A","5"],["A","6"],["A","7"],["A","8"],["A","9"],["A","10"],["A","11"],["A","12"],["A","13"],["A","14"],["A","15"],["A","16"],["A","17"],["A","18"],["A","19"],["A","20"],["A","21"],["A","22"],["A","23"],["A","24"],["A","25"],["A","26"],["A","27"],["A","28"],["A","29"],["A","30"],["A","31"],["A","32"],["A","33"],["A","34"],["A","35"],["A","36"],["A","37"],["A","38"],["A","39"],["A","40"],["A","41"],["A","42"],["A","43"],["A","44"],["A","45"],["A","46"],["A","47"],["A","48"],["A","49"],["A","50"],["A","51"],["A","52"],["A","53"],["A","54"],["A","55"],["A","56"],["A","57"],["A","58"],["A","59"],["A","60"],["A","61"],["A","62"],["A","63"],["A","64"],["A","65"],["A","66"],["A","67"],["A","68"],["A","69"],["A","70"],["A","71"],["A","72"],["A","73"],["A","74"],["A","75"],["A","76"],["A","77"],["A","78"],["A","79"],["A","80"],["A","81"],["A","82"],["A","83"],["A","84"],["A","85"],["A","86"],["A","87"],["A","88"],["A","89"],["A","90"],["A","91"],["A","92"],["A","93"],["A","94"],["A","95"],["A","96"],["A","97"]],"interpretation":"High-variance terminal candidates; biological disorder is not established.","terminal_anchor_domains":[{"chain":"A","cores":[{"key":"domain_1","chain":"A","indices":[67,68,69,70,71,72,73,74,75,76,77,78,79,80,81,82,83,84,85,86,87,88,89,90],"segments":[[67,90]],"residue_keys":[["A","68"],["A","69"],["A","70"],["A","71"],["A","72"],["A","73"],["A","74"],["A","75"],["A","76"],["A","77"],["A","78"],["A","79"],["A","80"],["A","81"],["A","82"],["A","83"],["A","84"],["A","85"],["A","86"],["A","87"],["A","88"],["A","89"],["A","90"],["A","91"]],"within_variance_median_angstrom2":0.16453531135338414,"within_variance_q90_angstrom2":1.2639266844368233}],"input_indices":[0,1,2,3,4,5,6,7,8,9,10,11,12,13,14,15,16,17,18,19,20,21,22,23,24,25,26,27,28,29,30,31,32,33,34,35,36,37,38,39,40,41,42,43,44,45,46,47,48,49,50,51,52,53,54,55,56,57,58,59,60,61,62,63,64,65,66,67,68,69,70,71,72,73,74,75,76,77,78,79,80,81,82,83,84,85,86,87,88,89,90,91,92,93,94,95,96],"settings":{"distance_sd_cutoff_angstrom":1,"minimum_core_residues":20,"minimum_core_coverage":0.7,"minimum_inter_core_variance_ratio":4,"minimum_inter_core_sd_angstrom":1,"minimum_models":3}}],"domain_evidence":{"method":"average_linkage_distance_sd_per_chain_v2","settings":{"distance_sd_cutoff_angstrom":1,"minimum_core_residues":20,"minimum_core_coverage":0.7,"minimum_inter_core_variance_ratio":4,"minimum_inter_core_sd_angstrom":1,"minimum_models":3},"core_coverage":0.24742268041237114,"cores":[{"key":"domain_1","chain":"A","indices":[67,68,69,70,71,72,73,74,75,76,77,78,79,80,81,82,83,84,85,86,87,88,89,90],"segments":[[67,90]],"residue_keys":[["A","68"],["A","69"],["A","70"],["A","71"],["A","72"],["A","73"],["A","74"],["A","75"],["A","76"],["A","77"],["A","78"],["A","79"],["A","80"],["A","81"],["A","82"],["A","83"],["A","84"],["A","85"],["A","86"],["A","87"],["A","88"],["A","89"],["A","90"],["A","91"]],"within_variance_median_angstrom2":0.16453531135338414,"within_variance_q90_angstrom2":1.2639266844368233}],"unassigned_indices":[0,1,2,3,4,5,6,7,8,9,10,11,12,13,14,15,16,17,18,19,20,21,22,23,24,25,26,27,28,29,30,31,32,33,34,35,36,37,38,39,40,41,42,43,44,45,46,47,48,49,50,51,52,53,54,55,56,57,58,59,60,61,62,63,64,65,66,91,92,93,94,95,96]},"input_feature_count":4656,"retained_feature_count":3486,"pair_mask_sha256":"9498772c43f930a29fda990f50dd88873090c0758e50c989f4ee161d7df6bb5d","reference_positions":[0,1,2,3,4,5,6,7,8,9,10,11,12,13,14,15,16,17,18,19,20,21,22,23,24,25,26,27,28,29,30,31,32,33,34,35,36,37,38,39,40,41,42,43,44,45,46,47,48,49,50,51,52,53,54,55,56,57,58,59,60,61,62,63,64,65,66,67,68,69,70,71,72,73,74,75,76,77,78,79,80,81,82,83,84,85,86,87,88,89,90,91,92,93,94,95,96],"retained_reference_positions":[7,8,9,10,11,12,13,14,15,16,17,18,19,20,21,22,23,24,25,26,27,28,29,30,31,32,33,34,35,36,37,38,39,40,41,42,43,44,45,46,47,48,49,50,51,52,53,54,55,56,57,58,59,60,61,62,63,64,65,66,67,68,69,70,71,72,73,74,75,76,77,78,79,80,81,82,83,84,85,86,87,88,89,90],"residue_labels":["M1","G2","S3","S4","H5","H6","H7","H8","H9","H10","S11","S12","G13","R14","E15","N16","L17","Y18","F19","Q20","G21","H22","L23","R24","E25","L26","L27","R28","T29","N30","D31","A32","V33","L34","L35","S36","A37","V38","G39","A40","L41","L42","D43","G44","A45","D46","I47","G48","H49","L50","V51","L52","D53","Q54","N55","M56","S57","I58","L59","E60","G61","S62","L63","G64","V65","I66","P67","R68","R69","V70","L71","V72","H73","E74","D75","D76","L77","A78","G79","A80","R81","R82","L83","L84","T85","D86","A87","G88","L89","A90","H91","E92","L93","R94","S95","D96","D97"],"mask_scope":"frozen_prediction_predecessor","comparison_model_count":10028},"alignment_inputs":[{"source_path":"[private source path] * US-align (Version 20241108)                                      *\n * Universal Structure Alignment of Proteins and Nucleic Acids      *\n * Reference: C Zhang, M Shine, AM Pyle, Y Zhang. (2022) Nat Methods*\n *            C Zhang, AM Pyle (2022) iScience.                     *\n * Please email comments and suggestions to zhang@zhanggroup.org    *\n ********************************************************************","options":["-mol","prot","-ter","1","-a","T"],"medoids":[{"cluster_label":"C1.1","color":"#1f77b4","model":"PaT90_bmr7191__AlphaFlowMD__0077","source_path":"[private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tm_heatmap/slideLayouts/_rels/slideLayout1.xml.rels><?xml version='1.0' encoding='utf-8'?>
<Relationships xmlns="http://schemas.openxmlformats.org/package/2006/relationships"><Relationship Type="http://schemas.openxmlformats.org/officeDocument/2006/relationships/slideMaster" Target="../slideMasters/slideMaster1.xml" Id="Rbda82f60c5704976" /></Relationships>
</file>

<file path=ppt/tm_heatmap/slideLayouts/_rels/slideLayout2.xml.rels><?xml version='1.0' encoding='utf-8'?>
<Relationships xmlns="http://schemas.openxmlformats.org/package/2006/relationships"><Relationship Type="http://schemas.openxmlformats.org/officeDocument/2006/relationships/slideMaster" Target="../slideMasters/slideMaster1.xml" Id="R5e40fe526b7d4d3c" /></Relationships>
</file>

<file path=ppt/tm_heatmap/slideLayouts/_rels/slideLayout3.xml.rels><?xml version='1.0' encoding='utf-8'?>
<Relationships xmlns="http://schemas.openxmlformats.org/package/2006/relationships"><Relationship Type="http://schemas.openxmlformats.org/officeDocument/2006/relationships/slideMaster" Target="../slideMasters/slideMaster1.xml" Id="R140147b252a54604" /></Relationships>
</file>

<file path=ppt/tm_heatmap/slideLayouts/_rels/slideLayout4.xml.rels><?xml version='1.0' encoding='utf-8'?>
<Relationships xmlns="http://schemas.openxmlformats.org/package/2006/relationships"><Relationship Type="http://schemas.openxmlformats.org/officeDocument/2006/relationships/slideMaster" Target="../slideMasters/slideMaster1.xml" Id="R62e737929d524978" /></Relationships>
</file>

<file path=ppt/tm_heatmap/slideLayouts/_rels/slideLayout5.xml.rels><?xml version='1.0' encoding='utf-8'?>
<Relationships xmlns="http://schemas.openxmlformats.org/package/2006/relationships"><Relationship Type="http://schemas.openxmlformats.org/officeDocument/2006/relationships/slideMaster" Target="../slideMasters/slideMaster1.xml" Id="Rc66e744fd9444fcb" /></Relationships>
</file>

<file path=ppt/tm_heatmap/slideLayouts/_rels/slideLayout6.xml.rels><?xml version='1.0' encoding='utf-8'?>
<Relationships xmlns="http://schemas.openxmlformats.org/package/2006/relationships"><Relationship Type="http://schemas.openxmlformats.org/officeDocument/2006/relationships/slideMaster" Target="../slideMasters/slideMaster1.xml" Id="R3a68295dc9614486" /></Relationships>
</file>

<file path=ppt/tm_heatmap/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02A122-CF0E-4956-AD98-82C5AC583A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443DF34-89F7-4160-B612-C7379D8F91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tm_heatmap/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3BC74F-81A2-4BCC-8198-5120D3483E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tm_heatmap/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757B6B-2C01-400A-A6D4-45DCCF1B80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1DEC0E-74AE-47FD-89C0-97BCF2D8E6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tm_heatmap/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7B6803-1B4A-495E-BA8A-1E094BCAE6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89BA8D-456E-4586-A494-FC872C20CC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0EC04B-0CAA-4D37-862A-0E2AC06C617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tm_heatmap/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97F955-0158-4855-9DD2-0887A2B97C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95154E0-BBF5-47CF-9E72-69E6BA9D34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tm_heatmap/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tm_heatmap/slideMasters/_rels/slideMaster1.xml.rels><?xml version='1.0' encoding='utf-8'?>
<Relationships xmlns="http://schemas.openxmlformats.org/package/2006/relationships"><Relationship Type="http://schemas.openxmlformats.org/officeDocument/2006/relationships/theme" Target="theme/theme2.xml" Id="Rfc78ff104efc42d2" /><Relationship Type="http://schemas.openxmlformats.org/officeDocument/2006/relationships/slideLayout" Target="../slideLayouts/slideLayout1.xml" Id="R59949c75e96d448d" /><Relationship Type="http://schemas.openxmlformats.org/officeDocument/2006/relationships/slideLayout" Target="../slideLayouts/slideLayout2.xml" Id="R601c841ca6ee4628" /><Relationship Type="http://schemas.openxmlformats.org/officeDocument/2006/relationships/slideLayout" Target="../slideLayouts/slideLayout3.xml" Id="R27fadd477c024170" /><Relationship Type="http://schemas.openxmlformats.org/officeDocument/2006/relationships/slideLayout" Target="../slideLayouts/slideLayout4.xml" Id="R3ccc90633223463d" /><Relationship Type="http://schemas.openxmlformats.org/officeDocument/2006/relationships/slideLayout" Target="../slideLayouts/slideLayout5.xml" Id="Rbc460b69b42347a2" /><Relationship Type="http://schemas.openxmlformats.org/officeDocument/2006/relationships/slideLayout" Target="../slideLayouts/slideLayout6.xml" Id="Rf7e0111bf4844fea" /></Relationships>
</file>

<file path=ppt/tm_heatmap/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949c75e96d448d"/>
    <p:sldLayoutId xmlns:r="http://schemas.openxmlformats.org/officeDocument/2006/relationships" id="2147483650" r:id="R601c841ca6ee4628"/>
    <p:sldLayoutId xmlns:r="http://schemas.openxmlformats.org/officeDocument/2006/relationships" id="2147483651" r:id="R27fadd477c024170"/>
    <p:sldLayoutId xmlns:r="http://schemas.openxmlformats.org/officeDocument/2006/relationships" id="2147483652" r:id="R3ccc90633223463d"/>
    <p:sldLayoutId xmlns:r="http://schemas.openxmlformats.org/officeDocument/2006/relationships" id="2147483653" r:id="Rbc460b69b42347a2"/>
    <p:sldLayoutId xmlns:r="http://schemas.openxmlformats.org/officeDocument/2006/relationships" id="2147483654" r:id="Rf7e0111bf4844f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tm_heatmap/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2_workflow-pptx-lhap4l6l/notesMasters/_rels/notesMaster1.xml.rels><?xml version='1.0' encoding='utf-8'?>
<Relationships xmlns="http://schemas.openxmlformats.org/package/2006/relationships"><Relationship Type="http://schemas.openxmlformats.org/officeDocument/2006/relationships/theme" Target="theme/theme3.xml" Id="Rb972cbeda8f54bc9" /></Relationships>
</file>

<file path=ppt/workflow_addition_12_workflow-pptx-lhap4l6l/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2_workflow-pptx-lhap4l6l/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2_workflow-pptx-lhap4l6l/notesSlides/_rels/notesSlide1.xml.rels><?xml version='1.0' encoding='utf-8'?>
<Relationships xmlns="http://schemas.openxmlformats.org/package/2006/relationships"><Relationship Type="http://schemas.openxmlformats.org/officeDocument/2006/relationships/slide" Target="../../slides/slide13.xml" Id="R92cb61cbe4af4290" /><Relationship Type="http://schemas.openxmlformats.org/officeDocument/2006/relationships/notesMaster" Target="../notesMasters/notesMaster1.xml" Id="Rc4dc1a93e623475f" /></Relationships>
</file>

<file path=ppt/workflow_addition_12_workflow-pptx-lhap4l6l/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onfidence_grid":{"metric":"mean_plddt","metric_label":"&lt;pLDDT&gt;","y_bounds":[35,100],"major_unit":5,"violin_series":[{"cluster_label":"C1.1","color":"#1f77b4","x":[-0.0003542985170307392,-0.0003814689318382966,-0.0004067380645975958,-0.00043306522642649816,-0.0004637070643050997,-0.0005015293967233677,-0.0005484974531792081,-0.0006055016211886109,-0.0006725700407414428,-0.0007494047208795751,-0.0008360846046734646,-0.0009337223731358835,-0.0010448474665501867,-0.0011733221927064782,-0.0013236895575421462,-0.001499999530569448,-0.0017043373952116136,-0.0019354258391794325,-0.0021877231781289573,-0.0024513514635878374,-0.0027129752207766494,-0.0029574881973645833,-0.0031701519448769757,-0.0033387430045678603,-0.0034553216098184543,-0.0035173884980735227,-0.0035283701654355484,-0.0034974994103751382,-0.003439208959890171,-0.0033721454038524315,-0.0033178783379696356,-0.0032993681699735673,-0.003339293049572751,-0.0034584233278003268,-0.0036743450596731383,-0.004000922673483604,-0.0044488962572416515,-0.005027887342981994,-0.005749834627205814,-0.006633543701547262,-0.007709696025098483,-0.009025413975092825,-0.010647393888226827,-0.012662741982192867,-0.01517700205656584,-0.018309455728985756,-0.02218657629177139,-0.02693541245976279,-0.032679422663258316,-0.03953949932050375,-0.04764220758424444,-0.05713536042290694,-0.06820807769926113,-0.08110905249958937,-0.0961539495784333,-0.11371194818730677,-0.13416343723478108,-0.15782614541735798,-0.18485501267961715,-0.21513044321106006,-0.24815807719541605,-0.28300835997122487,-0.31832353297538757,-0.3524114704034618,-0.38342975530789675,-0.4096414650802767,-0.4297007930181802,-0.44290833081163145,-0.44936946531432814,-0.45,-0.44635194104294984,-0.4402752236154675,-0.43347848472853495,-0.4270905005981922,-0.42133966653827437,-0.41545191400011494,-0.40781657542264216,-0.396395770903372,-0.3792777430769103,-0.35522457690202436,-0.32406040817369836,-0.28679233455444014,-0.24543798168622405,-0.20262169993007378,-0.16106408191507943,-0.12310658496438669,-0.09038341076072676,-0.06369316580933645,-0.04305854803392933,-0.027915682522398223,-0.017356800682473562,-0.01035882770341589,-0.005955431861956326,-0.003338319127960173,-0.0018954044032339723,-0.0012049252263562475,-0.0010064728494016087,-0.0011658247062130693,-0.0016442044552642974,-0.0024768713343336067,-0.0037619243231075405,-0.005657864796033769,-0.008387133658262975,-0.0122417815481818,-0.01758620415846721,-0.024850569088220937,-0.034507855020104894,-0.04702843595996512,-0.06281000892941198,-0.08208786320991343,-0.10484009832791673,-0.13071163510647113,-0.15898540117207316,-0.18862441571877694,-0.21839228296402935,-0.24703396857759294,-0.27347140863507513,-0.2969512869025423,-0.31708658888356056,-0.3337641019280723,-0.346940258275757,-0.35639937613848155,-0.3615777852646862,-0.3615463768561586,-0.3551907403242955,-0.34155033296857357,-0.3202081807380486,-0.29159207676946686,0.29159207676946686,0.3202081807380486,0.34155033296857357,0.3551907403242955,0.3615463768561586,0.3615777852646862,0.35639937613848155,0.346940258275757,0.3337641019280723,0.31708658888356056,0.2969512869025423,0.27347140863507513,0.24703396857759294,0.21839228296402935,0.18862441571877694,0.15898540117207316,0.13071163510647113,0.10484009832791673,0.08208786320991343,0.06281000892941198,0.04702843595996512,0.034507855020104894,0.024850569088220937,0.01758620415846721,0.0122417815481818,0.008387133658262975,0.005657864796033769,0.0037619243231075405,0.0024768713343336067,0.0016442044552642974,0.0011658247062130693,0.0010064728494016087,0.0012049252263562475,0.0018954044032339723,0.003338319127960173,0.005955431861956326,0.01035882770341589,0.017356800682473562,0.027915682522398223,0.04305854803392933,0.06369316580933645,0.09038341076072676,0.12310658496438669,0.16106408191507943,0.20262169993007378,0.24543798168622405,0.28679233455444014,0.32406040817369836,0.35522457690202436,0.3792777430769103,0.396395770903372,0.40781657542264216,0.41545191400011494,0.42133966653827437,0.4270905005981922,0.43347848472853495,0.4402752236154675,0.44635194104294984,0.45,0.44936946531432814,0.44290833081163145,0.4297007930181802,0.4096414650802767,0.38342975530789675,0.3524114704034618,0.31832353297538757,0.28300835997122487,0.24815807719541605,0.21513044321106006,0.18485501267961715,0.15782614541735798,0.13416343723478108,0.11371194818730677,0.0961539495784333,0.08110905249958937,0.06820807769926113,0.05713536042290694,0.04764220758424444,0.03953949932050375,0.032679422663258316,0.02693541245976279,0.02218657629177139,0.018309455728985756,0.01517700205656584,0.012662741982192867,0.010647393888226827,0.009025413975092825,0.007709696025098483,0.006633543701547262,0.005749834627205814,0.005027887342981994,0.0044488962572416515,0.004000922673483604,0.0036743450596731383,0.0034584233278003268,0.003339293049572751,0.0032993681699735673,0.0033178783379696356,0.0033721454038524315,0.003439208959890171,0.0034974994103751382,0.0035283701654355484,0.0035173884980735227,0.0034553216098184543,0.0033387430045678603,0.0031701519448769757,0.0029574881973645833,0.0027129752207766494,0.0024513514635878374,0.0021877231781289573,0.0019354258391794325,0.0017043373952116136,0.001499999530569448,0.0013236895575421462,0.0011733221927064782,0.0010448474665501867,0.0009337223731358835,0.0008360846046734646,0.0007494047208795751,0.0006725700407414428,0.0006055016211886109,0.0005484974531792081,0.0005015293967233677,0.0004637070643050997,0.00043306522642649816,0.0004067380645975958,0.0003814689318382966,0.0003542985170307392,-0.0003542985170307392],"y":[45.294423864195984,45.70937835907913,46.12433285396227,46.53928734884542,46.95424184372857,47.369196338611715,47.784150833494856,48.199105328378,48.61405982326115,49.0290143181443,49.44396881302744,49.85892330791059,50.273877802793734,50.68883229767688,51.10378679256002,51.51874128744317,51.93369578232632,52.34865027720946,52.763604772092606,53.17855926697575,53.5935137618589,54.00846825674204,54.42342275162519,54.83837724650834,55.25333174139148,55.668286236274625,56.08324073115777,56.49819522604092,56.91314972092406,57.32810421580721,57.743058710690356,58.158013205573496,58.572967700456644,58.98792219533979,59.40287669022294,59.81783118510609,60.23278567998923,60.647740174872375,61.062694669755516,61.47764916463866,61.89260365952181,62.30755815440496,62.722512649288106,63.13746714417125,63.552421639054394,63.967376133937535,64.38233062882068,64.79728512370383,65.21223961858698,65.62719411347013,66.04214860835327,66.45710310323642,66.87205759811957,67.2870120930027,67.70196658788585,68.116921082769,68.53187557765214,68.94683007253529,69.36178456741843,69.77673906230157,70.19169355718472,70.60664805206787,71.02160254695102,71.43655704183416,71.85151153671731,72.26646603160046,72.6814205264836,73.09637502136674,73.51132951624989,73.92628401113303,74.34123850601618,74.75619300089933,75.17114749578248,75.58610199066561,76.00105648554876,76.4160109804319,76.83096547531505,77.2459199701982,77.66087446508135,78.0758289599645,78.49078345484764,78.90573794973079,79.32069244461394,79.73564693949707,80.15060143438022,80.56555592926337,80.9805104241465,81.39546491902965,81.8104194139128,82.22537390879594,82.64032840367909,83.05528289856224,83.47023739344539,83.88519188832854,84.30014638321168,84.71510087809483,85.13005537297798,85.54500986786111,85.95996436274426,86.3749188576274,86.78987335251055,87.20482784739369,87.61978234227684,88.03473683715998,88.44969133204313,88.86464582692628,89.27960032180943,89.69455481669257,90.10950931157572,90.52446380645887,90.93941830134202,91.35437279622516,91.7693272911083,92.18428178599144,92.59923628087459,93.01419077575774,93.42914527064087,93.84409976552402,94.25905426040717,94.67400875529032,95.08896325017346,95.50391774505661,95.91887223993976,96.3338267348229,96.74878122970605,97.1637357245892,97.57869021947235,97.99364471435548,97.99364471435548,97.57869021947235,97.1637357245892,96.74878122970605,96.3338267348229,95.91887223993976,95.50391774505661,95.08896325017346,94.67400875529032,94.25905426040717,93.84409976552402,93.42914527064087,93.01419077575774,92.59923628087459,92.18428178599144,91.7693272911083,91.35437279622516,90.93941830134202,90.52446380645887,90.10950931157572,89.69455481669257,89.27960032180943,88.86464582692628,88.44969133204313,88.03473683715998,87.61978234227684,87.20482784739369,86.78987335251055,86.3749188576274,85.95996436274426,85.54500986786111,85.13005537297798,84.71510087809483,84.30014638321168,83.88519188832854,83.47023739344539,83.05528289856224,82.64032840367909,82.22537390879594,81.8104194139128,81.39546491902965,80.9805104241465,80.56555592926337,80.15060143438022,79.73564693949707,79.32069244461394,78.90573794973079,78.49078345484764,78.0758289599645,77.66087446508135,77.2459199701982,76.83096547531505,76.4160109804319,76.00105648554876,75.58610199066561,75.17114749578248,74.75619300089933,74.34123850601618,73.92628401113303,73.51132951624989,73.09637502136674,72.6814205264836,72.26646603160046,71.85151153671731,71.43655704183416,71.02160254695102,70.60664805206787,70.19169355718472,69.77673906230157,69.36178456741843,68.94683007253529,68.53187557765214,68.116921082769,67.70196658788585,67.2870120930027,66.87205759811957,66.45710310323642,66.04214860835327,65.62719411347013,65.21223961858698,64.79728512370383,64.38233062882068,63.967376133937535,63.552421639054394,63.13746714417125,62.722512649288106,62.30755815440496,61.89260365952181,61.47764916463866,61.062694669755516,60.647740174872375,60.23278567998923,59.81783118510609,59.40287669022294,58.98792219533979,58.572967700456644,58.158013205573496,57.743058710690356,57.32810421580721,56.91314972092406,56.49819522604092,56.08324073115777,55.668286236274625,55.25333174139148,54.83837724650834,54.42342275162519,54.00846825674204,53.5935137618589,53.17855926697575,52.763604772092606,52.34865027720946,51.93369578232632,51.51874128744317,51.10378679256002,50.68883229767688,50.273877802793734,49.85892330791059,49.44396881302744,49.0290143181443,48.61405982326115,48.199105328378,47.784150833494856,47.369196338611715,46.95424184372857,46.53928734884542,46.12433285396227,45.70937835907913,45.294423864195984,45.294423864195984],"scored_count":5239,"cluster_size":7179},{"cluster_label":"C1.2","color":"#ff7f0e","x":[0.9995211697570776,0.9995106542332285,0.999507855747339,0.9995079514808619,0.9995050359614196,0.9994931260146089,0.9994672065812649,0.9994240939784457,0.9993629390853468,0.9992852806543858,0.9991946639805344,0.9990959357350063,0.9989943898303377,0.9988949589261665,0.9988016196540235,0.9987171148910771,0.9986430091305097,0.9985800034485695,0.9985283663755582,0.9984883055575281,0.9984601253374588,0.9984440886030178,0.9984400128339322,0.9984467489533712,0.9984617752480321,0.9984811475861022,0.9984999613336581,0.9985133130510871,0.9985175502869658,0.9985114369690975,0.9984968076598545,0.9984783715616766,0.9984625414047261,0.9984554393002111,0.99846048102055,0.9984760792133048,0.9984939903348603,0.9984986679946851,0.9984677308544759,0.9983733812244325,0.9981843876369673,0.9978681081058008,0.9973919838402221,0.996723957334059,0.9958313436591532,0.9946778045010525,0.9932182568109431,0.9913918195238332,0.98911328224208,0.9862640580744706,0.9826841003628772,0.9781667097119422,0.9724583852990794,0.9652657281480519,0.956270769259256,0.945154949702126,0.9316304343207696,0.9154757527396132,0.896571300615669,0.8749294022341012,0.8507137557775151,0.8242442942706875,0.795985691934005,0.7665205800225512,0.7365114854769486,0.7066579685175438,0.6776568252879269,0.6501730473266722,0.6248271832801834,0.6022008367999,0.5828567489228436,0.5673643559750345,0.5563175408561923,0.5503303431186541,0.55,0.5558349264525113,0.568156427790617,0.5869938207656675,0.6119993448539118,0.6424087453844953,0.6770648862889668,0.7145072079989943,0.7531135852897022,0.7912682291331985,0.8275236591860095,0.8607278298838658,0.8900976697183024,0.9152339003594044,0.936084751476712,0.9528747533318064,0.9660177614502257,0.9760313154383001,0.9834642436661911,0.988843334954443,0.9926396800724834,0.9952518457625179,0.9970014539688826,0.9981365394913725,0.9988386199776794,0.9992301969522693,0.9993800941898654,0.9993045315491178,0.998962209965597,0.9982421624234061,0.9969440155575026,0.9947519489020213,0.9912062893887379,0.9856803107886021,0.9773738700189157,0.9653387446484757,0.948551010712165,0.9260413542354489,0.8970833264273013,0.8614225098598238,0.8195093913869007,0.7726813403786688,0.7232320088941113,0.6743162718961078,0.6296678678560707,0.5931508685692801,0.5682138346032435,0.5573518508244115,0.5616927628466715,0.5808030872461188,0.6127600889416887,0.6544733060943002,0.7021805460296155,0.7520074845116054,1.2479925154883946,1.2978194539703845,1.3455266939056998,1.3872399110583113,1.4191969127538813,1.4383072371533285,1.4426481491755885,1.4317861653967565,1.4068491314307199,1.3703321321439295,1.3256837281038922,1.2767679911058887,1.2273186596213312,1.1804906086130993,1.1385774901401762,1.1029166735726987,1.0739586457645511,1.0514489892878351,1.0346612553515242,1.0226261299810842,1.014319689211398,1.008793710611262,1.0052480510979787,1.0030559844424973,1.0017578375765939,1.001037790034403,1.0006954684508822,1.0006199058101346,1.0007698030477308,1.0011613800223207,1.0018634605086274,1.0029985460311173,1.004748154237482,1.0073603199275165,1.011156665045557,1.0165357563338089,1.0239686845617,1.0339822385497743,1.0471252466681937,1.0639152485232881,1.0847660996405954,1.1099023302816977,1.1392721701161344,1.1724763408139904,1.2087317708668015,1.2468864147102978,1.2854927920010057,1.3229351137110332,1.3575912546155047,1.3880006551460882,1.4130061792343325,1.431843572209383,1.4441650735474887,1.45,1.4496696568813459,1.4436824591438078,1.4326356440249655,1.4171432510771564,1.3977991632001001,1.3751728167198167,1.3498269526733278,1.322343174712073,1.2933420314824562,1.2634885145230514,1.2334794199774488,1.2040143080659949,1.1757557057293124,1.149286244222485,1.1250705977658988,1.103428699384331,1.0845242472603869,1.0683695656792302,1.054845050297874,1.043729230740744,1.034734271851948,1.0275416147009206,1.0218332902880578,1.0173158996371228,1.0137359419255294,1.0108867177579202,1.0086081804761668,1.0067817431890569,1.0053221954989475,1.0041686563408467,1.003276042665941,1.002608016159778,1.0021318918941993,1.0018156123630328,1.0016266187755674,1.0015322691455242,1.0015013320053148,1.0015060096651396,1.0015239207866953,1.00153951897945,1.001544560699789,1.0015374585952739,1.0015216284383235,1.0015031923401454,1.0014885630309025,1.0014824497130341,1.001486686948913,1.0015000386663417,1.0015188524138978,1.0015382247519677,1.001553251046629,1.0015599871660676,1.001555911396982,1.0015398746625412,1.0015116944424718,1.0014716336244418,1.0014199965514305,1.0013569908694901,1.0012828851089228,1.0011983803459765,1.0011050410738334,1.0010056101696623,1.0009040642649938,1.0008053360194655,1.000714719345614,1.0006370609146533,1.0005759060215542,1.0005327934187351,1.000506873985391,1.0004949640385803,1.000492048519138,1.000492144252661,1.0004893457667714,1.0004788302429224,0.9995211697570776],"y":[39.49883881018817,39.958153363725074,40.41746791726197,40.87678247079888,41.336097024335785,41.79541157787269,42.25472613140959,42.7140406849465,43.1733552384834,43.63266979202031,44.09198434555721,44.551298899094114,45.01061345263102,45.46992800616792,45.929242559704825,46.38855711324173,46.84787166677864,47.30718622031554,47.76650077385244,48.22581532738935,48.685129880926254,49.14444443446315,49.60375898800006,50.063073541536966,50.522388095073865,50.98170264861077,51.44101720214768,51.90033175568458,52.35964630922149,52.81896086275839,53.278275416295294,53.7375899698322,54.1969045233691,54.656219076906005,55.11553363044291,55.57484818397981,56.03416273751672,56.49347729105362,56.95279184459053,57.412106398127435,57.871420951664334,58.33073550520124,58.790050058738146,59.249364612275045,59.70867916581196,60.16799371934886,60.62730827288576,61.08662282642267,61.54593737995957,62.005251933496474,62.46456648703338,62.92388104057028,63.383195594107185,63.84251014764409,64.30182470118099,64.7611392547179,65.2204538082548,65.6797683617917,66.13908291532861,66.59839746886551,67.05771202240243,67.51702657593933,67.97634112947622,68.43565568301314,68.89497023655004,69.35428479008694,69.81359934362385,70.27291389716075,70.73222845069765,71.19154300423456,71.65085755777146,72.11017211130837,72.56948666484527,73.02880121838217,73.48811577191907,73.94743032545598,74.4067448789929,74.8660594325298,75.3253739860667,75.7846885396036,76.2440030931405,76.7033176466774,77.16263220021432,77.62194675375122,78.08126130728812,78.54057586082502,78.99989041436193,79.45920496789884,79.91851952143574,80.37783407497264,80.83714862850954,81.29646318204645,81.75577773558337,82.21509228912026,82.67440684265716,83.13372139619406,83.59303594973096,84.05235050326787,84.51166505680479,84.97097961034169,85.43029416387859,85.88960871741548,86.3489232709524,86.80823782448931,87.26755237802621,87.72686693156311,88.18618148510001,88.64549603863692,89.10481059217382,89.56412514571073,90.02343969924763,90.48275425278453,90.94206880632143,91.40138335985834,91.86069791339526,92.32001246693216,92.77932702046905,93.23864157400595,93.69795612754287,94.15727068107977,94.61658523461668,95.07589978815358,95.53521434169048,95.99452889522738,96.45384344876429,96.9131580023012,97.3724725558381,97.831787109375,97.831787109375,97.3724725558381,96.9131580023012,96.45384344876429,95.99452889522738,95.53521434169048,95.07589978815358,94.61658523461668,94.15727068107977,93.69795612754287,93.23864157400595,92.77932702046905,92.32001246693216,91.86069791339526,91.40138335985834,90.94206880632143,90.48275425278453,90.02343969924763,89.56412514571073,89.10481059217382,88.64549603863692,88.18618148510001,87.72686693156311,87.26755237802621,86.80823782448931,86.3489232709524,85.88960871741548,85.43029416387859,84.97097961034169,84.51166505680479,84.05235050326787,83.59303594973096,83.13372139619406,82.67440684265716,82.21509228912026,81.75577773558337,81.29646318204645,80.83714862850954,80.37783407497264,79.91851952143574,79.45920496789884,78.99989041436193,78.54057586082502,78.08126130728812,77.62194675375122,77.16263220021432,76.7033176466774,76.2440030931405,75.7846885396036,75.3253739860667,74.8660594325298,74.4067448789929,73.94743032545598,73.48811577191907,73.02880121838217,72.56948666484527,72.11017211130837,71.65085755777146,71.19154300423456,70.73222845069765,70.27291389716075,69.81359934362385,69.35428479008694,68.89497023655004,68.43565568301314,67.97634112947622,67.51702657593933,67.05771202240243,66.59839746886551,66.13908291532861,65.6797683617917,65.2204538082548,64.7611392547179,64.30182470118099,63.84251014764409,63.383195594107185,62.92388104057028,62.46456648703338,62.005251933496474,61.54593737995957,61.08662282642267,60.62730827288576,60.16799371934886,59.70867916581196,59.249364612275045,58.790050058738146,58.33073550520124,57.871420951664334,57.412106398127435,56.95279184459053,56.49347729105362,56.03416273751672,55.57484818397981,55.11553363044291,54.656219076906005,54.1969045233691,53.7375899698322,53.278275416295294,52.81896086275839,52.35964630922149,51.90033175568458,51.44101720214768,50.98170264861077,50.522388095073865,50.063073541536966,49.60375898800006,49.14444443446315,48.685129880926254,48.22581532738935,47.76650077385244,47.30718622031554,46.84787166677864,46.38855711324173,45.929242559704825,45.46992800616792,45.01061345263102,44.551298899094114,44.09198434555721,43.63266979202031,43.1733552384834,42.7140406849465,42.25472613140959,41.79541157787269,41.336097024335785,40.87678247079888,40.41746791726197,39.958153363725074,39.49883881018817,39.49883881018817],"scored_count":2710,"cluster_size":2749},{"cluster_label":"C1.3","color":"#2ca02c","x":[1.9750166022737976,1.9750820094310473,1.9753099294231578,1.9756936443738304,1.9762228536811994,1.976883902597488,1.9776601016425235,1.9785321206728033,1.9794784386614266,1.9804758286665014,1.9814998571307783,1.982525377527066,1.9835270003213634,1.9844795240748094,1.985358315997929,1.9861396341247066,1.986800887198758,1.9873208320824203,1.9876797117701535,1.9878593397208721,1.9878431380944945,1.9876161385310136,1.9871649543604155,1.986477732656867,1.9855440934811868,1.9843550621593813,1.9829029987098683,1.9811815267481963,1.9791854625418435,1.9769107435065305,1.9743543544382292,1.9715142492247435,1.9683892656935444,1.9649790316000302,1.961283860476316,1.9573046370503744,1.9530426930971774,1.9484996757804518,1.94367741167516,1.9385777706311704,1.9332025343753947,1.9275532752063975,1.9216312502934478,1.9154373169579082,1.9089718739170922,1.9022348328535572,1.8952256238900842,1.8879432376606562,1.8803863057261532,1.872553220141836,1.8644422920841404,1.856051948619949,1.847380965974761,1.838428737038837,1.8291955703432359,1.819683017330069,1.8098942244099556,1.7998343060090718,1.7895107345075905,1.7789337425993836,1.7681167330868461,1.7570766903886645,1.7458345870105048,1.7344157768532793,1.7228503654848712,1.7111735453973151,1.6994258818877321,1.6876535326817164,1.6759083819751224,1.664248067486859,1.6527358777249106,1.6414404963350013,1.6304355714868357,1.6197990910745061,1.6096125492963507,1.599959897037107,1.5909262773373856,1.582596557848551,1.575053684079919,1.5683768898078168,1.5626398134307289,1.557908580414096,1.5542399213259315,1.5516794014148731,1.550259840444921,1.55,1.550903609402725,1.5529587907712423,1.5561379289221242,1.5603980135053002,1.565681459911535,1.571917393334386,1.5790233582458715,1.586907394843132,1.5954704060549592,1.604608724600574,1.6142167802433636,1.6241897633278706,1.6344261821109776,1.6448302181105678,1.6553137951628611,1.665798293275675,1.6762158566415346,1.686510265151761,1.6966373592106205,1.7065650274178346,1.716272784726663,1.7257509841448955,1.734999717309546,1.7440274679692844,1.7528495874374497,1.7614866625483614,1.7699628448695308,1.7783042053486706,1.786537171760228,1.7946870978613365,1.8027770036705932,1.8108265163075188,1.818851030869543,1.8268611012870781,1.8348620623014766,1.842853875879002,1.8508311886449096,1.8587835813615867,1.866695987092329,1.8745492514554123,1.8823208062211707,1.8899854263635651,2.110014573636435,2.1176791937788293,2.125450748544588,2.1333040129076712,2.1412164186384133,2.14916881135509,2.157146124120998,2.1651379376985234,2.173138898712922,2.181148969130457,2.1891734836924814,2.197222996329407,2.2053129021386635,2.2134628282397717,2.2216957946513296,2.230037155130469,2.238513337451639,2.2471504125625503,2.255972532030716,2.265000282690454,2.2742490158551045,2.283727215273337,2.2934349725821654,2.3033626407893797,2.313489734848239,2.3237841433584654,2.334201706724325,2.344686204837139,2.3551697818894324,2.3655738178890227,2.3758102366721294,2.3857832197566364,2.395391275399426,2.404529593945041,2.413092605156868,2.4209766417541285,2.428082606665614,2.434318540088465,2.4396019864947,2.443862071077876,2.447041209228758,2.449096390597275,2.45,2.449740159555079,2.4483205985851266,2.4457600786740685,2.442091419585904,2.437360186569271,2.4316231101921835,2.424946315920081,2.417403442151449,2.4090737226626144,2.400040102962893,2.3903874507036496,2.380200908925494,2.369564428513164,2.3585595036649987,2.3472641222750896,2.335751932513141,2.3240916180248776,2.312346467318284,2.3005741181122676,2.2888264546026846,2.2771496345151285,2.2655842231467207,2.254165412989495,2.2429233096113355,2.231883266913154,2.2210662574006164,2.2104892654924093,2.200165693990928,2.1901057755900446,2.180316982669931,2.170804429656764,2.161571262961163,2.152619034025239,2.1439480513800513,2.1355577079158596,2.127446779858164,2.1196136942738466,2.112056762339344,2.104774376109916,2.097765167146443,2.091028126082908,2.084562683042092,2.078368749706552,2.0724467247936023,2.0667974656246053,2.0614222293688296,2.05632258832484,2.051500324219548,2.0469573069028226,2.0426953629496256,2.0387161395236837,2.03502096839997,2.031610734306456,2.0284857507752565,2.025645645561771,2.0230892564934697,2.0208145374581568,2.0188184732518035,2.0170970012901317,2.0156449378406185,2.0144559065188132,2.013522267343133,2.0128350456395845,2.012383861468986,2.0121568619055052,2.012140660279128,2.0123202882298465,2.0126791679175797,2.013199112801242,2.0138603658752934,2.014641684002071,2.0155204759251903,2.0164729996786366,2.017474622472934,2.0185001428692217,2.0195241713334986,2.0205215613385734,2.0214678793271967,2.0223398983574765,2.0231160974025117,2.0237771463188006,2.0243063556261696,2.0246900705768422,2.024917990568953,2.0249833977262024,1.9750166022737976],"y":[69.97743478098732,69.9930498257398,70.00866487049228,70.02427991524476,70.03989495999724,70.05551000474973,70.07112504950221,70.0867400942547,70.10235513900717,70.11797018375965,70.13358522851213,70.14920027326461,70.16481531801709,70.18043036276957,70.19604540752205,70.21166045227454,70.22727549702702,70.2428905417795,70.25850558653198,70.27412063128446,70.28973567603694,70.30535072078942,70.3209657655419,70.33658081029438,70.35219585504686,70.36781089979935,70.38342594455183,70.39904098930431,70.41465603405679,70.43027107880927,70.44588612356175,70.46150116831423,70.47711621306671,70.49273125781919,70.50834630257167,70.52396134732416,70.53957639207664,70.55519143682912,70.5708064815816,70.58642152633408,70.60203657108656,70.61765161583904,70.63326666059152,70.648881705344,70.66449675009649,70.68011179484897,70.69572683960145,70.71134188435393,70.72695692910641,70.74257197385889,70.75818701861137,70.77380206336385,70.78941710811633,70.8050321528688,70.8206471976213,70.83626224237378,70.85187728712626,70.86749233187874,70.88310737663122,70.8987224213837,70.91433746613617,70.92995251088865,70.94556755564113,70.96118260039361,70.9767976451461,70.99241268989859,71.00802773465107,71.02364277940354,71.03925782415602,71.0548728689085,71.07048791366098,71.08610295841346,71.10171800316594,71.11733304791842,71.13294809267092,71.1485631374234,71.16417818217587,71.17979322692835,71.19540827168083,71.21102331643331,71.22663836118579,71.24225340593827,71.25786845069075,71.27348349544323,71.28909854019572,71.3047135849482,71.32032862970068,71.33594367445316,71.35155871920564,71.36717376395812,71.3827888087106,71.39840385346308,71.41401889821556,71.42963394296805,71.44524898772053,71.46086403247301,71.47647907722549,71.49209412197797,71.50770916673045,71.52332421148293,71.53893925623541,71.55455430098789,71.57016934574037,71.58578439049286,71.60139943524534,71.61701447999782,71.6326295247503,71.64824456950278,71.66385961425526,71.67947465900774,71.69508970376022,71.7107047485127,71.72631979326518,71.74193483801767,71.75754988277015,71.77316492752263,71.78877997227511,71.80439501702759,71.82001006178007,71.83562510653255,71.85124015128503,71.8668551960375,71.88247024078998,71.89808528554248,71.91370033029496,71.92931537504744,71.94493041979992,71.9605454645524,71.9605454645524,71.94493041979992,71.92931537504744,71.91370033029496,71.89808528554248,71.88247024078998,71.8668551960375,71.85124015128503,71.83562510653255,71.82001006178007,71.80439501702759,71.78877997227511,71.77316492752263,71.75754988277015,71.74193483801767,71.72631979326518,71.7107047485127,71.69508970376022,71.67947465900774,71.66385961425526,71.64824456950278,71.6326295247503,71.61701447999782,71.60139943524534,71.58578439049286,71.57016934574037,71.55455430098789,71.53893925623541,71.52332421148293,71.50770916673045,71.49209412197797,71.47647907722549,71.46086403247301,71.44524898772053,71.42963394296805,71.41401889821556,71.39840385346308,71.3827888087106,71.36717376395812,71.35155871920564,71.33594367445316,71.32032862970068,71.3047135849482,71.28909854019572,71.27348349544323,71.25786845069075,71.24225340593827,71.22663836118579,71.21102331643331,71.19540827168083,71.17979322692835,71.16417818217587,71.1485631374234,71.13294809267092,71.11733304791842,71.10171800316594,71.08610295841346,71.07048791366098,71.0548728689085,71.03925782415602,71.02364277940354,71.00802773465107,70.99241268989859,70.9767976451461,70.96118260039361,70.94556755564113,70.92995251088865,70.91433746613617,70.8987224213837,70.88310737663122,70.86749233187874,70.85187728712626,70.83626224237378,70.8206471976213,70.8050321528688,70.78941710811633,70.77380206336385,70.75818701861137,70.74257197385889,70.72695692910641,70.71134188435393,70.69572683960145,70.68011179484897,70.66449675009649,70.648881705344,70.63326666059152,70.61765161583904,70.60203657108656,70.58642152633408,70.5708064815816,70.55519143682912,70.53957639207664,70.52396134732416,70.50834630257167,70.49273125781919,70.47711621306671,70.46150116831423,70.44588612356175,70.43027107880927,70.41465603405679,70.39904098930431,70.38342594455183,70.36781089979935,70.35219585504686,70.33658081029438,70.3209657655419,70.30535072078942,70.28973567603694,70.27412063128446,70.25850558653198,70.2428905417795,70.22727549702702,70.21166045227454,70.19604540752205,70.18043036276957,70.16481531801709,70.14920027326461,70.13358522851213,70.11797018375965,70.10235513900717,70.0867400942547,70.07112504950221,70.05551000474973,70.03989495999724,70.02427991524476,70.00866487049228,69.9930498257398,69.97743478098732,69.97743478098732],"scored_count":35,"cluster_size":35},{"cluster_label":"C1.4","color":"#d62728","x":[2.8495822650526423,2.8459446976497853,2.8424833003309486,2.839201005273779,2.8360982418133984,2.833172870706493,2.830420151087469,2.827832740994879,2.8254007318362993,2.8231117166550526,2.8209508915726333,2.8189011893152953,2.8169434433001874,2.8150565803620244,2.8132178398501697,2.811403016521882,2.809586724401507,2.8077426785680237,2.8058439916732247,2.803863481877447,2.8017739888158357,2.7995486941717553,2.7971614434303707,2.794587065410619,2.791801686222975,2.7887830343699953,2.7855107337933713,2.7819665817724575,2.778134808693693,2.774002316837551,2.7695588954695785,2.7647974096768535,2.7597139605621046,2.754308014597976,2.748582500156683,2.742543869468239,2.7362021245271166,2.7295708057653814,2.722666942641082,2.715510965656374,2.708126579718945,2.7005405991920544,2.69278274544001,2.684885408161733,2.6768833723098524,2.668813512908917,2.6607144606036086,2.652626241277921,2.6445898935760814,2.6366470686148644,2.6288396165928622,2.6212091653619423,2.6137966963199757,2.606642123199368,2.5997838794548453,2.5932585199884017,2.5871003428828847,2.581341036645507,2.576009358187579,2.5711308463874674,2.5667275756058325,2.5628179529509203,2.5594165624372325,2.55653405845484,2.554177110182129,2.5523483977479646,2.5510466600967274,2.5502667936489405,2.55,2.5502339800775284,2.550953171402121,2.5521390243832625,2.5537703129471963,2.5558234742500283,2.5582729717882984,2.561091675889722,2.5642512553543395,2.5677225739245806,2.5714760852918097,2.5754822204942385,2.579711761821758,2.5841361977093684,2.588728053562255,2.593461194001014,2.5983110926305293,2.603255066106863,2.6082724699871753,2.613344854582246,2.6184560797743948,2.6235923884995556,2.6287424393064054,2.633897299084984,2.6390503976889583,2.644197446750282,2.6493363254930453,2.6544669367880105,2.659591037046578,2.664712043828625,2.669834825232953,2.674965475252036,2.680111079306835,2.685279474137024,2.690479006111851,2.695718291853135,2.701005984832594,2.706350551327264,2.711760058798592,2.717241979410442,2.722803011027066,2.728448917642714,2.7341843907971914,2.7400129331334795,2.7459367648620425,2.751956753516211,2.7580723670206324,2.7642816497538405,2.770581220970185,2.7769662946591733,2.7834307196633445,2.789967038650457,2.796566564343886,2.803219471255468,2.8099149010388955,2.8166410794876326,2.8233854431382213,2.8301347734072007,2.8368753361855092,2.843593024836434,3.156406975163566,3.1631246638144908,3.1698652265927993,3.1766145568617787,3.1833589205123674,3.1900850989611045,3.196780528744532,3.203433435656114,3.210032961349543,3.2165692803366555,3.2230337053408267,3.229418779029815,3.2357183502461595,3.2419276329793676,3.248043246483789,3.2540632351379575,3.2599870668665205,3.2658156092028086,3.271551082357286,3.277196988972934,3.282758020589558,3.288239941201408,3.293649448672736,3.298994015167406,3.304281708146865,3.309520993888149,3.314720525862976,3.319888920693165,3.325034524747964,3.330165174767047,3.335287956171375,3.340408962953422,3.3455330632119895,3.3506636745069547,3.355802553249718,3.3609496023110417,3.366102700915016,3.3712575606935946,3.3764076115004444,3.3815439202256052,3.386655145417754,3.3917275300128247,3.396744933893137,3.4016889073694707,3.406538805998986,3.411271946437745,3.4158638022906316,3.420288238178242,3.4245177795057615,3.4285239147081903,3.4322774260754194,3.4357487446456605,3.438908324110278,3.4417270282117016,3.4441765257499717,3.4462296870528037,3.4478609756167375,3.449046828597879,3.4497660199224716,3.45,3.4497332063510595,3.4489533399032726,3.4476516022520354,3.445822889817871,3.44346594154516,3.4405834375627675,3.4371820470490797,3.4332724243941675,3.4288691536125326,3.423990641812421,3.418658963354493,3.4128996571171153,3.4067414800115983,3.4002161205451547,3.393357876800632,3.3862033036800243,3.3787908346380577,3.3711603834071378,3.3633529313851356,3.3554101064239186,3.347373758722079,3.3392855393963914,3.331186487091083,3.3231166276901476,3.315114591838267,3.30721725455999,3.2994594008079456,3.291873420281055,3.284489034343626,3.277333057358918,3.2704291942346186,3.2637978754728834,3.257456130531761,3.251417499843317,3.245691985402024,3.2402860394378954,3.2352025903231465,3.2304411045304215,3.225997683162449,3.221865191306307,3.2180334182275425,3.2144892662066287,3.2112169656300047,3.208198313777025,3.205412934589381,3.2028385565696293,3.2004513058282447,3.1982260111841643,3.196136518122553,3.1941560083267753,3.1922573214319763,3.190413275598493,3.188596983478118,3.1867821601498303,3.1849434196379756,3.1830565566998126,3.1810988106847047,3.1790491084273667,3.1768882833449474,3.1745992681637007,3.172167259005121,3.169579848912531,3.166827129293507,3.1639017581866016,3.160798994726221,3.1575166996690514,3.1540553023502147,3.1504177349473577,2.8495822650526423],"y":[70.02048557476948,70.03246705983297,70.04444854489647,70.05643002995996,70.06841151502346,70.08039300008694,70.09237448515043,70.10435597021393,70.11633745527742,70.1283189403409,70.1403004254044,70.15228191046789,70.16426339553139,70.17624488059488,70.18822636565837,70.20020785072187,70.21218933578535,70.22417082084884,70.23615230591234,70.24813379097583,70.26011527603933,70.27209676110282,70.2840782461663,70.2960597312298,70.30804121629329,70.32002270135678,70.33200418642028,70.34398567148376,70.35596715654727,70.36794864161075,70.37993012667424,70.39191161173774,70.40389309680123,70.41587458186471,70.42785606692821,70.4398375519917,70.4518190370552,70.46380052211869,70.47578200718218,70.48776349224568,70.49974497730916,70.51172646237265,70.52370794743615,70.53568943249964,70.54767091756314,70.55965240262663,70.57163388769011,70.58361537275361,70.5955968578171,70.6075783428806,70.61955982794409,70.63154131300757,70.64352279807107,70.65550428313456,70.66748576819805,70.67946725326155,70.69144873832504,70.70343022338854,70.71541170845202,70.72739319351551,70.73937467857901,70.7513561636425,70.76333764870598,70.77531913376949,70.78730061883297,70.79928210389647,70.81126358895996,70.82324507402345,70.83522655908695,70.84720804415043,70.85918952921392,70.87117101427742,70.88315249934091,70.89513398440441,70.9071154694679,70.91909695453138,70.93107843959488,70.94305992465837,70.95504140972186,70.96702289478536,70.97900437984885,70.99098586491235,71.00296734997583,71.01494883503932,71.02693032010282,71.03891180516631,71.0508932902298,71.0628747752933,71.07485626035678,71.08683774542028,71.09881923048377,71.11080071554726,71.12278220061076,71.13476368567424,71.14674517073774,71.15872665580123,71.17070814086472,71.18268962592822,71.1946711109917,71.20665259605519,71.2186340811187,71.23061556618218,71.24259705124568,71.25457853630917,71.26656002137265,71.27854150643616,71.29052299149964,71.30250447656313,71.31448596162663,71.32646744669012,71.33844893175362,71.3504304168171,71.36241190188059,71.37439338694409,71.38637487200758,71.39835635707107,71.41033784213457,71.42231932719805,71.43430081226155,71.44628229732504,71.45826378238853,71.47024526745203,71.48222675251552,71.494208237579,71.5061897226425,71.51817120770599,71.53015269276949,71.54213417783298,71.54213417783298,71.53015269276949,71.51817120770599,71.5061897226425,71.494208237579,71.48222675251552,71.47024526745203,71.45826378238853,71.44628229732504,71.43430081226155,71.42231932719805,71.41033784213457,71.39835635707107,71.38637487200758,71.37439338694409,71.36241190188059,71.3504304168171,71.33844893175362,71.32646744669012,71.31448596162663,71.30250447656313,71.29052299149964,71.27854150643616,71.26656002137265,71.25457853630917,71.24259705124568,71.23061556618218,71.2186340811187,71.20665259605519,71.1946711109917,71.18268962592822,71.17070814086472,71.15872665580123,71.14674517073774,71.13476368567424,71.12278220061076,71.11080071554726,71.09881923048377,71.08683774542028,71.07485626035678,71.0628747752933,71.0508932902298,71.03891180516631,71.02693032010282,71.01494883503932,71.00296734997583,70.99098586491235,70.97900437984885,70.96702289478536,70.95504140972186,70.94305992465837,70.93107843959488,70.91909695453138,70.9071154694679,70.89513398440441,70.88315249934091,70.87117101427742,70.85918952921392,70.84720804415043,70.83522655908695,70.82324507402345,70.81126358895996,70.79928210389647,70.78730061883297,70.77531913376949,70.76333764870598,70.7513561636425,70.73937467857901,70.72739319351551,70.71541170845202,70.70343022338854,70.69144873832504,70.67946725326155,70.66748576819805,70.65550428313456,70.64352279807107,70.63154131300757,70.61955982794409,70.6075783428806,70.5955968578171,70.58361537275361,70.57163388769011,70.55965240262663,70.54767091756314,70.53568943249964,70.52370794743615,70.51172646237265,70.49974497730916,70.48776349224568,70.47578200718218,70.46380052211869,70.4518190370552,70.4398375519917,70.42785606692821,70.41587458186471,70.40389309680123,70.39191161173774,70.37993012667424,70.36794864161075,70.35596715654727,70.34398567148376,70.33200418642028,70.32002270135678,70.30804121629329,70.2960597312298,70.2840782461663,70.27209676110282,70.26011527603933,70.24813379097583,70.23615230591234,70.22417082084884,70.21218933578535,70.20020785072187,70.18822636565837,70.17624488059488,70.16426339553139,70.15228191046789,70.1403004254044,70.1283189403409,70.11633745527742,70.10435597021393,70.09237448515043,70.08039300008694,70.06841151502346,70.05643002995996,70.04444854489647,70.03246705983297,70.02048557476948,70.02048557476948],"scored_count":25,"cluster_size":29},{"cluster_label":"C1.5","color":"#9467bd","x":[3.612330624864951,3.596181727744359,3.5820945007927105,3.5703236218556706,3.5610848089886113,3.5545479911747258,3.550831852568887,3.55,3.5520589321882587,3.556957907108071,3.5645907159066117,3.574799282979928,3.5873789275007733,3.6020850468705476,3.618640921557046,3.6367462969410447,3.6560863732997917,3.6763408307582637,3.6971925314538456,3.718335574542178,3.7394824281932943,3.760369922727534,3.7807639563287454,3.800462834952442,3.81929923683921,3.837140855576623,3.8538898307000147,3.86948111897457,3.8838799912621544,3.8970788586808656,3.909093637926518,3.9199598602215358,3.9297287130733136,3.9384631809686206,3.946234422636904,3.953118490956618,3.9591934691993846,3.964537066087679,3.969224683701836,3.973327947811309,3.9769136704856267,3.9800432002034514,3.9827721050877116,3.9851501300032575,3.987221367477551,3.9890245850070287,3.990593656477587,3.9919580523360376,3.9931433510294725,3.9941717424037217,3.9950625016641874,3.9958324197306907,3.9964961820769074,3.9970666932755248,3.9975553484237043,3.9979722554404407,3.9983264140146675,3.998625857890788,3.9988777673795033,3.999088558654063,3.9992639557040044,3.9994090499197426,3.999528351296569,3.999625834272565,3.999704980320816,3.9997688186458222,3.999819965708975,3.9998606638327163,3.9998928187987324,3.9999180361449147,3.999937655756536,3.9999527843152927,3.9999643251923516,3.9999730054276106,3.9999793995098507,3.9999839497480965,3.999986983094159,3.9999887243347163,3.9999893056164706,3.9999887723008927,3.9999870851691104,3.999984119017637,3.9999796577081153,3.999973385765937,3.9999648766705724,3.999953578051328,3.999938794101848,3.9999196656591396,3.9998951485603453,3.9998639910921976,3.999824711579869,3.9997755774157393,3.9997145870918724,3.9996394570557148,3.99954761543528,3.9994362048525596,3.99930209663417,3.999141918707076,3.998952099306468,3.998728928297747,3.99846863740683,3.99816749995369,3.997821949796691,3.9974287181380133,3.99698498564799,3.9964885460902564,3.9959379763381673,3.995332806448007,3.994673682387771,3.9939625132079404,3.993202593976078,3.992398695763219,3.9915571144312914,3.9906856709650285,3.989793657624127,3.988891726229047,3.9879917173646318,3.987106432078928,3.9862493506253305,3.9854343057735413,3.984675121012203,3.983985226394531,3.9833772666605016,3.98286271745397,3.982451525828401,3.9821517907384556,3.981969497840981,3.9819083207323174,4.018091679267683,4.018030502159019,4.017848209261544,4.017548474171599,4.01713728254603,4.016622733339498,4.01601477360547,4.015324878987797,4.014565694226459,4.0137506493746695,4.012893567921072,4.012008282635368,4.011108273770954,4.010206342375873,4.0093143290349715,4.008442885568709,4.007601304236781,4.006797406023923,4.006037486792059,4.005326317612229,4.004667193551993,4.004062023661833,4.003511453909743,4.00301501435201,4.002571281861987,4.002178050203309,4.00183250004631,4.00153136259317,4.001271071702253,4.001047900693532,4.0008580812929235,4.00069790336583,4.000563795147441,4.00045238456472,4.000360542944285,4.000285412908127,4.00022442258426,4.000175288420131,4.000136008907802,4.000104851439654,4.00008033434086,4.000061205898152,4.000046421948673,4.000035123329427,4.000026614234063,4.000020342291885,4.000015880982363,4.00001291483089,4.000011227699107,4.00001069438353,4.000011275665284,4.000013016905841,4.0000160502519035,4.000020600490149,4.000026994572389,4.000035674807648,4.000047215684708,4.000062344243464,4.000081963855085,4.000107181201268,4.000139336167284,4.0001800342910245,4.000231181354178,4.000295019679184,4.000374165727435,4.000471648703431,4.000590950080257,4.000736044295996,4.000911441345937,4.001122232620497,4.001374142109213,4.0016735859853325,4.002027744559559,4.002444651576296,4.002933306724475,4.003503817923092,4.00416758026931,4.004937498335813,4.005828257596278,4.006856648970527,4.008041947663962,4.0094063435224125,4.010975414992971,4.0127786325224495,4.014849869996743,4.017227894912288,4.019956799796549,4.023086329514373,4.026672052188691,4.030775316298164,4.035462933912321,4.040806530800615,4.0468815090433825,4.053765577363096,4.061536819031379,4.070271286926686,4.080040139778465,4.090906362073482,4.102921141319134,4.116120008737846,4.13051888102543,4.146110169299985,4.1628591444233765,4.1807007631607895,4.199537165047558,4.219236043671255,4.239630077272466,4.260517571806706,4.281664425457822,4.302807468546154,4.323659169241736,4.343913626700208,4.363253703058955,4.381359078442954,4.397914953129453,4.412621072499227,4.425200717020072,4.435409284093389,4.443042092891929,4.447941067811741,4.45,4.449168147431113,4.445452008825274,4.438915191011389,4.42967637814433,4.417905499207289,4.403818272255641,4.387669375135049,3.612330624864951],"y":[68.43581133190811,68.66451753180066,68.89322373169321,69.12192993158575,69.35063613147831,69.57934233137085,69.8080485312634,70.03675473115595,70.2654609310485,70.49416713094105,70.7228733308336,70.95157953072614,71.18028573061869,71.40899193051123,71.63769813040379,71.86640433029633,72.09511053018888,72.32381673008143,72.55252292997397,72.78122912986653,73.00993532975907,73.23864152965162,73.46734772954417,73.69605392943672,73.92476012932927,74.15346632922181,74.38217252911436,74.61087872900691,74.83958492889946,75.06829112879201,75.29699732868455,75.52570352857711,75.75440972846965,75.9831159283622,76.21182212825475,76.4405283281473,76.66923452803985,76.8979407279324,77.12664692782494,77.35535312771749,77.58405932761003,77.81276552750259,78.04147172739513,78.27017792728768,78.49888412718023,78.72759032707278,78.95629652696533,79.18500272685787,79.41370892675042,79.64241512664297,79.87112132653552,80.09982752642807,80.32853372632061,80.55723992621316,80.78594612610571,81.01465232599826,81.24335852589081,81.47206472578335,81.7007709256759,81.92947712556845,82.158183325461,82.38688952535355,82.6155957252461,82.84430192513864,83.0730081250312,83.30171432492374,83.5304205248163,83.75912672470884,83.98783292460138,84.21653912449393,84.44524532438648,84.67395152427903,84.90265772417158,85.13136392406412,85.36007012395667,85.58877632384922,85.81748252374177,86.04618872363432,86.27489492352686,86.50360112341941,86.73230732331196,86.96101352320451,87.18971972309706,87.4184259229896,87.64713212288216,87.8758383227747,88.10454452266725,88.3332507225598,88.56195692245234,88.7906631223449,89.01936932223744,89.24807552213,89.47678172202254,89.70548792191508,89.93419412180764,90.16290032170018,90.39160652159273,90.62031272148528,90.84901892137782,91.07772512127038,91.30643132116292,91.53513752105547,91.76384372094802,91.99254992084056,92.22125612073312,92.44996232062566,92.67866852051822,92.90737472041076,93.1360809203033,93.36478712019586,93.5934933200884,93.82219951998096,94.0509057198735,94.27961191976604,94.5083181196586,94.73702431955114,94.9657305194437,95.19443671933624,95.42314291922878,95.65184911912134,95.88055531901388,96.10926151890644,96.33796771879898,96.56667391869152,96.79538011858408,97.02408631847662,97.25279251836918,97.48149871826172,97.48149871826172,97.25279251836918,97.02408631847662,96.79538011858408,96.56667391869152,96.33796771879898,96.10926151890644,95.88055531901388,95.65184911912134,95.42314291922878,95.19443671933624,94.9657305194437,94.73702431955114,94.5083181196586,94.27961191976604,94.0509057198735,93.82219951998096,93.5934933200884,93.36478712019586,93.1360809203033,92.90737472041076,92.67866852051822,92.44996232062566,92.22125612073312,91.99254992084056,91.76384372094802,91.53513752105547,91.30643132116292,91.07772512127038,90.84901892137782,90.62031272148528,90.39160652159273,90.16290032170018,89.93419412180764,89.70548792191508,89.47678172202254,89.24807552213,89.01936932223744,88.7906631223449,88.56195692245234,88.3332507225598,88.10454452266725,87.8758383227747,87.64713212288216,87.4184259229896,87.18971972309706,86.96101352320451,86.73230732331196,86.50360112341941,86.27489492352686,86.04618872363432,85.81748252374177,85.58877632384922,85.36007012395667,85.13136392406412,84.90265772417158,84.67395152427903,84.44524532438648,84.21653912449393,83.98783292460138,83.75912672470884,83.5304205248163,83.30171432492374,83.0730081250312,82.84430192513864,82.6155957252461,82.38688952535355,82.158183325461,81.92947712556845,81.7007709256759,81.47206472578335,81.24335852589081,81.01465232599826,80.78594612610571,80.55723992621316,80.32853372632061,80.09982752642807,79.87112132653552,79.64241512664297,79.41370892675042,79.18500272685787,78.95629652696533,78.72759032707278,78.49888412718023,78.27017792728768,78.04147172739513,77.81276552750259,77.58405932761003,77.35535312771749,77.12664692782494,76.8979407279324,76.66923452803985,76.4405283281473,76.21182212825475,75.9831159283622,75.75440972846965,75.52570352857711,75.29699732868455,75.06829112879201,74.83958492889946,74.61087872900691,74.38217252911436,74.15346632922181,73.92476012932927,73.69605392943672,73.46734772954417,73.23864152965162,73.00993532975907,72.78122912986653,72.55252292997397,72.32381673008143,72.09511053018888,71.86640433029633,71.63769813040379,71.40899193051123,71.18028573061869,70.95157953072614,70.7228733308336,70.49416713094105,70.2654609310485,70.03675473115595,69.8080485312634,69.57934233137085,69.35063613147831,69.12192993158575,68.89322373169321,68.66451753180066,68.43581133190811,68.43581133190811],"scored_count":27,"cluster_size":27},{"cluster_label":"C1.6","color":"#8c564b","x":[4.831585304395703,4.8306352955449405,4.829714534126291,4.828821136161275,4.827953077773307,4.827108198170445,4.82628420310139,4.8254786687835916,4.824689046300804,4.823912666465899,4.823146745143182,4.822388389022932,4.821634601839324,4.8208822910213325,4.820128274764739,4.819369289511783,4.818601997823563,4.817822996628811,4.8170288258312155,4.816215977256093,4.815380903915855,4.814520029572413,4.813629758573364,4.812706485937688,4.81174660766545,4.810746531244991,4.809702686330057,4.808611535558372,4.807469585482321,4.806273397581601,4.805019599327026,4.803704895264014,4.80232607808382,4.800880039650073,4.799363781947893,4.797774427922564,4.796109232174643,4.794365591478284,4.792541055089641,4.790633334812353,4.788640314787358,4.786560060974686,4.784390830295263,4.782131079401416,4.7797794730453695,4.777334892015839,4.774796440613668,4.772163453638477,4.769435502859321,4.766612402943559,4.763694216819416,4.7606812604490365,4.757574106990354,4.754373590327573,4.751080807951753,4.747697123174625,4.744224166660642,4.740663837264005,4.737018302159474,4.733289996257615,4.729481620897284,4.725596141810206,4.721636786354616,4.7176070400171755,4.713510642184508,4.709351581188014,4.705134088627806,4.700862632983928,4.6965419125252446,4.6921768475287,4.687772571823824,4.683334423679705,4.678867936053722,4.674378826223601,4.669872984826449,4.665356464330445,4.660835466966976,4.656316332152812,4.651805523433945,4.647309614984298,4.642835277694408,4.638389264886567,4.63397839769458,4.629609550147485,4.62528963399796,4.621025583337207,4.616824339039058,4.612692833076978,4.608637972758239,4.604666624920216,4.600785600134045,4.597001636961241,4.5933213863088795,4.5897513959289675,4.586298095107331,4.582967779587008,4.57976659677061,4.576700531245324,4.573775390673487,4.57099679209053,4.568370148651005,4.5659006568620075,4.5635932843419145,4.561452758140676,4.559483553656193,4.557689884179434,4.556075691098906,4.554644634793045,4.553400086236794,4.552345119346371,4.55148250408379,4.550814700340205,4.550343852614583,4.550071785501608,4.55,4.550129670649765,4.550461643504116,4.5509964349390515,4.551734231300834,4.552674889388813,4.553817937768324,4.555162578905671,4.556707692114512,4.558451837300349,4.560393259487272,4.562529894108582,4.564859373040526,4.567379031356053,5.432620968643947,5.435140626959474,5.437470105891418,5.439606740512728,5.441548162699651,5.443292307885488,5.444837421094329,5.446182062231676,5.447325110611187,5.448265768699166,5.4490035650609485,5.449538356495884,5.449870329350235,5.45,5.449928214498392,5.449656147385417,5.449185299659795,5.44851749591621,5.447654880653629,5.446599913763206,5.445355365206955,5.443924308901094,5.442310115820566,5.440516446343807,5.438547241859324,5.4364067156580855,5.4340993431379925,5.431629851348995,5.42900320790947,5.426224609326513,5.423299468754676,5.42023340322939,5.417032220412992,5.413701904892669,5.4102486040710325,5.4066786136911205,5.402998363038759,5.399214399865955,5.395333375079784,5.391362027241761,5.387307166923022,5.383175660960942,5.378974416662793,5.37471036600204,5.370390449852515,5.36602160230542,5.361610735113433,5.357164722305592,5.352690385015702,5.348194476566055,5.343683667847188,5.339164533033024,5.334643535669555,5.330127015173551,5.325621173776399,5.321132063946278,5.316665576320295,5.312227428176176,5.3078231524713,5.3034580874747554,5.299137367016072,5.294865911372194,5.290648418811986,5.286489357815492,5.2823929599828245,5.278363213645384,5.274403858189794,5.270518379102716,5.266710003742385,5.262981697840526,5.259336162735995,5.255775833339358,5.252302876825375,5.248919192048247,5.245626409672427,5.242425893009646,5.2393187395509635,5.236305783180584,5.233387597056441,5.230564497140679,5.227836546361523,5.225203559386332,5.222665107984161,5.2202205269546305,5.217868920598584,5.215609169704737,5.213439939025314,5.211359685212642,5.209366665187647,5.207458944910359,5.205634408521716,5.203890767825357,5.202225572077436,5.200636218052107,5.199119960349927,5.19767392191618,5.196295104735986,5.194980400672974,5.193726602418399,5.192530414517679,5.191388464441628,5.190297313669943,5.189253468755009,5.18825339233455,5.187293514062312,5.186370241426636,5.185479970427587,5.184619096084145,5.183784022743907,5.1829711741687845,5.182177003371189,5.181398002176437,5.180630710488217,5.179871725235261,5.1791177089786675,5.178365398160676,5.177611610977068,5.176853254856818,5.176087333534101,5.175310953699196,5.1745213312164084,5.17371579689861,5.172891801829555,5.172046922226693,5.171178863838725,5.170285465873709,5.1693647044550595,5.168414695604297,4.831585304395703],"y":[66.65711340206187,66.69331591448622,66.72951842691056,66.76572093933491,66.80192345175925,66.8381259641836,66.87432847660794,66.9105309890323,66.94673350145663,66.98293601388099,67.01913852630533,67.05534103872968,67.09154355115403,67.12774606357837,67.16394857600272,67.20015108842706,67.23635360085142,67.27255611327575,67.30875862570011,67.34496113812445,67.3811636505488,67.41736616297314,67.45356867539749,67.48977118782184,67.52597370024618,67.56217621267054,67.59837872509488,67.63458123751923,67.67078374994357,67.70698626236792,67.74318877479226,67.77939128721661,67.81559379964095,67.8517963120653,67.88799882448964,67.924201336914,67.96040384933835,67.99660636176269,68.03280887418704,68.06901138661138,68.10521389903573,68.14141641146007,68.17761892388442,68.21382143630876,68.25002394873312,68.28622646115745,68.32242897358181,68.35863148600616,68.3948339984305,68.43103651085485,68.46723902327919,68.50344153570354,68.53964404812788,68.57584656055224,68.61204907297657,68.64825158540093,68.68445409782527,68.72065661024962,68.75685912267397,68.79306163509831,68.82926414752266,68.865466659947,68.90166917237136,68.9378716847957,68.97407419722005,69.01027670964439,69.04647922206874,69.08268173449308,69.11888424691743,69.15508675934177,69.19128927176612,69.22749178419048,69.26369429661482,69.29989680903917,69.33609932146351,69.37230183388786,69.4085043463122,69.44470685873655,69.48090937116089,69.51711188358524,69.55331439600958,69.58951690843394,69.62571942085829,69.66192193328263,69.69812444570698,69.73432695813132,69.77052947055567,69.80673198298001,69.84293449540436,69.8791370078287,69.91533952025306,69.9515420326774,69.98774454510175,70.0239470575261,70.06014956995044,70.09635208237479,70.13255459479913,70.16875710722348,70.20495961964782,70.24116213207218,70.27736464449652,70.31356715692087,70.3497696693452,70.38597218176956,70.42217469419391,70.45837720661825,70.4945797190426,70.53078223146694,70.5669847438913,70.60318725631564,70.63938976873999,70.67559228116433,70.71179479358868,70.74799730601302,70.78419981843737,70.82040233086173,70.85660484328606,70.89280735571042,70.92900986813476,70.96521238055911,71.00141489298345,71.0376174054078,71.07381991783214,71.11002243025649,71.14622494268083,71.18242745510518,71.21862996752952,71.25483247995388,71.25483247995388,71.21862996752952,71.18242745510518,71.14622494268083,71.11002243025649,71.07381991783214,71.0376174054078,71.00141489298345,70.96521238055911,70.92900986813476,70.89280735571042,70.85660484328606,70.82040233086173,70.78419981843737,70.74799730601302,70.71179479358868,70.67559228116433,70.63938976873999,70.60318725631564,70.5669847438913,70.53078223146694,70.4945797190426,70.45837720661825,70.42217469419391,70.38597218176956,70.3497696693452,70.31356715692087,70.27736464449652,70.24116213207218,70.20495961964782,70.16875710722348,70.13255459479913,70.09635208237479,70.06014956995044,70.0239470575261,69.98774454510175,69.9515420326774,69.91533952025306,69.8791370078287,69.84293449540436,69.80673198298001,69.77052947055567,69.73432695813132,69.69812444570698,69.66192193328263,69.62571942085829,69.58951690843394,69.55331439600958,69.51711188358524,69.48090937116089,69.44470685873655,69.4085043463122,69.37230183388786,69.33609932146351,69.29989680903917,69.26369429661482,69.22749178419048,69.19128927176612,69.15508675934177,69.11888424691743,69.08268173449308,69.04647922206874,69.01027670964439,68.97407419722005,68.9378716847957,68.90166917237136,68.865466659947,68.82926414752266,68.79306163509831,68.75685912267397,68.72065661024962,68.68445409782527,68.64825158540093,68.61204907297657,68.57584656055224,68.53964404812788,68.50344153570354,68.46723902327919,68.43103651085485,68.3948339984305,68.35863148600616,68.32242897358181,68.28622646115745,68.25002394873312,68.21382143630876,68.17761892388442,68.14141641146007,68.10521389903573,68.06901138661138,68.03280887418704,67.99660636176269,67.96040384933835,67.924201336914,67.88799882448964,67.8517963120653,67.81559379964095,67.77939128721661,67.74318877479226,67.70698626236792,67.67078374994357,67.63458123751923,67.59837872509488,67.56217621267054,67.52597370024618,67.48977118782184,67.45356867539749,67.41736616297314,67.3811636505488,67.34496113812445,67.30875862570011,67.27255611327575,67.23635360085142,67.20015108842706,67.16394857600272,67.12774606357837,67.09154355115403,67.05534103872968,67.01913852630533,66.98293601388099,66.94673350145663,66.9105309890323,66.87432847660794,66.8381259641836,66.80192345175925,66.76572093933491,66.72951842691056,66.69331591448622,66.65711340206187,66.65711340206187],"scored_count":4,"cluster_size":4},{"cluster_label":"C1.7","color":"#e377c2","x":[5.56783838939233,5.5659112126239325,5.564093323997808,5.562385346840116,5.560787781570761,5.559301004874292,5.557925269097538,5.556660701876647,5.5555073059955875,5.5544649594776905,5.553533415911244,5.552712305009572,5.552001133405496,5.551399285679512,5.550906025620421,5.550520497716624,5.550241728875699,5.550068630369313,5.55,5.550034524485735,5.55017078205773,5.550407245266326,5.550742283989337,5.551174168636683,5.551701073544679,5.552321080552831,5.553032182755549,5.553832288420746,5.5547192250668465,5.555690743689345,5.556744523127659,5.557878174562668,5.559089246134996,5.560375227673789,5.56173355552545,5.563161617471547,5.564656757724873,5.5662162819924585,5.567837462594138,5.569517543625167,5.571253746151256,5.573043273424301,5.574883316107099,5.576771057495227,5.578703678724375,5.580678363951412,5.582692305497547,5.5847427089420885,5.586826798155395,5.588941820259826,5.591085050507666,5.593253797065232,5.5954454056926535,5.597657264309043,5.599886807433147,5.6021315204898565,5.604388943973337,5.606656677457918,5.608932383448286,5.611213791060953,5.613498699529432,5.615784981525982,5.618070586293325,5.620353542580184,5.622631961375028,5.624904038432957,5.627168056591158,5.629422387868934,5.631665495348885,5.633895934836341,5.63611235629474,5.638313505055241,5.640498222799377,5.642665448314179,5.644814218019761,5.646943666269916,5.64905302542685,5.651141625711733,5.653208894833309,5.655254357397335,5.657277634100166,5.659278440710307,5.661256586842274,5.66321197452759,5.665144596588209,5.667054534818145,5.668941957979481,5.6708071196194,5.672650355715226,5.674472082154896,5.676272792060585,5.678053052963568,5.679813503838705,5.6815548520072054,5.683277869916589,5.684983391806989,5.6866723102731545,5.688345572731654,5.690004177802987,5.691649171618353,5.693281644061003,5.694902724952094,5.696513580191059,5.69811540786047,5.699709434305396,5.701296910197178,5.702879106591512,5.704457310990587,5.706032823418949,5.707606952522592,5.709181011700607,5.710756315278531,5.712334174732323,5.713915894971648,5.715502770690896,5.717096082796084,5.7186970949154885,5.7203070500015265,5.721927167031113,5.723558637811312,5.725202623896786,5.726860253625155,5.728532619275977,5.730220774358681,5.731925731034375,5.733648457676003,5.735389876570969,5.737150861769832,6.262849138230168,6.264610123429031,6.266351542323997,6.268074268965625,6.269779225641319,6.271467380724023,6.273139746374845,6.274797376103214,6.276441362188688,6.278072832968887,6.2796929499984735,6.2813029050845115,6.282903917203916,6.284497229309104,6.286084105028352,6.287665825267677,6.289243684721469,6.290818988299393,6.292393047477408,6.293967176581051,6.295542689009413,6.297120893408488,6.298703089802822,6.300290565694604,6.30188459213953,6.303486419808941,6.305097275047906,6.306718355938997,6.308350828381647,6.309995822197013,6.311654427268346,6.3133276897268455,6.315016608193011,6.316722130083411,6.3184451479927946,6.320186496161295,6.321946947036432,6.323727207939415,6.325527917845104,6.327349644284774,6.3291928803806,6.331058042020519,6.332945465181855,6.334855403411791,6.33678802547241,6.338743413157726,6.340721559289693,6.342722365899834,6.344745642602665,6.346791105166691,6.348858374288267,6.35094697457315,6.353056333730084,6.355185781980239,6.357334551685821,6.359501777200623,6.361686494944759,6.36388764370526,6.366104065163659,6.368334504651115,6.370577612131066,6.372831943408842,6.375095961567043,6.377368038624972,6.379646457419816,6.381929413706675,6.384215018474018,6.386501300470568,6.388786208939047,6.391067616551714,6.393343322542082,6.395611056026663,6.3978684795101435,6.400113192566853,6.402342735690957,6.4045545943073465,6.406746202934768,6.408914949492334,6.411058179740174,6.413173201844605,6.4152572910579115,6.417307694502453,6.419321636048588,6.421296321275625,6.423228942504773,6.425116683892901,6.426956726575699,6.428746253848744,6.430482456374833,6.432162537405862,6.4337837180075415,6.435343242275127,6.436838382528453,6.43826644447455,6.439624772326211,6.440910753865004,6.442121825437332,6.443255476872341,6.444309256310655,6.4452807749331535,6.446167711579254,6.446967817244451,6.447678919447169,6.448298926455321,6.448825831363317,6.449257716010663,6.449592754733674,6.44982921794227,6.449965475514265,6.45,6.449931369630687,6.449758271124301,6.449479502283376,6.449093974379579,6.448600714320488,6.447998866594504,6.447287694990428,6.446466584088756,6.4455350405223095,6.4444926940044125,6.443339298123353,6.442074730902462,6.440698995125708,6.439212218429239,6.437614653159884,6.435906676002192,6.4340887873760675,6.43216161060767,5.56783838939233],"y":[68.96175257731957,69.18430887421245,69.40686517110532,69.6294214679982,69.85197776489107,70.07453406178395,70.29709035867683,70.5196466555697,70.74220295246258,70.96475924935545,71.18731554624833,71.4098718431412,71.63242814003408,71.85498443692697,72.07754073381984,72.30009703071272,72.5226533276056,72.74520962449847,72.96776592139135,73.19032221828422,73.4128785151771,73.63543481206997,73.85799110896285,74.08054740585573,74.3031037027486,74.52565999964148,74.74821629653435,74.97077259342723,75.1933288903201,75.41588518721298,75.63844148410585,75.86099778099873,76.0835540778916,76.30611037478448,76.52866667167736,76.75122296857023,76.97377926546311,77.19633556235598,77.41889185924887,77.64144815614173,77.86400445303462,78.0865607499275,78.30911704682038,78.53167334371325,78.75422964060613,78.976785937499,79.19934223439188,79.42189853128475,79.64445482817763,79.8670111250705,80.08956742196338,80.31212371885626,80.53468001574913,80.75723631264201,80.97979260953488,81.20234890642776,81.42490520332063,81.64746150021351,81.87001779710639,82.09257409399926,82.31513039089214,82.53768668778501,82.76024298467789,82.98279928157078,83.20535557846364,83.42791187535653,83.6504681722494,83.87302446914228,84.09558076603516,84.31813706292803,84.5406933598209,84.76324965671378,84.98580595360666,85.20836225049953,85.43091854739241,85.65347484428528,85.87603114117816,86.09858743807104,86.32114373496391,86.54370003185679,86.76625632874966,86.98881262564254,87.21136892253541,87.43392521942829,87.65648151632116,87.87903781321404,88.10159411010692,88.32415040699979,88.54670670389268,88.76926300078554,88.99181929767843,89.2143755945713,89.43693189146418,89.65948818835706,89.88204448524993,90.10460078214281,90.32715707903569,90.54971337592856,90.77226967282144,90.99482596971431,91.21738226660719,91.43993856350006,91.66249486039294,91.88505115728582,92.10760745417869,92.33016375107157,92.55272004796444,92.77527634485732,92.9978326417502,93.22038893864307,93.44294523553594,93.66550153242882,93.8880578293217,94.11061412621459,94.33317042310745,94.55572672000034,94.7782830168932,95.00083931378609,95.22339561067895,95.44595190757184,95.66850820446471,95.89106450135759,96.11362079825047,96.33617709514334,96.55873339203622,96.78128968892909,97.00384598582197,97.22640228271484,97.22640228271484,97.00384598582197,96.78128968892909,96.55873339203622,96.33617709514334,96.11362079825047,95.89106450135759,95.66850820446471,95.44595190757184,95.22339561067895,95.00083931378609,94.7782830168932,94.55572672000034,94.33317042310745,94.11061412621459,93.8880578293217,93.66550153242882,93.44294523553594,93.22038893864307,92.9978326417502,92.77527634485732,92.55272004796444,92.33016375107157,92.10760745417869,91.88505115728582,91.66249486039294,91.43993856350006,91.21738226660719,90.99482596971431,90.77226967282144,90.54971337592856,90.32715707903569,90.10460078214281,89.88204448524993,89.65948818835706,89.43693189146418,89.2143755945713,88.99181929767843,88.76926300078554,88.54670670389268,88.32415040699979,88.10159411010692,87.87903781321404,87.65648151632116,87.43392521942829,87.21136892253541,86.98881262564254,86.76625632874966,86.54370003185679,86.32114373496391,86.09858743807104,85.87603114117816,85.65347484428528,85.43091854739241,85.20836225049953,84.98580595360666,84.76324965671378,84.5406933598209,84.31813706292803,84.09558076603516,83.87302446914228,83.6504681722494,83.42791187535653,83.20535557846364,82.98279928157078,82.76024298467789,82.53768668778501,82.31513039089214,82.09257409399926,81.87001779710639,81.64746150021351,81.42490520332063,81.20234890642776,80.97979260953488,80.75723631264201,80.53468001574913,80.31212371885626,80.08956742196338,79.8670111250705,79.64445482817763,79.42189853128475,79.19934223439188,78.976785937499,78.75422964060613,78.53167334371325,78.30911704682038,78.0865607499275,77.86400445303462,77.64144815614173,77.41889185924887,77.19633556235598,76.97377926546311,76.75122296857023,76.52866667167736,76.30611037478448,76.0835540778916,75.86099778099873,75.63844148410585,75.41588518721298,75.1933288903201,74.97077259342723,74.74821629653435,74.52565999964148,74.3031037027486,74.08054740585573,73.85799110896285,73.63543481206997,73.4128785151771,73.19032221828422,72.96776592139135,72.74520962449847,72.5226533276056,72.30009703071272,72.07754073381984,71.85498443692697,71.63242814003408,71.4098718431412,71.18731554624833,70.96475924935545,70.74220295246258,70.5196466555697,70.29709035867683,70.07453406178395,69.85197776489107,69.6294214679982,69.40686517110532,69.18430887421245,68.96175257731957,68.96175257731957],"scored_count":3,"cluster_size":3},{"cluster_label":"C1.8","color":"#7f7f7f","x":[6.55,7.45],"y":[94.77484893798828,94.77484893798828],"scored_count":1,"cluster_size":1}],"selected":[{"model":"PaT90_bmr7191__AlphaFlowMD__0077","source_path":"[private source path] 12. Cluster confidence distributions. Colored outlines show eligible cluster members with confidence scores; black dots mark the displayed models. Eligible models ranked by &lt;pLDDT&gt;; representative selection follows the recorded source scope. Detected terminal residues are excluded from fitting and medoid selection; all residues remain visible. Unscored-only clusters show their unscored structural medoid without a confidence violin."}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2_workflow-pptx-lhap4l6l/slideLayouts/_rels/slideLayout1.xml.rels><?xml version='1.0' encoding='utf-8'?>
<Relationships xmlns="http://schemas.openxmlformats.org/package/2006/relationships"><Relationship Type="http://schemas.openxmlformats.org/officeDocument/2006/relationships/slideMaster" Target="../slideMasters/slideMaster1.xml" Id="R37e1ab0254bb4ac4" /></Relationships>
</file>

<file path=ppt/workflow_addition_12_workflow-pptx-lhap4l6l/slideLayouts/_rels/slideLayout2.xml.rels><?xml version='1.0' encoding='utf-8'?>
<Relationships xmlns="http://schemas.openxmlformats.org/package/2006/relationships"><Relationship Type="http://schemas.openxmlformats.org/officeDocument/2006/relationships/slideMaster" Target="../slideMasters/slideMaster1.xml" Id="Rf12a428471714ed7" /></Relationships>
</file>

<file path=ppt/workflow_addition_12_workflow-pptx-lhap4l6l/slideLayouts/_rels/slideLayout3.xml.rels><?xml version='1.0' encoding='utf-8'?>
<Relationships xmlns="http://schemas.openxmlformats.org/package/2006/relationships"><Relationship Type="http://schemas.openxmlformats.org/officeDocument/2006/relationships/slideMaster" Target="../slideMasters/slideMaster1.xml" Id="R2636272e372f464b" /></Relationships>
</file>

<file path=ppt/workflow_addition_12_workflow-pptx-lhap4l6l/slideLayouts/_rels/slideLayout4.xml.rels><?xml version='1.0' encoding='utf-8'?>
<Relationships xmlns="http://schemas.openxmlformats.org/package/2006/relationships"><Relationship Type="http://schemas.openxmlformats.org/officeDocument/2006/relationships/slideMaster" Target="../slideMasters/slideMaster1.xml" Id="R6090da272ae74e03" /></Relationships>
</file>

<file path=ppt/workflow_addition_12_workflow-pptx-lhap4l6l/slideLayouts/_rels/slideLayout5.xml.rels><?xml version='1.0' encoding='utf-8'?>
<Relationships xmlns="http://schemas.openxmlformats.org/package/2006/relationships"><Relationship Type="http://schemas.openxmlformats.org/officeDocument/2006/relationships/slideMaster" Target="../slideMasters/slideMaster1.xml" Id="R24fd7f5132a44bb1" /></Relationships>
</file>

<file path=ppt/workflow_addition_12_workflow-pptx-lhap4l6l/slideLayouts/_rels/slideLayout6.xml.rels><?xml version='1.0' encoding='utf-8'?>
<Relationships xmlns="http://schemas.openxmlformats.org/package/2006/relationships"><Relationship Type="http://schemas.openxmlformats.org/officeDocument/2006/relationships/slideMaster" Target="../slideMasters/slideMaster1.xml" Id="R6b716cf5b8894dc8" /></Relationships>
</file>

<file path=ppt/workflow_addition_12_workflow-pptx-lhap4l6l/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36D51F-9474-488C-B201-2F7045B226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1B79B6-7D63-4287-8138-7407F4F59D9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2_workflow-pptx-lhap4l6l/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CE80B9E-1CCD-47D9-86C3-A501AC8FB9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2_workflow-pptx-lhap4l6l/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C84346-15F3-484E-928E-253D93A9E0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6CCCD9D-C0F7-404B-A909-24CC83537AD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2_workflow-pptx-lhap4l6l/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411C87-9B12-4034-A4FD-BD032EBBB8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D1E76C-91BF-4FEB-9977-E2018588E4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CBCC3D5-F717-46E8-A107-9276DCF9FAD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2_workflow-pptx-lhap4l6l/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2FCB81-C137-4F06-8D4A-E2BC1F110B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4173C8-3797-43AD-9DC8-4A4905F00E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2_workflow-pptx-lhap4l6l/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2_workflow-pptx-lhap4l6l/slideMasters/_rels/slideMaster1.xml.rels><?xml version='1.0' encoding='utf-8'?>
<Relationships xmlns="http://schemas.openxmlformats.org/package/2006/relationships"><Relationship Type="http://schemas.openxmlformats.org/officeDocument/2006/relationships/theme" Target="theme/theme2.xml" Id="R6b3491f88c9749fc" /><Relationship Type="http://schemas.openxmlformats.org/officeDocument/2006/relationships/slideLayout" Target="../slideLayouts/slideLayout1.xml" Id="R9c05f82d84e44cbe" /><Relationship Type="http://schemas.openxmlformats.org/officeDocument/2006/relationships/slideLayout" Target="../slideLayouts/slideLayout2.xml" Id="R2deca0fea2644db5" /><Relationship Type="http://schemas.openxmlformats.org/officeDocument/2006/relationships/slideLayout" Target="../slideLayouts/slideLayout3.xml" Id="Reaae80b1b7fd4775" /><Relationship Type="http://schemas.openxmlformats.org/officeDocument/2006/relationships/slideLayout" Target="../slideLayouts/slideLayout4.xml" Id="R6f4f9b626fca41b4" /><Relationship Type="http://schemas.openxmlformats.org/officeDocument/2006/relationships/slideLayout" Target="../slideLayouts/slideLayout5.xml" Id="R7f4a5d032a624472" /><Relationship Type="http://schemas.openxmlformats.org/officeDocument/2006/relationships/slideLayout" Target="../slideLayouts/slideLayout6.xml" Id="Rf52737b1cbd14238" /></Relationships>
</file>

<file path=ppt/workflow_addition_12_workflow-pptx-lhap4l6l/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05f82d84e44cbe"/>
    <p:sldLayoutId xmlns:r="http://schemas.openxmlformats.org/officeDocument/2006/relationships" id="2147483650" r:id="R2deca0fea2644db5"/>
    <p:sldLayoutId xmlns:r="http://schemas.openxmlformats.org/officeDocument/2006/relationships" id="2147483651" r:id="Reaae80b1b7fd4775"/>
    <p:sldLayoutId xmlns:r="http://schemas.openxmlformats.org/officeDocument/2006/relationships" id="2147483652" r:id="R6f4f9b626fca41b4"/>
    <p:sldLayoutId xmlns:r="http://schemas.openxmlformats.org/officeDocument/2006/relationships" id="2147483653" r:id="R7f4a5d032a624472"/>
    <p:sldLayoutId xmlns:r="http://schemas.openxmlformats.org/officeDocument/2006/relationships" id="2147483654" r:id="Rf52737b1cbd142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2_workflow-pptx-lhap4l6l/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2_workflow-pptx-lhap4l6l/slides/charts/_rels/chart1.xml.rels><?xml version='1.0' encoding='utf-8'?>
<Relationships xmlns="http://schemas.openxmlformats.org/package/2006/relationships"><Relationship Id="rIdConfidenceData" Type="http://schemas.openxmlformats.org/officeDocument/2006/relationships/package" Target="../../embeddings/confidence-chart-1.xlsx" /></Relationships>
</file>

<file path=ppt/workflow_addition_12_workflow-pptx-lhap4l6l/slides/charts/chart1.xml><?xml version="1.0" encoding="utf-8"?>
<c:chartSpace xmlns:a="http://schemas.openxmlformats.org/drawingml/2006/main" xmlns:c="http://schemas.openxmlformats.org/drawingml/2006/chart" xmlns:r="http://schemas.openxmlformats.org/officeDocument/2006/relationships">
  <c:lang val="en-US"/>
  <c:chart>
    <c:plotArea>
      <c:layout>
        <c:manualLayout>
          <c:layoutTarget val="inner"/>
          <c:xMode val="factor"/>
          <c:yMode val="factor"/>
          <c:wMode val="factor"/>
          <c:hMode val="factor"/>
          <c:x val=".075"/>
          <c:y val=".04"/>
          <c:w val=".91"/>
          <c:h val=".91"/>
        </c:manualLayout>
      </c:layout>
      <c:scatterChart>
        <c:scatterStyle val="lineMarker"/>
        <c:varyColors val="0"/>
        <c:ser>
          <c:idx val="0"/>
          <c:order val="0"/>
          <c:tx>
            <c:v>C1.1</c:v>
          </c:tx>
          <c:spPr>
            <a:solidFill>
              <a:srgbClr val="1F77B4"/>
            </a:solidFill>
            <a:ln w="23813">
              <a:solidFill>
                <a:srgbClr val="1F77B4"/>
              </a:solidFill>
            </a:ln>
          </c:spPr>
          <c:marker>
            <c:symbol val="none"/>
          </c:marker>
          <c:xVal>
            <c:numRef>
              <c:f>'Chart Data'!$A$2:$A$258</c:f>
              <c:numCache>
                <c:formatCode>General</c:formatCode>
                <c:ptCount val="257"/>
                <c:pt idx="0">
                  <c:v>-0.0003542985170307</c:v>
                </c:pt>
                <c:pt idx="1">
                  <c:v>-0.0003814689318383</c:v>
                </c:pt>
                <c:pt idx="2">
                  <c:v>-0.0004067380645976</c:v>
                </c:pt>
                <c:pt idx="3">
                  <c:v>-0.0004330652264265</c:v>
                </c:pt>
                <c:pt idx="4">
                  <c:v>-0.0004637070643051</c:v>
                </c:pt>
                <c:pt idx="5">
                  <c:v>-0.0005015293967234</c:v>
                </c:pt>
                <c:pt idx="6">
                  <c:v>-0.0005484974531792</c:v>
                </c:pt>
                <c:pt idx="7">
                  <c:v>-0.0006055016211886</c:v>
                </c:pt>
                <c:pt idx="8">
                  <c:v>-0.0006725700407414</c:v>
                </c:pt>
                <c:pt idx="9">
                  <c:v>-0.0007494047208796</c:v>
                </c:pt>
                <c:pt idx="10">
                  <c:v>-0.0008360846046735</c:v>
                </c:pt>
                <c:pt idx="11">
                  <c:v>-0.0009337223731359</c:v>
                </c:pt>
                <c:pt idx="12">
                  <c:v>-0.00104484746655</c:v>
                </c:pt>
                <c:pt idx="13">
                  <c:v>-0.001173322192706</c:v>
                </c:pt>
                <c:pt idx="14">
                  <c:v>-0.001323689557542</c:v>
                </c:pt>
                <c:pt idx="15">
                  <c:v>-0.001499999530569</c:v>
                </c:pt>
                <c:pt idx="16">
                  <c:v>-0.001704337395212</c:v>
                </c:pt>
                <c:pt idx="17">
                  <c:v>-0.001935425839179</c:v>
                </c:pt>
                <c:pt idx="18">
                  <c:v>-0.002187723178129</c:v>
                </c:pt>
                <c:pt idx="19">
                  <c:v>-0.002451351463588</c:v>
                </c:pt>
                <c:pt idx="20">
                  <c:v>-0.002712975220777</c:v>
                </c:pt>
                <c:pt idx="21">
                  <c:v>-0.002957488197365</c:v>
                </c:pt>
                <c:pt idx="22">
                  <c:v>-0.003170151944877</c:v>
                </c:pt>
                <c:pt idx="23">
                  <c:v>-0.003338743004568</c:v>
                </c:pt>
                <c:pt idx="24">
                  <c:v>-0.003455321609818</c:v>
                </c:pt>
                <c:pt idx="25">
                  <c:v>-0.003517388498074</c:v>
                </c:pt>
                <c:pt idx="26">
                  <c:v>-0.003528370165436</c:v>
                </c:pt>
                <c:pt idx="27">
                  <c:v>-0.003497499410375</c:v>
                </c:pt>
                <c:pt idx="28">
                  <c:v>-0.00343920895989</c:v>
                </c:pt>
                <c:pt idx="29">
                  <c:v>-0.003372145403852</c:v>
                </c:pt>
                <c:pt idx="30">
                  <c:v>-0.00331787833797</c:v>
                </c:pt>
                <c:pt idx="31">
                  <c:v>-0.003299368169974</c:v>
                </c:pt>
                <c:pt idx="32">
                  <c:v>-0.003339293049573</c:v>
                </c:pt>
                <c:pt idx="33">
                  <c:v>-0.0034584233278</c:v>
                </c:pt>
                <c:pt idx="34">
                  <c:v>-0.003674345059673</c:v>
                </c:pt>
                <c:pt idx="35">
                  <c:v>-0.004000922673484</c:v>
                </c:pt>
                <c:pt idx="36">
                  <c:v>-0.004448896257242</c:v>
                </c:pt>
                <c:pt idx="37">
                  <c:v>-0.005027887342982</c:v>
                </c:pt>
                <c:pt idx="38">
                  <c:v>-0.005749834627206</c:v>
                </c:pt>
                <c:pt idx="39">
                  <c:v>-0.006633543701547</c:v>
                </c:pt>
                <c:pt idx="40">
                  <c:v>-0.007709696025098</c:v>
                </c:pt>
                <c:pt idx="41">
                  <c:v>-0.009025413975093</c:v>
                </c:pt>
                <c:pt idx="42">
                  <c:v>-0.01064739388823</c:v>
                </c:pt>
                <c:pt idx="43">
                  <c:v>-0.01266274198219</c:v>
                </c:pt>
                <c:pt idx="44">
                  <c:v>-0.01517700205657</c:v>
                </c:pt>
                <c:pt idx="45">
                  <c:v>-0.01830945572899</c:v>
                </c:pt>
                <c:pt idx="46">
                  <c:v>-0.02218657629177</c:v>
                </c:pt>
                <c:pt idx="47">
                  <c:v>-0.02693541245976</c:v>
                </c:pt>
                <c:pt idx="48">
                  <c:v>-0.03267942266326</c:v>
                </c:pt>
                <c:pt idx="49">
                  <c:v>-0.0395394993205</c:v>
                </c:pt>
                <c:pt idx="50">
                  <c:v>-0.04764220758424</c:v>
                </c:pt>
                <c:pt idx="51">
                  <c:v>-0.05713536042291</c:v>
                </c:pt>
                <c:pt idx="52">
                  <c:v>-0.06820807769926</c:v>
                </c:pt>
                <c:pt idx="53">
                  <c:v>-0.08110905249959</c:v>
                </c:pt>
                <c:pt idx="54">
                  <c:v>-0.09615394957843</c:v>
                </c:pt>
                <c:pt idx="55">
                  <c:v>-0.1137119481873</c:v>
                </c:pt>
                <c:pt idx="56">
                  <c:v>-0.1341634372348</c:v>
                </c:pt>
                <c:pt idx="57">
                  <c:v>-0.1578261454174</c:v>
                </c:pt>
                <c:pt idx="58">
                  <c:v>-0.1848550126796</c:v>
                </c:pt>
                <c:pt idx="59">
                  <c:v>-0.2151304432111</c:v>
                </c:pt>
                <c:pt idx="60">
                  <c:v>-0.2481580771954</c:v>
                </c:pt>
                <c:pt idx="61">
                  <c:v>-0.2830083599712</c:v>
                </c:pt>
                <c:pt idx="62">
                  <c:v>-0.3183235329754</c:v>
                </c:pt>
                <c:pt idx="63">
                  <c:v>-0.3524114704035</c:v>
                </c:pt>
                <c:pt idx="64">
                  <c:v>-0.3834297553079</c:v>
                </c:pt>
                <c:pt idx="65">
                  <c:v>-0.4096414650803</c:v>
                </c:pt>
                <c:pt idx="66">
                  <c:v>-0.4297007930182</c:v>
                </c:pt>
                <c:pt idx="67">
                  <c:v>-0.4429083308116</c:v>
                </c:pt>
                <c:pt idx="68">
                  <c:v>-0.4493694653143</c:v>
                </c:pt>
                <c:pt idx="69">
                  <c:v>-0.45</c:v>
                </c:pt>
                <c:pt idx="70">
                  <c:v>-0.4463519410429</c:v>
                </c:pt>
                <c:pt idx="71">
                  <c:v>-0.4402752236155</c:v>
                </c:pt>
                <c:pt idx="72">
                  <c:v>-0.4334784847285</c:v>
                </c:pt>
                <c:pt idx="73">
                  <c:v>-0.4270905005982</c:v>
                </c:pt>
                <c:pt idx="74">
                  <c:v>-0.4213396665383</c:v>
                </c:pt>
                <c:pt idx="75">
                  <c:v>-0.4154519140001</c:v>
                </c:pt>
                <c:pt idx="76">
                  <c:v>-0.4078165754226</c:v>
                </c:pt>
                <c:pt idx="77">
                  <c:v>-0.3963957709034</c:v>
                </c:pt>
                <c:pt idx="78">
                  <c:v>-0.3792777430769</c:v>
                </c:pt>
                <c:pt idx="79">
                  <c:v>-0.355224576902</c:v>
                </c:pt>
                <c:pt idx="80">
                  <c:v>-0.3240604081737</c:v>
                </c:pt>
                <c:pt idx="81">
                  <c:v>-0.2867923345544</c:v>
                </c:pt>
                <c:pt idx="82">
                  <c:v>-0.2454379816862</c:v>
                </c:pt>
                <c:pt idx="83">
                  <c:v>-0.2026216999301</c:v>
                </c:pt>
                <c:pt idx="84">
                  <c:v>-0.1610640819151</c:v>
                </c:pt>
                <c:pt idx="85">
                  <c:v>-0.1231065849644</c:v>
                </c:pt>
                <c:pt idx="86">
                  <c:v>-0.09038341076073</c:v>
                </c:pt>
                <c:pt idx="87">
                  <c:v>-0.06369316580934</c:v>
                </c:pt>
                <c:pt idx="88">
                  <c:v>-0.04305854803393</c:v>
                </c:pt>
                <c:pt idx="89">
                  <c:v>-0.0279156825224</c:v>
                </c:pt>
                <c:pt idx="90">
                  <c:v>-0.01735680068247</c:v>
                </c:pt>
                <c:pt idx="91">
                  <c:v>-0.01035882770342</c:v>
                </c:pt>
                <c:pt idx="92">
                  <c:v>-0.005955431861956</c:v>
                </c:pt>
                <c:pt idx="93">
                  <c:v>-0.00333831912796</c:v>
                </c:pt>
                <c:pt idx="94">
                  <c:v>-0.001895404403234</c:v>
                </c:pt>
                <c:pt idx="95">
                  <c:v>-0.001204925226356</c:v>
                </c:pt>
                <c:pt idx="96">
                  <c:v>-0.001006472849402</c:v>
                </c:pt>
                <c:pt idx="97">
                  <c:v>-0.001165824706213</c:v>
                </c:pt>
                <c:pt idx="98">
                  <c:v>-0.001644204455264</c:v>
                </c:pt>
                <c:pt idx="99">
                  <c:v>-0.002476871334334</c:v>
                </c:pt>
                <c:pt idx="100">
                  <c:v>-0.003761924323108</c:v>
                </c:pt>
                <c:pt idx="101">
                  <c:v>-0.005657864796034</c:v>
                </c:pt>
                <c:pt idx="102">
                  <c:v>-0.008387133658263</c:v>
                </c:pt>
                <c:pt idx="103">
                  <c:v>-0.01224178154818</c:v>
                </c:pt>
                <c:pt idx="104">
                  <c:v>-0.01758620415847</c:v>
                </c:pt>
                <c:pt idx="105">
                  <c:v>-0.02485056908822</c:v>
                </c:pt>
                <c:pt idx="106">
                  <c:v>-0.0345078550201</c:v>
                </c:pt>
                <c:pt idx="107">
                  <c:v>-0.04702843595997</c:v>
                </c:pt>
                <c:pt idx="108">
                  <c:v>-0.06281000892941</c:v>
                </c:pt>
                <c:pt idx="109">
                  <c:v>-0.08208786320991</c:v>
                </c:pt>
                <c:pt idx="110">
                  <c:v>-0.1048400983279</c:v>
                </c:pt>
                <c:pt idx="111">
                  <c:v>-0.1307116351065</c:v>
                </c:pt>
                <c:pt idx="112">
                  <c:v>-0.1589854011721</c:v>
                </c:pt>
                <c:pt idx="113">
                  <c:v>-0.1886244157188</c:v>
                </c:pt>
                <c:pt idx="114">
                  <c:v>-0.218392282964</c:v>
                </c:pt>
                <c:pt idx="115">
                  <c:v>-0.2470339685776</c:v>
                </c:pt>
                <c:pt idx="116">
                  <c:v>-0.2734714086351</c:v>
                </c:pt>
                <c:pt idx="117">
                  <c:v>-0.2969512869025</c:v>
                </c:pt>
                <c:pt idx="118">
                  <c:v>-0.3170865888836</c:v>
                </c:pt>
                <c:pt idx="119">
                  <c:v>-0.3337641019281</c:v>
                </c:pt>
                <c:pt idx="120">
                  <c:v>-0.3469402582758</c:v>
                </c:pt>
                <c:pt idx="121">
                  <c:v>-0.3563993761385</c:v>
                </c:pt>
                <c:pt idx="122">
                  <c:v>-0.3615777852647</c:v>
                </c:pt>
                <c:pt idx="123">
                  <c:v>-0.3615463768562</c:v>
                </c:pt>
                <c:pt idx="124">
                  <c:v>-0.3551907403243</c:v>
                </c:pt>
                <c:pt idx="125">
                  <c:v>-0.3415503329686</c:v>
                </c:pt>
                <c:pt idx="126">
                  <c:v>-0.320208180738</c:v>
                </c:pt>
                <c:pt idx="127">
                  <c:v>-0.2915920767695</c:v>
                </c:pt>
                <c:pt idx="128">
                  <c:v>0.2915920767695</c:v>
                </c:pt>
                <c:pt idx="129">
                  <c:v>0.320208180738</c:v>
                </c:pt>
                <c:pt idx="130">
                  <c:v>0.3415503329686</c:v>
                </c:pt>
                <c:pt idx="131">
                  <c:v>0.3551907403243</c:v>
                </c:pt>
                <c:pt idx="132">
                  <c:v>0.3615463768562</c:v>
                </c:pt>
                <c:pt idx="133">
                  <c:v>0.3615777852647</c:v>
                </c:pt>
                <c:pt idx="134">
                  <c:v>0.3563993761385</c:v>
                </c:pt>
                <c:pt idx="135">
                  <c:v>0.3469402582758</c:v>
                </c:pt>
                <c:pt idx="136">
                  <c:v>0.3337641019281</c:v>
                </c:pt>
                <c:pt idx="137">
                  <c:v>0.3170865888836</c:v>
                </c:pt>
                <c:pt idx="138">
                  <c:v>0.2969512869025</c:v>
                </c:pt>
                <c:pt idx="139">
                  <c:v>0.2734714086351</c:v>
                </c:pt>
                <c:pt idx="140">
                  <c:v>0.2470339685776</c:v>
                </c:pt>
                <c:pt idx="141">
                  <c:v>0.218392282964</c:v>
                </c:pt>
                <c:pt idx="142">
                  <c:v>0.1886244157188</c:v>
                </c:pt>
                <c:pt idx="143">
                  <c:v>0.1589854011721</c:v>
                </c:pt>
                <c:pt idx="144">
                  <c:v>0.1307116351065</c:v>
                </c:pt>
                <c:pt idx="145">
                  <c:v>0.1048400983279</c:v>
                </c:pt>
                <c:pt idx="146">
                  <c:v>0.08208786320991</c:v>
                </c:pt>
                <c:pt idx="147">
                  <c:v>0.06281000892941</c:v>
                </c:pt>
                <c:pt idx="148">
                  <c:v>0.04702843595997</c:v>
                </c:pt>
                <c:pt idx="149">
                  <c:v>0.0345078550201</c:v>
                </c:pt>
                <c:pt idx="150">
                  <c:v>0.02485056908822</c:v>
                </c:pt>
                <c:pt idx="151">
                  <c:v>0.01758620415847</c:v>
                </c:pt>
                <c:pt idx="152">
                  <c:v>0.01224178154818</c:v>
                </c:pt>
                <c:pt idx="153">
                  <c:v>0.008387133658263</c:v>
                </c:pt>
                <c:pt idx="154">
                  <c:v>0.005657864796034</c:v>
                </c:pt>
                <c:pt idx="155">
                  <c:v>0.003761924323108</c:v>
                </c:pt>
                <c:pt idx="156">
                  <c:v>0.002476871334334</c:v>
                </c:pt>
                <c:pt idx="157">
                  <c:v>0.001644204455264</c:v>
                </c:pt>
                <c:pt idx="158">
                  <c:v>0.001165824706213</c:v>
                </c:pt>
                <c:pt idx="159">
                  <c:v>0.001006472849402</c:v>
                </c:pt>
                <c:pt idx="160">
                  <c:v>0.001204925226356</c:v>
                </c:pt>
                <c:pt idx="161">
                  <c:v>0.001895404403234</c:v>
                </c:pt>
                <c:pt idx="162">
                  <c:v>0.00333831912796</c:v>
                </c:pt>
                <c:pt idx="163">
                  <c:v>0.005955431861956</c:v>
                </c:pt>
                <c:pt idx="164">
                  <c:v>0.01035882770342</c:v>
                </c:pt>
                <c:pt idx="165">
                  <c:v>0.01735680068247</c:v>
                </c:pt>
                <c:pt idx="166">
                  <c:v>0.0279156825224</c:v>
                </c:pt>
                <c:pt idx="167">
                  <c:v>0.04305854803393</c:v>
                </c:pt>
                <c:pt idx="168">
                  <c:v>0.06369316580934</c:v>
                </c:pt>
                <c:pt idx="169">
                  <c:v>0.09038341076073</c:v>
                </c:pt>
                <c:pt idx="170">
                  <c:v>0.1231065849644</c:v>
                </c:pt>
                <c:pt idx="171">
                  <c:v>0.1610640819151</c:v>
                </c:pt>
                <c:pt idx="172">
                  <c:v>0.2026216999301</c:v>
                </c:pt>
                <c:pt idx="173">
                  <c:v>0.2454379816862</c:v>
                </c:pt>
                <c:pt idx="174">
                  <c:v>0.2867923345544</c:v>
                </c:pt>
                <c:pt idx="175">
                  <c:v>0.3240604081737</c:v>
                </c:pt>
                <c:pt idx="176">
                  <c:v>0.355224576902</c:v>
                </c:pt>
                <c:pt idx="177">
                  <c:v>0.3792777430769</c:v>
                </c:pt>
                <c:pt idx="178">
                  <c:v>0.3963957709034</c:v>
                </c:pt>
                <c:pt idx="179">
                  <c:v>0.4078165754226</c:v>
                </c:pt>
                <c:pt idx="180">
                  <c:v>0.4154519140001</c:v>
                </c:pt>
                <c:pt idx="181">
                  <c:v>0.4213396665383</c:v>
                </c:pt>
                <c:pt idx="182">
                  <c:v>0.4270905005982</c:v>
                </c:pt>
                <c:pt idx="183">
                  <c:v>0.4334784847285</c:v>
                </c:pt>
                <c:pt idx="184">
                  <c:v>0.4402752236155</c:v>
                </c:pt>
                <c:pt idx="185">
                  <c:v>0.4463519410429</c:v>
                </c:pt>
                <c:pt idx="186">
                  <c:v>0.45</c:v>
                </c:pt>
                <c:pt idx="187">
                  <c:v>0.4493694653143</c:v>
                </c:pt>
                <c:pt idx="188">
                  <c:v>0.4429083308116</c:v>
                </c:pt>
                <c:pt idx="189">
                  <c:v>0.4297007930182</c:v>
                </c:pt>
                <c:pt idx="190">
                  <c:v>0.4096414650803</c:v>
                </c:pt>
                <c:pt idx="191">
                  <c:v>0.3834297553079</c:v>
                </c:pt>
                <c:pt idx="192">
                  <c:v>0.3524114704035</c:v>
                </c:pt>
                <c:pt idx="193">
                  <c:v>0.3183235329754</c:v>
                </c:pt>
                <c:pt idx="194">
                  <c:v>0.2830083599712</c:v>
                </c:pt>
                <c:pt idx="195">
                  <c:v>0.2481580771954</c:v>
                </c:pt>
                <c:pt idx="196">
                  <c:v>0.2151304432111</c:v>
                </c:pt>
                <c:pt idx="197">
                  <c:v>0.1848550126796</c:v>
                </c:pt>
                <c:pt idx="198">
                  <c:v>0.1578261454174</c:v>
                </c:pt>
                <c:pt idx="199">
                  <c:v>0.1341634372348</c:v>
                </c:pt>
                <c:pt idx="200">
                  <c:v>0.1137119481873</c:v>
                </c:pt>
                <c:pt idx="201">
                  <c:v>0.09615394957843</c:v>
                </c:pt>
                <c:pt idx="202">
                  <c:v>0.08110905249959</c:v>
                </c:pt>
                <c:pt idx="203">
                  <c:v>0.06820807769926</c:v>
                </c:pt>
                <c:pt idx="204">
                  <c:v>0.05713536042291</c:v>
                </c:pt>
                <c:pt idx="205">
                  <c:v>0.04764220758424</c:v>
                </c:pt>
                <c:pt idx="206">
                  <c:v>0.0395394993205</c:v>
                </c:pt>
                <c:pt idx="207">
                  <c:v>0.03267942266326</c:v>
                </c:pt>
                <c:pt idx="208">
                  <c:v>0.02693541245976</c:v>
                </c:pt>
                <c:pt idx="209">
                  <c:v>0.02218657629177</c:v>
                </c:pt>
                <c:pt idx="210">
                  <c:v>0.01830945572899</c:v>
                </c:pt>
                <c:pt idx="211">
                  <c:v>0.01517700205657</c:v>
                </c:pt>
                <c:pt idx="212">
                  <c:v>0.01266274198219</c:v>
                </c:pt>
                <c:pt idx="213">
                  <c:v>0.01064739388823</c:v>
                </c:pt>
                <c:pt idx="214">
                  <c:v>0.009025413975093</c:v>
                </c:pt>
                <c:pt idx="215">
                  <c:v>0.007709696025098</c:v>
                </c:pt>
                <c:pt idx="216">
                  <c:v>0.006633543701547</c:v>
                </c:pt>
                <c:pt idx="217">
                  <c:v>0.005749834627206</c:v>
                </c:pt>
                <c:pt idx="218">
                  <c:v>0.005027887342982</c:v>
                </c:pt>
                <c:pt idx="219">
                  <c:v>0.004448896257242</c:v>
                </c:pt>
                <c:pt idx="220">
                  <c:v>0.004000922673484</c:v>
                </c:pt>
                <c:pt idx="221">
                  <c:v>0.003674345059673</c:v>
                </c:pt>
                <c:pt idx="222">
                  <c:v>0.0034584233278</c:v>
                </c:pt>
                <c:pt idx="223">
                  <c:v>0.003339293049573</c:v>
                </c:pt>
                <c:pt idx="224">
                  <c:v>0.003299368169974</c:v>
                </c:pt>
                <c:pt idx="225">
                  <c:v>0.00331787833797</c:v>
                </c:pt>
                <c:pt idx="226">
                  <c:v>0.003372145403852</c:v>
                </c:pt>
                <c:pt idx="227">
                  <c:v>0.00343920895989</c:v>
                </c:pt>
                <c:pt idx="228">
                  <c:v>0.003497499410375</c:v>
                </c:pt>
                <c:pt idx="229">
                  <c:v>0.003528370165436</c:v>
                </c:pt>
                <c:pt idx="230">
                  <c:v>0.003517388498074</c:v>
                </c:pt>
                <c:pt idx="231">
                  <c:v>0.003455321609818</c:v>
                </c:pt>
                <c:pt idx="232">
                  <c:v>0.003338743004568</c:v>
                </c:pt>
                <c:pt idx="233">
                  <c:v>0.003170151944877</c:v>
                </c:pt>
                <c:pt idx="234">
                  <c:v>0.002957488197365</c:v>
                </c:pt>
                <c:pt idx="235">
                  <c:v>0.002712975220777</c:v>
                </c:pt>
                <c:pt idx="236">
                  <c:v>0.002451351463588</c:v>
                </c:pt>
                <c:pt idx="237">
                  <c:v>0.002187723178129</c:v>
                </c:pt>
                <c:pt idx="238">
                  <c:v>0.001935425839179</c:v>
                </c:pt>
                <c:pt idx="239">
                  <c:v>0.001704337395212</c:v>
                </c:pt>
                <c:pt idx="240">
                  <c:v>0.001499999530569</c:v>
                </c:pt>
                <c:pt idx="241">
                  <c:v>0.001323689557542</c:v>
                </c:pt>
                <c:pt idx="242">
                  <c:v>0.001173322192706</c:v>
                </c:pt>
                <c:pt idx="243">
                  <c:v>0.00104484746655</c:v>
                </c:pt>
                <c:pt idx="244">
                  <c:v>0.0009337223731359</c:v>
                </c:pt>
                <c:pt idx="245">
                  <c:v>0.0008360846046735</c:v>
                </c:pt>
                <c:pt idx="246">
                  <c:v>0.0007494047208796</c:v>
                </c:pt>
                <c:pt idx="247">
                  <c:v>0.0006725700407414</c:v>
                </c:pt>
                <c:pt idx="248">
                  <c:v>0.0006055016211886</c:v>
                </c:pt>
                <c:pt idx="249">
                  <c:v>0.0005484974531792</c:v>
                </c:pt>
                <c:pt idx="250">
                  <c:v>0.0005015293967234</c:v>
                </c:pt>
                <c:pt idx="251">
                  <c:v>0.0004637070643051</c:v>
                </c:pt>
                <c:pt idx="252">
                  <c:v>0.0004330652264265</c:v>
                </c:pt>
                <c:pt idx="253">
                  <c:v>0.0004067380645976</c:v>
                </c:pt>
                <c:pt idx="254">
                  <c:v>0.0003814689318383</c:v>
                </c:pt>
                <c:pt idx="255">
                  <c:v>0.0003542985170307</c:v>
                </c:pt>
                <c:pt idx="256">
                  <c:v>-0.0003542985170307</c:v>
                </c:pt>
              </c:numCache>
            </c:numRef>
          </c:xVal>
          <c:yVal>
            <c:numRef>
              <c:f>'Chart Data'!$B$2:$B$258</c:f>
              <c:numCache>
                <c:formatCode>0.0</c:formatCode>
                <c:ptCount val="257"/>
                <c:pt idx="0">
                  <c:v>45.2944238642</c:v>
                </c:pt>
                <c:pt idx="1">
                  <c:v>45.70937835908</c:v>
                </c:pt>
                <c:pt idx="2">
                  <c:v>46.12433285396</c:v>
                </c:pt>
                <c:pt idx="3">
                  <c:v>46.53928734885</c:v>
                </c:pt>
                <c:pt idx="4">
                  <c:v>46.95424184373</c:v>
                </c:pt>
                <c:pt idx="5">
                  <c:v>47.36919633861</c:v>
                </c:pt>
                <c:pt idx="6">
                  <c:v>47.78415083349</c:v>
                </c:pt>
                <c:pt idx="7">
                  <c:v>48.19910532838</c:v>
                </c:pt>
                <c:pt idx="8">
                  <c:v>48.61405982326</c:v>
                </c:pt>
                <c:pt idx="9">
                  <c:v>49.02901431814</c:v>
                </c:pt>
                <c:pt idx="10">
                  <c:v>49.44396881303</c:v>
                </c:pt>
                <c:pt idx="11">
                  <c:v>49.85892330791</c:v>
                </c:pt>
                <c:pt idx="12">
                  <c:v>50.27387780279</c:v>
                </c:pt>
                <c:pt idx="13">
                  <c:v>50.68883229768</c:v>
                </c:pt>
                <c:pt idx="14">
                  <c:v>51.10378679256</c:v>
                </c:pt>
                <c:pt idx="15">
                  <c:v>51.51874128744</c:v>
                </c:pt>
                <c:pt idx="16">
                  <c:v>51.93369578233</c:v>
                </c:pt>
                <c:pt idx="17">
                  <c:v>52.34865027721</c:v>
                </c:pt>
                <c:pt idx="18">
                  <c:v>52.76360477209</c:v>
                </c:pt>
                <c:pt idx="19">
                  <c:v>53.17855926698</c:v>
                </c:pt>
                <c:pt idx="20">
                  <c:v>53.59351376186</c:v>
                </c:pt>
                <c:pt idx="21">
                  <c:v>54.00846825674</c:v>
                </c:pt>
                <c:pt idx="22">
                  <c:v>54.42342275163</c:v>
                </c:pt>
                <c:pt idx="23">
                  <c:v>54.83837724651</c:v>
                </c:pt>
                <c:pt idx="24">
                  <c:v>55.25333174139</c:v>
                </c:pt>
                <c:pt idx="25">
                  <c:v>55.66828623627</c:v>
                </c:pt>
                <c:pt idx="26">
                  <c:v>56.08324073116</c:v>
                </c:pt>
                <c:pt idx="27">
                  <c:v>56.49819522604</c:v>
                </c:pt>
                <c:pt idx="28">
                  <c:v>56.91314972092</c:v>
                </c:pt>
                <c:pt idx="29">
                  <c:v>57.32810421581</c:v>
                </c:pt>
                <c:pt idx="30">
                  <c:v>57.74305871069</c:v>
                </c:pt>
                <c:pt idx="31">
                  <c:v>58.15801320557</c:v>
                </c:pt>
                <c:pt idx="32">
                  <c:v>58.57296770046</c:v>
                </c:pt>
                <c:pt idx="33">
                  <c:v>58.98792219534</c:v>
                </c:pt>
                <c:pt idx="34">
                  <c:v>59.40287669022</c:v>
                </c:pt>
                <c:pt idx="35">
                  <c:v>59.81783118511</c:v>
                </c:pt>
                <c:pt idx="36">
                  <c:v>60.23278567999</c:v>
                </c:pt>
                <c:pt idx="37">
                  <c:v>60.64774017487</c:v>
                </c:pt>
                <c:pt idx="38">
                  <c:v>61.06269466976</c:v>
                </c:pt>
                <c:pt idx="39">
                  <c:v>61.47764916464</c:v>
                </c:pt>
                <c:pt idx="40">
                  <c:v>61.89260365952</c:v>
                </c:pt>
                <c:pt idx="41">
                  <c:v>62.3075581544</c:v>
                </c:pt>
                <c:pt idx="42">
                  <c:v>62.72251264929</c:v>
                </c:pt>
                <c:pt idx="43">
                  <c:v>63.13746714417</c:v>
                </c:pt>
                <c:pt idx="44">
                  <c:v>63.55242163905</c:v>
                </c:pt>
                <c:pt idx="45">
                  <c:v>63.96737613394</c:v>
                </c:pt>
                <c:pt idx="46">
                  <c:v>64.38233062882</c:v>
                </c:pt>
                <c:pt idx="47">
                  <c:v>64.7972851237</c:v>
                </c:pt>
                <c:pt idx="48">
                  <c:v>65.21223961859</c:v>
                </c:pt>
                <c:pt idx="49">
                  <c:v>65.62719411347</c:v>
                </c:pt>
                <c:pt idx="50">
                  <c:v>66.04214860835</c:v>
                </c:pt>
                <c:pt idx="51">
                  <c:v>66.45710310324</c:v>
                </c:pt>
                <c:pt idx="52">
                  <c:v>66.87205759812</c:v>
                </c:pt>
                <c:pt idx="53">
                  <c:v>67.287012093</c:v>
                </c:pt>
                <c:pt idx="54">
                  <c:v>67.70196658789</c:v>
                </c:pt>
                <c:pt idx="55">
                  <c:v>68.11692108277</c:v>
                </c:pt>
                <c:pt idx="56">
                  <c:v>68.53187557765</c:v>
                </c:pt>
                <c:pt idx="57">
                  <c:v>68.94683007254</c:v>
                </c:pt>
                <c:pt idx="58">
                  <c:v>69.36178456742</c:v>
                </c:pt>
                <c:pt idx="59">
                  <c:v>69.7767390623</c:v>
                </c:pt>
                <c:pt idx="60">
                  <c:v>70.19169355718</c:v>
                </c:pt>
                <c:pt idx="61">
                  <c:v>70.60664805207</c:v>
                </c:pt>
                <c:pt idx="62">
                  <c:v>71.02160254695</c:v>
                </c:pt>
                <c:pt idx="63">
                  <c:v>71.43655704183</c:v>
                </c:pt>
                <c:pt idx="64">
                  <c:v>71.85151153672</c:v>
                </c:pt>
                <c:pt idx="65">
                  <c:v>72.2664660316</c:v>
                </c:pt>
                <c:pt idx="66">
                  <c:v>72.68142052648</c:v>
                </c:pt>
                <c:pt idx="67">
                  <c:v>73.09637502137</c:v>
                </c:pt>
                <c:pt idx="68">
                  <c:v>73.51132951625</c:v>
                </c:pt>
                <c:pt idx="69">
                  <c:v>73.92628401113</c:v>
                </c:pt>
                <c:pt idx="70">
                  <c:v>74.34123850602</c:v>
                </c:pt>
                <c:pt idx="71">
                  <c:v>74.7561930009</c:v>
                </c:pt>
                <c:pt idx="72">
                  <c:v>75.17114749578</c:v>
                </c:pt>
                <c:pt idx="73">
                  <c:v>75.58610199067</c:v>
                </c:pt>
                <c:pt idx="74">
                  <c:v>76.00105648555</c:v>
                </c:pt>
                <c:pt idx="75">
                  <c:v>76.41601098043</c:v>
                </c:pt>
                <c:pt idx="76">
                  <c:v>76.83096547532</c:v>
                </c:pt>
                <c:pt idx="77">
                  <c:v>77.2459199702</c:v>
                </c:pt>
                <c:pt idx="78">
                  <c:v>77.66087446508</c:v>
                </c:pt>
                <c:pt idx="79">
                  <c:v>78.07582895996</c:v>
                </c:pt>
                <c:pt idx="80">
                  <c:v>78.49078345485</c:v>
                </c:pt>
                <c:pt idx="81">
                  <c:v>78.90573794973</c:v>
                </c:pt>
                <c:pt idx="82">
                  <c:v>79.32069244461</c:v>
                </c:pt>
                <c:pt idx="83">
                  <c:v>79.7356469395</c:v>
                </c:pt>
                <c:pt idx="84">
                  <c:v>80.15060143438</c:v>
                </c:pt>
                <c:pt idx="85">
                  <c:v>80.56555592926</c:v>
                </c:pt>
                <c:pt idx="86">
                  <c:v>80.98051042415</c:v>
                </c:pt>
                <c:pt idx="87">
                  <c:v>81.39546491903</c:v>
                </c:pt>
                <c:pt idx="88">
                  <c:v>81.81041941391</c:v>
                </c:pt>
                <c:pt idx="89">
                  <c:v>82.2253739088</c:v>
                </c:pt>
                <c:pt idx="90">
                  <c:v>82.64032840368</c:v>
                </c:pt>
                <c:pt idx="91">
                  <c:v>83.05528289856</c:v>
                </c:pt>
                <c:pt idx="92">
                  <c:v>83.47023739345</c:v>
                </c:pt>
                <c:pt idx="93">
                  <c:v>83.88519188833</c:v>
                </c:pt>
                <c:pt idx="94">
                  <c:v>84.30014638321</c:v>
                </c:pt>
                <c:pt idx="95">
                  <c:v>84.71510087809</c:v>
                </c:pt>
                <c:pt idx="96">
                  <c:v>85.13005537298</c:v>
                </c:pt>
                <c:pt idx="97">
                  <c:v>85.54500986786</c:v>
                </c:pt>
                <c:pt idx="98">
                  <c:v>85.95996436274</c:v>
                </c:pt>
                <c:pt idx="99">
                  <c:v>86.37491885763</c:v>
                </c:pt>
                <c:pt idx="100">
                  <c:v>86.78987335251</c:v>
                </c:pt>
                <c:pt idx="101">
                  <c:v>87.20482784739</c:v>
                </c:pt>
                <c:pt idx="102">
                  <c:v>87.61978234228</c:v>
                </c:pt>
                <c:pt idx="103">
                  <c:v>88.03473683716</c:v>
                </c:pt>
                <c:pt idx="104">
                  <c:v>88.44969133204</c:v>
                </c:pt>
                <c:pt idx="105">
                  <c:v>88.86464582693</c:v>
                </c:pt>
                <c:pt idx="106">
                  <c:v>89.27960032181</c:v>
                </c:pt>
                <c:pt idx="107">
                  <c:v>89.69455481669</c:v>
                </c:pt>
                <c:pt idx="108">
                  <c:v>90.10950931158</c:v>
                </c:pt>
                <c:pt idx="109">
                  <c:v>90.52446380646</c:v>
                </c:pt>
                <c:pt idx="110">
                  <c:v>90.93941830134</c:v>
                </c:pt>
                <c:pt idx="111">
                  <c:v>91.35437279623</c:v>
                </c:pt>
                <c:pt idx="112">
                  <c:v>91.76932729111</c:v>
                </c:pt>
                <c:pt idx="113">
                  <c:v>92.18428178599</c:v>
                </c:pt>
                <c:pt idx="114">
                  <c:v>92.59923628087</c:v>
                </c:pt>
                <c:pt idx="115">
                  <c:v>93.01419077576</c:v>
                </c:pt>
                <c:pt idx="116">
                  <c:v>93.42914527064</c:v>
                </c:pt>
                <c:pt idx="117">
                  <c:v>93.84409976552</c:v>
                </c:pt>
                <c:pt idx="118">
                  <c:v>94.25905426041</c:v>
                </c:pt>
                <c:pt idx="119">
                  <c:v>94.67400875529</c:v>
                </c:pt>
                <c:pt idx="120">
                  <c:v>95.08896325017</c:v>
                </c:pt>
                <c:pt idx="121">
                  <c:v>95.50391774506</c:v>
                </c:pt>
                <c:pt idx="122">
                  <c:v>95.91887223994</c:v>
                </c:pt>
                <c:pt idx="123">
                  <c:v>96.33382673482</c:v>
                </c:pt>
                <c:pt idx="124">
                  <c:v>96.74878122971</c:v>
                </c:pt>
                <c:pt idx="125">
                  <c:v>97.16373572459</c:v>
                </c:pt>
                <c:pt idx="126">
                  <c:v>97.57869021947</c:v>
                </c:pt>
                <c:pt idx="127">
                  <c:v>97.99364471436</c:v>
                </c:pt>
                <c:pt idx="128">
                  <c:v>97.99364471436</c:v>
                </c:pt>
                <c:pt idx="129">
                  <c:v>97.57869021947</c:v>
                </c:pt>
                <c:pt idx="130">
                  <c:v>97.16373572459</c:v>
                </c:pt>
                <c:pt idx="131">
                  <c:v>96.74878122971</c:v>
                </c:pt>
                <c:pt idx="132">
                  <c:v>96.33382673482</c:v>
                </c:pt>
                <c:pt idx="133">
                  <c:v>95.91887223994</c:v>
                </c:pt>
                <c:pt idx="134">
                  <c:v>95.50391774506</c:v>
                </c:pt>
                <c:pt idx="135">
                  <c:v>95.08896325017</c:v>
                </c:pt>
                <c:pt idx="136">
                  <c:v>94.67400875529</c:v>
                </c:pt>
                <c:pt idx="137">
                  <c:v>94.25905426041</c:v>
                </c:pt>
                <c:pt idx="138">
                  <c:v>93.84409976552</c:v>
                </c:pt>
                <c:pt idx="139">
                  <c:v>93.42914527064</c:v>
                </c:pt>
                <c:pt idx="140">
                  <c:v>93.01419077576</c:v>
                </c:pt>
                <c:pt idx="141">
                  <c:v>92.59923628087</c:v>
                </c:pt>
                <c:pt idx="142">
                  <c:v>92.18428178599</c:v>
                </c:pt>
                <c:pt idx="143">
                  <c:v>91.76932729111</c:v>
                </c:pt>
                <c:pt idx="144">
                  <c:v>91.35437279623</c:v>
                </c:pt>
                <c:pt idx="145">
                  <c:v>90.93941830134</c:v>
                </c:pt>
                <c:pt idx="146">
                  <c:v>90.52446380646</c:v>
                </c:pt>
                <c:pt idx="147">
                  <c:v>90.10950931158</c:v>
                </c:pt>
                <c:pt idx="148">
                  <c:v>89.69455481669</c:v>
                </c:pt>
                <c:pt idx="149">
                  <c:v>89.27960032181</c:v>
                </c:pt>
                <c:pt idx="150">
                  <c:v>88.86464582693</c:v>
                </c:pt>
                <c:pt idx="151">
                  <c:v>88.44969133204</c:v>
                </c:pt>
                <c:pt idx="152">
                  <c:v>88.03473683716</c:v>
                </c:pt>
                <c:pt idx="153">
                  <c:v>87.61978234228</c:v>
                </c:pt>
                <c:pt idx="154">
                  <c:v>87.20482784739</c:v>
                </c:pt>
                <c:pt idx="155">
                  <c:v>86.78987335251</c:v>
                </c:pt>
                <c:pt idx="156">
                  <c:v>86.37491885763</c:v>
                </c:pt>
                <c:pt idx="157">
                  <c:v>85.95996436274</c:v>
                </c:pt>
                <c:pt idx="158">
                  <c:v>85.54500986786</c:v>
                </c:pt>
                <c:pt idx="159">
                  <c:v>85.13005537298</c:v>
                </c:pt>
                <c:pt idx="160">
                  <c:v>84.71510087809</c:v>
                </c:pt>
                <c:pt idx="161">
                  <c:v>84.30014638321</c:v>
                </c:pt>
                <c:pt idx="162">
                  <c:v>83.88519188833</c:v>
                </c:pt>
                <c:pt idx="163">
                  <c:v>83.47023739345</c:v>
                </c:pt>
                <c:pt idx="164">
                  <c:v>83.05528289856</c:v>
                </c:pt>
                <c:pt idx="165">
                  <c:v>82.64032840368</c:v>
                </c:pt>
                <c:pt idx="166">
                  <c:v>82.2253739088</c:v>
                </c:pt>
                <c:pt idx="167">
                  <c:v>81.81041941391</c:v>
                </c:pt>
                <c:pt idx="168">
                  <c:v>81.39546491903</c:v>
                </c:pt>
                <c:pt idx="169">
                  <c:v>80.98051042415</c:v>
                </c:pt>
                <c:pt idx="170">
                  <c:v>80.56555592926</c:v>
                </c:pt>
                <c:pt idx="171">
                  <c:v>80.15060143438</c:v>
                </c:pt>
                <c:pt idx="172">
                  <c:v>79.7356469395</c:v>
                </c:pt>
                <c:pt idx="173">
                  <c:v>79.32069244461</c:v>
                </c:pt>
                <c:pt idx="174">
                  <c:v>78.90573794973</c:v>
                </c:pt>
                <c:pt idx="175">
                  <c:v>78.49078345485</c:v>
                </c:pt>
                <c:pt idx="176">
                  <c:v>78.07582895996</c:v>
                </c:pt>
                <c:pt idx="177">
                  <c:v>77.66087446508</c:v>
                </c:pt>
                <c:pt idx="178">
                  <c:v>77.2459199702</c:v>
                </c:pt>
                <c:pt idx="179">
                  <c:v>76.83096547532</c:v>
                </c:pt>
                <c:pt idx="180">
                  <c:v>76.41601098043</c:v>
                </c:pt>
                <c:pt idx="181">
                  <c:v>76.00105648555</c:v>
                </c:pt>
                <c:pt idx="182">
                  <c:v>75.58610199067</c:v>
                </c:pt>
                <c:pt idx="183">
                  <c:v>75.17114749578</c:v>
                </c:pt>
                <c:pt idx="184">
                  <c:v>74.7561930009</c:v>
                </c:pt>
                <c:pt idx="185">
                  <c:v>74.34123850602</c:v>
                </c:pt>
                <c:pt idx="186">
                  <c:v>73.92628401113</c:v>
                </c:pt>
                <c:pt idx="187">
                  <c:v>73.51132951625</c:v>
                </c:pt>
                <c:pt idx="188">
                  <c:v>73.09637502137</c:v>
                </c:pt>
                <c:pt idx="189">
                  <c:v>72.68142052648</c:v>
                </c:pt>
                <c:pt idx="190">
                  <c:v>72.2664660316</c:v>
                </c:pt>
                <c:pt idx="191">
                  <c:v>71.85151153672</c:v>
                </c:pt>
                <c:pt idx="192">
                  <c:v>71.43655704183</c:v>
                </c:pt>
                <c:pt idx="193">
                  <c:v>71.02160254695</c:v>
                </c:pt>
                <c:pt idx="194">
                  <c:v>70.60664805207</c:v>
                </c:pt>
                <c:pt idx="195">
                  <c:v>70.19169355718</c:v>
                </c:pt>
                <c:pt idx="196">
                  <c:v>69.7767390623</c:v>
                </c:pt>
                <c:pt idx="197">
                  <c:v>69.36178456742</c:v>
                </c:pt>
                <c:pt idx="198">
                  <c:v>68.94683007254</c:v>
                </c:pt>
                <c:pt idx="199">
                  <c:v>68.53187557765</c:v>
                </c:pt>
                <c:pt idx="200">
                  <c:v>68.11692108277</c:v>
                </c:pt>
                <c:pt idx="201">
                  <c:v>67.70196658789</c:v>
                </c:pt>
                <c:pt idx="202">
                  <c:v>67.287012093</c:v>
                </c:pt>
                <c:pt idx="203">
                  <c:v>66.87205759812</c:v>
                </c:pt>
                <c:pt idx="204">
                  <c:v>66.45710310324</c:v>
                </c:pt>
                <c:pt idx="205">
                  <c:v>66.04214860835</c:v>
                </c:pt>
                <c:pt idx="206">
                  <c:v>65.62719411347</c:v>
                </c:pt>
                <c:pt idx="207">
                  <c:v>65.21223961859</c:v>
                </c:pt>
                <c:pt idx="208">
                  <c:v>64.7972851237</c:v>
                </c:pt>
                <c:pt idx="209">
                  <c:v>64.38233062882</c:v>
                </c:pt>
                <c:pt idx="210">
                  <c:v>63.96737613394</c:v>
                </c:pt>
                <c:pt idx="211">
                  <c:v>63.55242163905</c:v>
                </c:pt>
                <c:pt idx="212">
                  <c:v>63.13746714417</c:v>
                </c:pt>
                <c:pt idx="213">
                  <c:v>62.72251264929</c:v>
                </c:pt>
                <c:pt idx="214">
                  <c:v>62.3075581544</c:v>
                </c:pt>
                <c:pt idx="215">
                  <c:v>61.89260365952</c:v>
                </c:pt>
                <c:pt idx="216">
                  <c:v>61.47764916464</c:v>
                </c:pt>
                <c:pt idx="217">
                  <c:v>61.06269466976</c:v>
                </c:pt>
                <c:pt idx="218">
                  <c:v>60.64774017487</c:v>
                </c:pt>
                <c:pt idx="219">
                  <c:v>60.23278567999</c:v>
                </c:pt>
                <c:pt idx="220">
                  <c:v>59.81783118511</c:v>
                </c:pt>
                <c:pt idx="221">
                  <c:v>59.40287669022</c:v>
                </c:pt>
                <c:pt idx="222">
                  <c:v>58.98792219534</c:v>
                </c:pt>
                <c:pt idx="223">
                  <c:v>58.57296770046</c:v>
                </c:pt>
                <c:pt idx="224">
                  <c:v>58.15801320557</c:v>
                </c:pt>
                <c:pt idx="225">
                  <c:v>57.74305871069</c:v>
                </c:pt>
                <c:pt idx="226">
                  <c:v>57.32810421581</c:v>
                </c:pt>
                <c:pt idx="227">
                  <c:v>56.91314972092</c:v>
                </c:pt>
                <c:pt idx="228">
                  <c:v>56.49819522604</c:v>
                </c:pt>
                <c:pt idx="229">
                  <c:v>56.08324073116</c:v>
                </c:pt>
                <c:pt idx="230">
                  <c:v>55.66828623627</c:v>
                </c:pt>
                <c:pt idx="231">
                  <c:v>55.25333174139</c:v>
                </c:pt>
                <c:pt idx="232">
                  <c:v>54.83837724651</c:v>
                </c:pt>
                <c:pt idx="233">
                  <c:v>54.42342275163</c:v>
                </c:pt>
                <c:pt idx="234">
                  <c:v>54.00846825674</c:v>
                </c:pt>
                <c:pt idx="235">
                  <c:v>53.59351376186</c:v>
                </c:pt>
                <c:pt idx="236">
                  <c:v>53.17855926698</c:v>
                </c:pt>
                <c:pt idx="237">
                  <c:v>52.76360477209</c:v>
                </c:pt>
                <c:pt idx="238">
                  <c:v>52.34865027721</c:v>
                </c:pt>
                <c:pt idx="239">
                  <c:v>51.93369578233</c:v>
                </c:pt>
                <c:pt idx="240">
                  <c:v>51.51874128744</c:v>
                </c:pt>
                <c:pt idx="241">
                  <c:v>51.10378679256</c:v>
                </c:pt>
                <c:pt idx="242">
                  <c:v>50.68883229768</c:v>
                </c:pt>
                <c:pt idx="243">
                  <c:v>50.27387780279</c:v>
                </c:pt>
                <c:pt idx="244">
                  <c:v>49.85892330791</c:v>
                </c:pt>
                <c:pt idx="245">
                  <c:v>49.44396881303</c:v>
                </c:pt>
                <c:pt idx="246">
                  <c:v>49.02901431814</c:v>
                </c:pt>
                <c:pt idx="247">
                  <c:v>48.61405982326</c:v>
                </c:pt>
                <c:pt idx="248">
                  <c:v>48.19910532838</c:v>
                </c:pt>
                <c:pt idx="249">
                  <c:v>47.78415083349</c:v>
                </c:pt>
                <c:pt idx="250">
                  <c:v>47.36919633861</c:v>
                </c:pt>
                <c:pt idx="251">
                  <c:v>46.95424184373</c:v>
                </c:pt>
                <c:pt idx="252">
                  <c:v>46.53928734885</c:v>
                </c:pt>
                <c:pt idx="253">
                  <c:v>46.12433285396</c:v>
                </c:pt>
                <c:pt idx="254">
                  <c:v>45.70937835908</c:v>
                </c:pt>
                <c:pt idx="255">
                  <c:v>45.2944238642</c:v>
                </c:pt>
                <c:pt idx="256">
                  <c:v>45.2944238642</c:v>
                </c:pt>
              </c:numCache>
            </c:numRef>
          </c:yVal>
        </c:ser>
        <c:ser>
          <c:idx val="1"/>
          <c:order val="1"/>
          <c:tx>
            <c:v>C1.2</c:v>
          </c:tx>
          <c:spPr>
            <a:solidFill>
              <a:srgbClr val="FF7F0E"/>
            </a:solidFill>
            <a:ln w="23813">
              <a:solidFill>
                <a:srgbClr val="FF7F0E"/>
              </a:solidFill>
            </a:ln>
          </c:spPr>
          <c:marker>
            <c:symbol val="none"/>
          </c:marker>
          <c:xVal>
            <c:numRef>
              <c:f>'Chart Data'!$C$2:$C$258</c:f>
              <c:numCache>
                <c:formatCode>General</c:formatCode>
                <c:ptCount val="257"/>
                <c:pt idx="0">
                  <c:v>0.9995211697571</c:v>
                </c:pt>
                <c:pt idx="1">
                  <c:v>0.9995106542332</c:v>
                </c:pt>
                <c:pt idx="2">
                  <c:v>0.9995078557473</c:v>
                </c:pt>
                <c:pt idx="3">
                  <c:v>0.9995079514809</c:v>
                </c:pt>
                <c:pt idx="4">
                  <c:v>0.9995050359614</c:v>
                </c:pt>
                <c:pt idx="5">
                  <c:v>0.9994931260146</c:v>
                </c:pt>
                <c:pt idx="6">
                  <c:v>0.9994672065813</c:v>
                </c:pt>
                <c:pt idx="7">
                  <c:v>0.9994240939784</c:v>
                </c:pt>
                <c:pt idx="8">
                  <c:v>0.9993629390853</c:v>
                </c:pt>
                <c:pt idx="9">
                  <c:v>0.9992852806544</c:v>
                </c:pt>
                <c:pt idx="10">
                  <c:v>0.9991946639805</c:v>
                </c:pt>
                <c:pt idx="11">
                  <c:v>0.999095935735</c:v>
                </c:pt>
                <c:pt idx="12">
                  <c:v>0.9989943898303</c:v>
                </c:pt>
                <c:pt idx="13">
                  <c:v>0.9988949589262</c:v>
                </c:pt>
                <c:pt idx="14">
                  <c:v>0.998801619654</c:v>
                </c:pt>
                <c:pt idx="15">
                  <c:v>0.9987171148911</c:v>
                </c:pt>
                <c:pt idx="16">
                  <c:v>0.9986430091305</c:v>
                </c:pt>
                <c:pt idx="17">
                  <c:v>0.9985800034486</c:v>
                </c:pt>
                <c:pt idx="18">
                  <c:v>0.9985283663756</c:v>
                </c:pt>
                <c:pt idx="19">
                  <c:v>0.9984883055575</c:v>
                </c:pt>
                <c:pt idx="20">
                  <c:v>0.9984601253375</c:v>
                </c:pt>
                <c:pt idx="21">
                  <c:v>0.998444088603</c:v>
                </c:pt>
                <c:pt idx="22">
                  <c:v>0.9984400128339</c:v>
                </c:pt>
                <c:pt idx="23">
                  <c:v>0.9984467489534</c:v>
                </c:pt>
                <c:pt idx="24">
                  <c:v>0.998461775248</c:v>
                </c:pt>
                <c:pt idx="25">
                  <c:v>0.9984811475861</c:v>
                </c:pt>
                <c:pt idx="26">
                  <c:v>0.9984999613337</c:v>
                </c:pt>
                <c:pt idx="27">
                  <c:v>0.9985133130511</c:v>
                </c:pt>
                <c:pt idx="28">
                  <c:v>0.998517550287</c:v>
                </c:pt>
                <c:pt idx="29">
                  <c:v>0.9985114369691</c:v>
                </c:pt>
                <c:pt idx="30">
                  <c:v>0.9984968076599</c:v>
                </c:pt>
                <c:pt idx="31">
                  <c:v>0.9984783715617</c:v>
                </c:pt>
                <c:pt idx="32">
                  <c:v>0.9984625414047</c:v>
                </c:pt>
                <c:pt idx="33">
                  <c:v>0.9984554393002</c:v>
                </c:pt>
                <c:pt idx="34">
                  <c:v>0.9984604810205</c:v>
                </c:pt>
                <c:pt idx="35">
                  <c:v>0.9984760792133</c:v>
                </c:pt>
                <c:pt idx="36">
                  <c:v>0.9984939903349</c:v>
                </c:pt>
                <c:pt idx="37">
                  <c:v>0.9984986679947</c:v>
                </c:pt>
                <c:pt idx="38">
                  <c:v>0.9984677308545</c:v>
                </c:pt>
                <c:pt idx="39">
                  <c:v>0.9983733812244</c:v>
                </c:pt>
                <c:pt idx="40">
                  <c:v>0.998184387637</c:v>
                </c:pt>
                <c:pt idx="41">
                  <c:v>0.9978681081058</c:v>
                </c:pt>
                <c:pt idx="42">
                  <c:v>0.9973919838402</c:v>
                </c:pt>
                <c:pt idx="43">
                  <c:v>0.9967239573341</c:v>
                </c:pt>
                <c:pt idx="44">
                  <c:v>0.9958313436592</c:v>
                </c:pt>
                <c:pt idx="45">
                  <c:v>0.9946778045011</c:v>
                </c:pt>
                <c:pt idx="46">
                  <c:v>0.9932182568109</c:v>
                </c:pt>
                <c:pt idx="47">
                  <c:v>0.9913918195238</c:v>
                </c:pt>
                <c:pt idx="48">
                  <c:v>0.9891132822421</c:v>
                </c:pt>
                <c:pt idx="49">
                  <c:v>0.9862640580745</c:v>
                </c:pt>
                <c:pt idx="50">
                  <c:v>0.9826841003629</c:v>
                </c:pt>
                <c:pt idx="51">
                  <c:v>0.9781667097119</c:v>
                </c:pt>
                <c:pt idx="52">
                  <c:v>0.9724583852991</c:v>
                </c:pt>
                <c:pt idx="53">
                  <c:v>0.9652657281481</c:v>
                </c:pt>
                <c:pt idx="54">
                  <c:v>0.9562707692593</c:v>
                </c:pt>
                <c:pt idx="55">
                  <c:v>0.9451549497021</c:v>
                </c:pt>
                <c:pt idx="56">
                  <c:v>0.9316304343208</c:v>
                </c:pt>
                <c:pt idx="57">
                  <c:v>0.9154757527396</c:v>
                </c:pt>
                <c:pt idx="58">
                  <c:v>0.8965713006157</c:v>
                </c:pt>
                <c:pt idx="59">
                  <c:v>0.8749294022341</c:v>
                </c:pt>
                <c:pt idx="60">
                  <c:v>0.8507137557775</c:v>
                </c:pt>
                <c:pt idx="61">
                  <c:v>0.8242442942707</c:v>
                </c:pt>
                <c:pt idx="62">
                  <c:v>0.795985691934</c:v>
                </c:pt>
                <c:pt idx="63">
                  <c:v>0.7665205800226</c:v>
                </c:pt>
                <c:pt idx="64">
                  <c:v>0.7365114854769</c:v>
                </c:pt>
                <c:pt idx="65">
                  <c:v>0.7066579685175</c:v>
                </c:pt>
                <c:pt idx="66">
                  <c:v>0.6776568252879</c:v>
                </c:pt>
                <c:pt idx="67">
                  <c:v>0.6501730473267</c:v>
                </c:pt>
                <c:pt idx="68">
                  <c:v>0.6248271832802</c:v>
                </c:pt>
                <c:pt idx="69">
                  <c:v>0.6022008367999</c:v>
                </c:pt>
                <c:pt idx="70">
                  <c:v>0.5828567489228</c:v>
                </c:pt>
                <c:pt idx="71">
                  <c:v>0.567364355975</c:v>
                </c:pt>
                <c:pt idx="72">
                  <c:v>0.5563175408562</c:v>
                </c:pt>
                <c:pt idx="73">
                  <c:v>0.5503303431187</c:v>
                </c:pt>
                <c:pt idx="74">
                  <c:v>0.55</c:v>
                </c:pt>
                <c:pt idx="75">
                  <c:v>0.5558349264525</c:v>
                </c:pt>
                <c:pt idx="76">
                  <c:v>0.5681564277906</c:v>
                </c:pt>
                <c:pt idx="77">
                  <c:v>0.5869938207657</c:v>
                </c:pt>
                <c:pt idx="78">
                  <c:v>0.6119993448539</c:v>
                </c:pt>
                <c:pt idx="79">
                  <c:v>0.6424087453845</c:v>
                </c:pt>
                <c:pt idx="80">
                  <c:v>0.677064886289</c:v>
                </c:pt>
                <c:pt idx="81">
                  <c:v>0.714507207999</c:v>
                </c:pt>
                <c:pt idx="82">
                  <c:v>0.7531135852897</c:v>
                </c:pt>
                <c:pt idx="83">
                  <c:v>0.7912682291332</c:v>
                </c:pt>
                <c:pt idx="84">
                  <c:v>0.827523659186</c:v>
                </c:pt>
                <c:pt idx="85">
                  <c:v>0.8607278298839</c:v>
                </c:pt>
                <c:pt idx="86">
                  <c:v>0.8900976697183</c:v>
                </c:pt>
                <c:pt idx="87">
                  <c:v>0.9152339003594</c:v>
                </c:pt>
                <c:pt idx="88">
                  <c:v>0.9360847514767</c:v>
                </c:pt>
                <c:pt idx="89">
                  <c:v>0.9528747533318</c:v>
                </c:pt>
                <c:pt idx="90">
                  <c:v>0.9660177614502</c:v>
                </c:pt>
                <c:pt idx="91">
                  <c:v>0.9760313154383</c:v>
                </c:pt>
                <c:pt idx="92">
                  <c:v>0.9834642436662</c:v>
                </c:pt>
                <c:pt idx="93">
                  <c:v>0.9888433349544</c:v>
                </c:pt>
                <c:pt idx="94">
                  <c:v>0.9926396800725</c:v>
                </c:pt>
                <c:pt idx="95">
                  <c:v>0.9952518457625</c:v>
                </c:pt>
                <c:pt idx="96">
                  <c:v>0.9970014539689</c:v>
                </c:pt>
                <c:pt idx="97">
                  <c:v>0.9981365394914</c:v>
                </c:pt>
                <c:pt idx="98">
                  <c:v>0.9988386199777</c:v>
                </c:pt>
                <c:pt idx="99">
                  <c:v>0.9992301969523</c:v>
                </c:pt>
                <c:pt idx="100">
                  <c:v>0.9993800941899</c:v>
                </c:pt>
                <c:pt idx="101">
                  <c:v>0.9993045315491</c:v>
                </c:pt>
                <c:pt idx="102">
                  <c:v>0.9989622099656</c:v>
                </c:pt>
                <c:pt idx="103">
                  <c:v>0.9982421624234</c:v>
                </c:pt>
                <c:pt idx="104">
                  <c:v>0.9969440155575</c:v>
                </c:pt>
                <c:pt idx="105">
                  <c:v>0.994751948902</c:v>
                </c:pt>
                <c:pt idx="106">
                  <c:v>0.9912062893887</c:v>
                </c:pt>
                <c:pt idx="107">
                  <c:v>0.9856803107886</c:v>
                </c:pt>
                <c:pt idx="108">
                  <c:v>0.9773738700189</c:v>
                </c:pt>
                <c:pt idx="109">
                  <c:v>0.9653387446485</c:v>
                </c:pt>
                <c:pt idx="110">
                  <c:v>0.9485510107122</c:v>
                </c:pt>
                <c:pt idx="111">
                  <c:v>0.9260413542354</c:v>
                </c:pt>
                <c:pt idx="112">
                  <c:v>0.8970833264273</c:v>
                </c:pt>
                <c:pt idx="113">
                  <c:v>0.8614225098598</c:v>
                </c:pt>
                <c:pt idx="114">
                  <c:v>0.8195093913869</c:v>
                </c:pt>
                <c:pt idx="115">
                  <c:v>0.7726813403787</c:v>
                </c:pt>
                <c:pt idx="116">
                  <c:v>0.7232320088941</c:v>
                </c:pt>
                <c:pt idx="117">
                  <c:v>0.6743162718961</c:v>
                </c:pt>
                <c:pt idx="118">
                  <c:v>0.6296678678561</c:v>
                </c:pt>
                <c:pt idx="119">
                  <c:v>0.5931508685693</c:v>
                </c:pt>
                <c:pt idx="120">
                  <c:v>0.5682138346032</c:v>
                </c:pt>
                <c:pt idx="121">
                  <c:v>0.5573518508244</c:v>
                </c:pt>
                <c:pt idx="122">
                  <c:v>0.5616927628467</c:v>
                </c:pt>
                <c:pt idx="123">
                  <c:v>0.5808030872461</c:v>
                </c:pt>
                <c:pt idx="124">
                  <c:v>0.6127600889417</c:v>
                </c:pt>
                <c:pt idx="125">
                  <c:v>0.6544733060943</c:v>
                </c:pt>
                <c:pt idx="126">
                  <c:v>0.7021805460296</c:v>
                </c:pt>
                <c:pt idx="127">
                  <c:v>0.7520074845116</c:v>
                </c:pt>
                <c:pt idx="128">
                  <c:v>1.247992515488</c:v>
                </c:pt>
                <c:pt idx="129">
                  <c:v>1.29781945397</c:v>
                </c:pt>
                <c:pt idx="130">
                  <c:v>1.345526693906</c:v>
                </c:pt>
                <c:pt idx="131">
                  <c:v>1.387239911058</c:v>
                </c:pt>
                <c:pt idx="132">
                  <c:v>1.419196912754</c:v>
                </c:pt>
                <c:pt idx="133">
                  <c:v>1.438307237153</c:v>
                </c:pt>
                <c:pt idx="134">
                  <c:v>1.442648149176</c:v>
                </c:pt>
                <c:pt idx="135">
                  <c:v>1.431786165397</c:v>
                </c:pt>
                <c:pt idx="136">
                  <c:v>1.406849131431</c:v>
                </c:pt>
                <c:pt idx="137">
                  <c:v>1.370332132144</c:v>
                </c:pt>
                <c:pt idx="138">
                  <c:v>1.325683728104</c:v>
                </c:pt>
                <c:pt idx="139">
                  <c:v>1.276767991106</c:v>
                </c:pt>
                <c:pt idx="140">
                  <c:v>1.227318659621</c:v>
                </c:pt>
                <c:pt idx="141">
                  <c:v>1.180490608613</c:v>
                </c:pt>
                <c:pt idx="142">
                  <c:v>1.13857749014</c:v>
                </c:pt>
                <c:pt idx="143">
                  <c:v>1.102916673573</c:v>
                </c:pt>
                <c:pt idx="144">
                  <c:v>1.073958645765</c:v>
                </c:pt>
                <c:pt idx="145">
                  <c:v>1.051448989288</c:v>
                </c:pt>
                <c:pt idx="146">
                  <c:v>1.034661255352</c:v>
                </c:pt>
                <c:pt idx="147">
                  <c:v>1.022626129981</c:v>
                </c:pt>
                <c:pt idx="148">
                  <c:v>1.014319689211</c:v>
                </c:pt>
                <c:pt idx="149">
                  <c:v>1.008793710611</c:v>
                </c:pt>
                <c:pt idx="150">
                  <c:v>1.005248051098</c:v>
                </c:pt>
                <c:pt idx="151">
                  <c:v>1.003055984442</c:v>
                </c:pt>
                <c:pt idx="152">
                  <c:v>1.001757837577</c:v>
                </c:pt>
                <c:pt idx="153">
                  <c:v>1.001037790034</c:v>
                </c:pt>
                <c:pt idx="154">
                  <c:v>1.000695468451</c:v>
                </c:pt>
                <c:pt idx="155">
                  <c:v>1.00061990581</c:v>
                </c:pt>
                <c:pt idx="156">
                  <c:v>1.000769803048</c:v>
                </c:pt>
                <c:pt idx="157">
                  <c:v>1.001161380022</c:v>
                </c:pt>
                <c:pt idx="158">
                  <c:v>1.001863460509</c:v>
                </c:pt>
                <c:pt idx="159">
                  <c:v>1.002998546031</c:v>
                </c:pt>
                <c:pt idx="160">
                  <c:v>1.004748154237</c:v>
                </c:pt>
                <c:pt idx="161">
                  <c:v>1.007360319928</c:v>
                </c:pt>
                <c:pt idx="162">
                  <c:v>1.011156665046</c:v>
                </c:pt>
                <c:pt idx="163">
                  <c:v>1.016535756334</c:v>
                </c:pt>
                <c:pt idx="164">
                  <c:v>1.023968684562</c:v>
                </c:pt>
                <c:pt idx="165">
                  <c:v>1.03398223855</c:v>
                </c:pt>
                <c:pt idx="166">
                  <c:v>1.047125246668</c:v>
                </c:pt>
                <c:pt idx="167">
                  <c:v>1.063915248523</c:v>
                </c:pt>
                <c:pt idx="168">
                  <c:v>1.084766099641</c:v>
                </c:pt>
                <c:pt idx="169">
                  <c:v>1.109902330282</c:v>
                </c:pt>
                <c:pt idx="170">
                  <c:v>1.139272170116</c:v>
                </c:pt>
                <c:pt idx="171">
                  <c:v>1.172476340814</c:v>
                </c:pt>
                <c:pt idx="172">
                  <c:v>1.208731770867</c:v>
                </c:pt>
                <c:pt idx="173">
                  <c:v>1.24688641471</c:v>
                </c:pt>
                <c:pt idx="174">
                  <c:v>1.285492792001</c:v>
                </c:pt>
                <c:pt idx="175">
                  <c:v>1.322935113711</c:v>
                </c:pt>
                <c:pt idx="176">
                  <c:v>1.357591254616</c:v>
                </c:pt>
                <c:pt idx="177">
                  <c:v>1.388000655146</c:v>
                </c:pt>
                <c:pt idx="178">
                  <c:v>1.413006179234</c:v>
                </c:pt>
                <c:pt idx="179">
                  <c:v>1.431843572209</c:v>
                </c:pt>
                <c:pt idx="180">
                  <c:v>1.444165073547</c:v>
                </c:pt>
                <c:pt idx="181">
                  <c:v>1.45</c:v>
                </c:pt>
                <c:pt idx="182">
                  <c:v>1.449669656881</c:v>
                </c:pt>
                <c:pt idx="183">
                  <c:v>1.443682459144</c:v>
                </c:pt>
                <c:pt idx="184">
                  <c:v>1.432635644025</c:v>
                </c:pt>
                <c:pt idx="185">
                  <c:v>1.417143251077</c:v>
                </c:pt>
                <c:pt idx="186">
                  <c:v>1.3977991632</c:v>
                </c:pt>
                <c:pt idx="187">
                  <c:v>1.37517281672</c:v>
                </c:pt>
                <c:pt idx="188">
                  <c:v>1.349826952673</c:v>
                </c:pt>
                <c:pt idx="189">
                  <c:v>1.322343174712</c:v>
                </c:pt>
                <c:pt idx="190">
                  <c:v>1.293342031482</c:v>
                </c:pt>
                <c:pt idx="191">
                  <c:v>1.263488514523</c:v>
                </c:pt>
                <c:pt idx="192">
                  <c:v>1.233479419977</c:v>
                </c:pt>
                <c:pt idx="193">
                  <c:v>1.204014308066</c:v>
                </c:pt>
                <c:pt idx="194">
                  <c:v>1.175755705729</c:v>
                </c:pt>
                <c:pt idx="195">
                  <c:v>1.149286244222</c:v>
                </c:pt>
                <c:pt idx="196">
                  <c:v>1.125070597766</c:v>
                </c:pt>
                <c:pt idx="197">
                  <c:v>1.103428699384</c:v>
                </c:pt>
                <c:pt idx="198">
                  <c:v>1.08452424726</c:v>
                </c:pt>
                <c:pt idx="199">
                  <c:v>1.068369565679</c:v>
                </c:pt>
                <c:pt idx="200">
                  <c:v>1.054845050298</c:v>
                </c:pt>
                <c:pt idx="201">
                  <c:v>1.043729230741</c:v>
                </c:pt>
                <c:pt idx="202">
                  <c:v>1.034734271852</c:v>
                </c:pt>
                <c:pt idx="203">
                  <c:v>1.027541614701</c:v>
                </c:pt>
                <c:pt idx="204">
                  <c:v>1.021833290288</c:v>
                </c:pt>
                <c:pt idx="205">
                  <c:v>1.017315899637</c:v>
                </c:pt>
                <c:pt idx="206">
                  <c:v>1.013735941926</c:v>
                </c:pt>
                <c:pt idx="207">
                  <c:v>1.010886717758</c:v>
                </c:pt>
                <c:pt idx="208">
                  <c:v>1.008608180476</c:v>
                </c:pt>
                <c:pt idx="209">
                  <c:v>1.006781743189</c:v>
                </c:pt>
                <c:pt idx="210">
                  <c:v>1.005322195499</c:v>
                </c:pt>
                <c:pt idx="211">
                  <c:v>1.004168656341</c:v>
                </c:pt>
                <c:pt idx="212">
                  <c:v>1.003276042666</c:v>
                </c:pt>
                <c:pt idx="213">
                  <c:v>1.00260801616</c:v>
                </c:pt>
                <c:pt idx="214">
                  <c:v>1.002131891894</c:v>
                </c:pt>
                <c:pt idx="215">
                  <c:v>1.001815612363</c:v>
                </c:pt>
                <c:pt idx="216">
                  <c:v>1.001626618776</c:v>
                </c:pt>
                <c:pt idx="217">
                  <c:v>1.001532269146</c:v>
                </c:pt>
                <c:pt idx="218">
                  <c:v>1.001501332005</c:v>
                </c:pt>
                <c:pt idx="219">
                  <c:v>1.001506009665</c:v>
                </c:pt>
                <c:pt idx="220">
                  <c:v>1.001523920787</c:v>
                </c:pt>
                <c:pt idx="221">
                  <c:v>1.001539518979</c:v>
                </c:pt>
                <c:pt idx="222">
                  <c:v>1.0015445607</c:v>
                </c:pt>
                <c:pt idx="223">
                  <c:v>1.001537458595</c:v>
                </c:pt>
                <c:pt idx="224">
                  <c:v>1.001521628438</c:v>
                </c:pt>
                <c:pt idx="225">
                  <c:v>1.00150319234</c:v>
                </c:pt>
                <c:pt idx="226">
                  <c:v>1.001488563031</c:v>
                </c:pt>
                <c:pt idx="227">
                  <c:v>1.001482449713</c:v>
                </c:pt>
                <c:pt idx="228">
                  <c:v>1.001486686949</c:v>
                </c:pt>
                <c:pt idx="229">
                  <c:v>1.001500038666</c:v>
                </c:pt>
                <c:pt idx="230">
                  <c:v>1.001518852414</c:v>
                </c:pt>
                <c:pt idx="231">
                  <c:v>1.001538224752</c:v>
                </c:pt>
                <c:pt idx="232">
                  <c:v>1.001553251047</c:v>
                </c:pt>
                <c:pt idx="233">
                  <c:v>1.001559987166</c:v>
                </c:pt>
                <c:pt idx="234">
                  <c:v>1.001555911397</c:v>
                </c:pt>
                <c:pt idx="235">
                  <c:v>1.001539874663</c:v>
                </c:pt>
                <c:pt idx="236">
                  <c:v>1.001511694442</c:v>
                </c:pt>
                <c:pt idx="237">
                  <c:v>1.001471633624</c:v>
                </c:pt>
                <c:pt idx="238">
                  <c:v>1.001419996551</c:v>
                </c:pt>
                <c:pt idx="239">
                  <c:v>1.001356990869</c:v>
                </c:pt>
                <c:pt idx="240">
                  <c:v>1.001282885109</c:v>
                </c:pt>
                <c:pt idx="241">
                  <c:v>1.001198380346</c:v>
                </c:pt>
                <c:pt idx="242">
                  <c:v>1.001105041074</c:v>
                </c:pt>
                <c:pt idx="243">
                  <c:v>1.00100561017</c:v>
                </c:pt>
                <c:pt idx="244">
                  <c:v>1.000904064265</c:v>
                </c:pt>
                <c:pt idx="245">
                  <c:v>1.000805336019</c:v>
                </c:pt>
                <c:pt idx="246">
                  <c:v>1.000714719346</c:v>
                </c:pt>
                <c:pt idx="247">
                  <c:v>1.000637060915</c:v>
                </c:pt>
                <c:pt idx="248">
                  <c:v>1.000575906022</c:v>
                </c:pt>
                <c:pt idx="249">
                  <c:v>1.000532793419</c:v>
                </c:pt>
                <c:pt idx="250">
                  <c:v>1.000506873985</c:v>
                </c:pt>
                <c:pt idx="251">
                  <c:v>1.000494964039</c:v>
                </c:pt>
                <c:pt idx="252">
                  <c:v>1.000492048519</c:v>
                </c:pt>
                <c:pt idx="253">
                  <c:v>1.000492144253</c:v>
                </c:pt>
                <c:pt idx="254">
                  <c:v>1.000489345767</c:v>
                </c:pt>
                <c:pt idx="255">
                  <c:v>1.000478830243</c:v>
                </c:pt>
                <c:pt idx="256">
                  <c:v>0.9995211697571</c:v>
                </c:pt>
              </c:numCache>
            </c:numRef>
          </c:xVal>
          <c:yVal>
            <c:numRef>
              <c:f>'Chart Data'!$D$2:$D$258</c:f>
              <c:numCache>
                <c:formatCode>0.0</c:formatCode>
                <c:ptCount val="257"/>
                <c:pt idx="0">
                  <c:v>39.49883881019</c:v>
                </c:pt>
                <c:pt idx="1">
                  <c:v>39.95815336373</c:v>
                </c:pt>
                <c:pt idx="2">
                  <c:v>40.41746791726</c:v>
                </c:pt>
                <c:pt idx="3">
                  <c:v>40.8767824708</c:v>
                </c:pt>
                <c:pt idx="4">
                  <c:v>41.33609702434</c:v>
                </c:pt>
                <c:pt idx="5">
                  <c:v>41.79541157787</c:v>
                </c:pt>
                <c:pt idx="6">
                  <c:v>42.25472613141</c:v>
                </c:pt>
                <c:pt idx="7">
                  <c:v>42.71404068495</c:v>
                </c:pt>
                <c:pt idx="8">
                  <c:v>43.17335523848</c:v>
                </c:pt>
                <c:pt idx="9">
                  <c:v>43.63266979202</c:v>
                </c:pt>
                <c:pt idx="10">
                  <c:v>44.09198434556</c:v>
                </c:pt>
                <c:pt idx="11">
                  <c:v>44.55129889909</c:v>
                </c:pt>
                <c:pt idx="12">
                  <c:v>45.01061345263</c:v>
                </c:pt>
                <c:pt idx="13">
                  <c:v>45.46992800617</c:v>
                </c:pt>
                <c:pt idx="14">
                  <c:v>45.9292425597</c:v>
                </c:pt>
                <c:pt idx="15">
                  <c:v>46.38855711324</c:v>
                </c:pt>
                <c:pt idx="16">
                  <c:v>46.84787166678</c:v>
                </c:pt>
                <c:pt idx="17">
                  <c:v>47.30718622032</c:v>
                </c:pt>
                <c:pt idx="18">
                  <c:v>47.76650077385</c:v>
                </c:pt>
                <c:pt idx="19">
                  <c:v>48.22581532739</c:v>
                </c:pt>
                <c:pt idx="20">
                  <c:v>48.68512988093</c:v>
                </c:pt>
                <c:pt idx="21">
                  <c:v>49.14444443446</c:v>
                </c:pt>
                <c:pt idx="22">
                  <c:v>49.603758988</c:v>
                </c:pt>
                <c:pt idx="23">
                  <c:v>50.06307354154</c:v>
                </c:pt>
                <c:pt idx="24">
                  <c:v>50.52238809507</c:v>
                </c:pt>
                <c:pt idx="25">
                  <c:v>50.98170264861</c:v>
                </c:pt>
                <c:pt idx="26">
                  <c:v>51.44101720215</c:v>
                </c:pt>
                <c:pt idx="27">
                  <c:v>51.90033175568</c:v>
                </c:pt>
                <c:pt idx="28">
                  <c:v>52.35964630922</c:v>
                </c:pt>
                <c:pt idx="29">
                  <c:v>52.81896086276</c:v>
                </c:pt>
                <c:pt idx="30">
                  <c:v>53.2782754163</c:v>
                </c:pt>
                <c:pt idx="31">
                  <c:v>53.73758996983</c:v>
                </c:pt>
                <c:pt idx="32">
                  <c:v>54.19690452337</c:v>
                </c:pt>
                <c:pt idx="33">
                  <c:v>54.65621907691</c:v>
                </c:pt>
                <c:pt idx="34">
                  <c:v>55.11553363044</c:v>
                </c:pt>
                <c:pt idx="35">
                  <c:v>55.57484818398</c:v>
                </c:pt>
                <c:pt idx="36">
                  <c:v>56.03416273752</c:v>
                </c:pt>
                <c:pt idx="37">
                  <c:v>56.49347729105</c:v>
                </c:pt>
                <c:pt idx="38">
                  <c:v>56.95279184459</c:v>
                </c:pt>
                <c:pt idx="39">
                  <c:v>57.41210639813</c:v>
                </c:pt>
                <c:pt idx="40">
                  <c:v>57.87142095166</c:v>
                </c:pt>
                <c:pt idx="41">
                  <c:v>58.3307355052</c:v>
                </c:pt>
                <c:pt idx="42">
                  <c:v>58.79005005874</c:v>
                </c:pt>
                <c:pt idx="43">
                  <c:v>59.24936461228</c:v>
                </c:pt>
                <c:pt idx="44">
                  <c:v>59.70867916581</c:v>
                </c:pt>
                <c:pt idx="45">
                  <c:v>60.16799371935</c:v>
                </c:pt>
                <c:pt idx="46">
                  <c:v>60.62730827289</c:v>
                </c:pt>
                <c:pt idx="47">
                  <c:v>61.08662282642</c:v>
                </c:pt>
                <c:pt idx="48">
                  <c:v>61.54593737996</c:v>
                </c:pt>
                <c:pt idx="49">
                  <c:v>62.0052519335</c:v>
                </c:pt>
                <c:pt idx="50">
                  <c:v>62.46456648703</c:v>
                </c:pt>
                <c:pt idx="51">
                  <c:v>62.92388104057</c:v>
                </c:pt>
                <c:pt idx="52">
                  <c:v>63.38319559411</c:v>
                </c:pt>
                <c:pt idx="53">
                  <c:v>63.84251014764</c:v>
                </c:pt>
                <c:pt idx="54">
                  <c:v>64.30182470118</c:v>
                </c:pt>
                <c:pt idx="55">
                  <c:v>64.76113925472</c:v>
                </c:pt>
                <c:pt idx="56">
                  <c:v>65.22045380825</c:v>
                </c:pt>
                <c:pt idx="57">
                  <c:v>65.67976836179</c:v>
                </c:pt>
                <c:pt idx="58">
                  <c:v>66.13908291533</c:v>
                </c:pt>
                <c:pt idx="59">
                  <c:v>66.59839746887</c:v>
                </c:pt>
                <c:pt idx="60">
                  <c:v>67.0577120224</c:v>
                </c:pt>
                <c:pt idx="61">
                  <c:v>67.51702657594</c:v>
                </c:pt>
                <c:pt idx="62">
                  <c:v>67.97634112948</c:v>
                </c:pt>
                <c:pt idx="63">
                  <c:v>68.43565568301</c:v>
                </c:pt>
                <c:pt idx="64">
                  <c:v>68.89497023655</c:v>
                </c:pt>
                <c:pt idx="65">
                  <c:v>69.35428479009</c:v>
                </c:pt>
                <c:pt idx="66">
                  <c:v>69.81359934362</c:v>
                </c:pt>
                <c:pt idx="67">
                  <c:v>70.27291389716</c:v>
                </c:pt>
                <c:pt idx="68">
                  <c:v>70.7322284507</c:v>
                </c:pt>
                <c:pt idx="69">
                  <c:v>71.19154300423</c:v>
                </c:pt>
                <c:pt idx="70">
                  <c:v>71.65085755777</c:v>
                </c:pt>
                <c:pt idx="71">
                  <c:v>72.11017211131</c:v>
                </c:pt>
                <c:pt idx="72">
                  <c:v>72.56948666485</c:v>
                </c:pt>
                <c:pt idx="73">
                  <c:v>73.02880121838</c:v>
                </c:pt>
                <c:pt idx="74">
                  <c:v>73.48811577192</c:v>
                </c:pt>
                <c:pt idx="75">
                  <c:v>73.94743032546</c:v>
                </c:pt>
                <c:pt idx="76">
                  <c:v>74.40674487899</c:v>
                </c:pt>
                <c:pt idx="77">
                  <c:v>74.86605943253</c:v>
                </c:pt>
                <c:pt idx="78">
                  <c:v>75.32537398607</c:v>
                </c:pt>
                <c:pt idx="79">
                  <c:v>75.7846885396</c:v>
                </c:pt>
                <c:pt idx="80">
                  <c:v>76.24400309314</c:v>
                </c:pt>
                <c:pt idx="81">
                  <c:v>76.70331764668</c:v>
                </c:pt>
                <c:pt idx="82">
                  <c:v>77.16263220021</c:v>
                </c:pt>
                <c:pt idx="83">
                  <c:v>77.62194675375</c:v>
                </c:pt>
                <c:pt idx="84">
                  <c:v>78.08126130729</c:v>
                </c:pt>
                <c:pt idx="85">
                  <c:v>78.54057586083</c:v>
                </c:pt>
                <c:pt idx="86">
                  <c:v>78.99989041436</c:v>
                </c:pt>
                <c:pt idx="87">
                  <c:v>79.4592049679</c:v>
                </c:pt>
                <c:pt idx="88">
                  <c:v>79.91851952144</c:v>
                </c:pt>
                <c:pt idx="89">
                  <c:v>80.37783407497</c:v>
                </c:pt>
                <c:pt idx="90">
                  <c:v>80.83714862851</c:v>
                </c:pt>
                <c:pt idx="91">
                  <c:v>81.29646318205</c:v>
                </c:pt>
                <c:pt idx="92">
                  <c:v>81.75577773558</c:v>
                </c:pt>
                <c:pt idx="93">
                  <c:v>82.21509228912</c:v>
                </c:pt>
                <c:pt idx="94">
                  <c:v>82.67440684266</c:v>
                </c:pt>
                <c:pt idx="95">
                  <c:v>83.13372139619</c:v>
                </c:pt>
                <c:pt idx="96">
                  <c:v>83.59303594973</c:v>
                </c:pt>
                <c:pt idx="97">
                  <c:v>84.05235050327</c:v>
                </c:pt>
                <c:pt idx="98">
                  <c:v>84.5116650568</c:v>
                </c:pt>
                <c:pt idx="99">
                  <c:v>84.97097961034</c:v>
                </c:pt>
                <c:pt idx="100">
                  <c:v>85.43029416388</c:v>
                </c:pt>
                <c:pt idx="101">
                  <c:v>85.88960871742</c:v>
                </c:pt>
                <c:pt idx="102">
                  <c:v>86.34892327095</c:v>
                </c:pt>
                <c:pt idx="103">
                  <c:v>86.80823782449</c:v>
                </c:pt>
                <c:pt idx="104">
                  <c:v>87.26755237803</c:v>
                </c:pt>
                <c:pt idx="105">
                  <c:v>87.72686693156</c:v>
                </c:pt>
                <c:pt idx="106">
                  <c:v>88.1861814851</c:v>
                </c:pt>
                <c:pt idx="107">
                  <c:v>88.64549603864</c:v>
                </c:pt>
                <c:pt idx="108">
                  <c:v>89.10481059217</c:v>
                </c:pt>
                <c:pt idx="109">
                  <c:v>89.56412514571</c:v>
                </c:pt>
                <c:pt idx="110">
                  <c:v>90.02343969925</c:v>
                </c:pt>
                <c:pt idx="111">
                  <c:v>90.48275425278</c:v>
                </c:pt>
                <c:pt idx="112">
                  <c:v>90.94206880632</c:v>
                </c:pt>
                <c:pt idx="113">
                  <c:v>91.40138335986</c:v>
                </c:pt>
                <c:pt idx="114">
                  <c:v>91.8606979134</c:v>
                </c:pt>
                <c:pt idx="115">
                  <c:v>92.32001246693</c:v>
                </c:pt>
                <c:pt idx="116">
                  <c:v>92.77932702047</c:v>
                </c:pt>
                <c:pt idx="117">
                  <c:v>93.23864157401</c:v>
                </c:pt>
                <c:pt idx="118">
                  <c:v>93.69795612754</c:v>
                </c:pt>
                <c:pt idx="119">
                  <c:v>94.15727068108</c:v>
                </c:pt>
                <c:pt idx="120">
                  <c:v>94.61658523462</c:v>
                </c:pt>
                <c:pt idx="121">
                  <c:v>95.07589978815</c:v>
                </c:pt>
                <c:pt idx="122">
                  <c:v>95.53521434169</c:v>
                </c:pt>
                <c:pt idx="123">
                  <c:v>95.99452889523</c:v>
                </c:pt>
                <c:pt idx="124">
                  <c:v>96.45384344876</c:v>
                </c:pt>
                <c:pt idx="125">
                  <c:v>96.9131580023</c:v>
                </c:pt>
                <c:pt idx="126">
                  <c:v>97.37247255584</c:v>
                </c:pt>
                <c:pt idx="127">
                  <c:v>97.83178710938</c:v>
                </c:pt>
                <c:pt idx="128">
                  <c:v>97.83178710938</c:v>
                </c:pt>
                <c:pt idx="129">
                  <c:v>97.37247255584</c:v>
                </c:pt>
                <c:pt idx="130">
                  <c:v>96.9131580023</c:v>
                </c:pt>
                <c:pt idx="131">
                  <c:v>96.45384344876</c:v>
                </c:pt>
                <c:pt idx="132">
                  <c:v>95.99452889523</c:v>
                </c:pt>
                <c:pt idx="133">
                  <c:v>95.53521434169</c:v>
                </c:pt>
                <c:pt idx="134">
                  <c:v>95.07589978815</c:v>
                </c:pt>
                <c:pt idx="135">
                  <c:v>94.61658523462</c:v>
                </c:pt>
                <c:pt idx="136">
                  <c:v>94.15727068108</c:v>
                </c:pt>
                <c:pt idx="137">
                  <c:v>93.69795612754</c:v>
                </c:pt>
                <c:pt idx="138">
                  <c:v>93.23864157401</c:v>
                </c:pt>
                <c:pt idx="139">
                  <c:v>92.77932702047</c:v>
                </c:pt>
                <c:pt idx="140">
                  <c:v>92.32001246693</c:v>
                </c:pt>
                <c:pt idx="141">
                  <c:v>91.8606979134</c:v>
                </c:pt>
                <c:pt idx="142">
                  <c:v>91.40138335986</c:v>
                </c:pt>
                <c:pt idx="143">
                  <c:v>90.94206880632</c:v>
                </c:pt>
                <c:pt idx="144">
                  <c:v>90.48275425278</c:v>
                </c:pt>
                <c:pt idx="145">
                  <c:v>90.02343969925</c:v>
                </c:pt>
                <c:pt idx="146">
                  <c:v>89.56412514571</c:v>
                </c:pt>
                <c:pt idx="147">
                  <c:v>89.10481059217</c:v>
                </c:pt>
                <c:pt idx="148">
                  <c:v>88.64549603864</c:v>
                </c:pt>
                <c:pt idx="149">
                  <c:v>88.1861814851</c:v>
                </c:pt>
                <c:pt idx="150">
                  <c:v>87.72686693156</c:v>
                </c:pt>
                <c:pt idx="151">
                  <c:v>87.26755237803</c:v>
                </c:pt>
                <c:pt idx="152">
                  <c:v>86.80823782449</c:v>
                </c:pt>
                <c:pt idx="153">
                  <c:v>86.34892327095</c:v>
                </c:pt>
                <c:pt idx="154">
                  <c:v>85.88960871742</c:v>
                </c:pt>
                <c:pt idx="155">
                  <c:v>85.43029416388</c:v>
                </c:pt>
                <c:pt idx="156">
                  <c:v>84.97097961034</c:v>
                </c:pt>
                <c:pt idx="157">
                  <c:v>84.5116650568</c:v>
                </c:pt>
                <c:pt idx="158">
                  <c:v>84.05235050327</c:v>
                </c:pt>
                <c:pt idx="159">
                  <c:v>83.59303594973</c:v>
                </c:pt>
                <c:pt idx="160">
                  <c:v>83.13372139619</c:v>
                </c:pt>
                <c:pt idx="161">
                  <c:v>82.67440684266</c:v>
                </c:pt>
                <c:pt idx="162">
                  <c:v>82.21509228912</c:v>
                </c:pt>
                <c:pt idx="163">
                  <c:v>81.75577773558</c:v>
                </c:pt>
                <c:pt idx="164">
                  <c:v>81.29646318205</c:v>
                </c:pt>
                <c:pt idx="165">
                  <c:v>80.83714862851</c:v>
                </c:pt>
                <c:pt idx="166">
                  <c:v>80.37783407497</c:v>
                </c:pt>
                <c:pt idx="167">
                  <c:v>79.91851952144</c:v>
                </c:pt>
                <c:pt idx="168">
                  <c:v>79.4592049679</c:v>
                </c:pt>
                <c:pt idx="169">
                  <c:v>78.99989041436</c:v>
                </c:pt>
                <c:pt idx="170">
                  <c:v>78.54057586083</c:v>
                </c:pt>
                <c:pt idx="171">
                  <c:v>78.08126130729</c:v>
                </c:pt>
                <c:pt idx="172">
                  <c:v>77.62194675375</c:v>
                </c:pt>
                <c:pt idx="173">
                  <c:v>77.16263220021</c:v>
                </c:pt>
                <c:pt idx="174">
                  <c:v>76.70331764668</c:v>
                </c:pt>
                <c:pt idx="175">
                  <c:v>76.24400309314</c:v>
                </c:pt>
                <c:pt idx="176">
                  <c:v>75.7846885396</c:v>
                </c:pt>
                <c:pt idx="177">
                  <c:v>75.32537398607</c:v>
                </c:pt>
                <c:pt idx="178">
                  <c:v>74.86605943253</c:v>
                </c:pt>
                <c:pt idx="179">
                  <c:v>74.40674487899</c:v>
                </c:pt>
                <c:pt idx="180">
                  <c:v>73.94743032546</c:v>
                </c:pt>
                <c:pt idx="181">
                  <c:v>73.48811577192</c:v>
                </c:pt>
                <c:pt idx="182">
                  <c:v>73.02880121838</c:v>
                </c:pt>
                <c:pt idx="183">
                  <c:v>72.56948666485</c:v>
                </c:pt>
                <c:pt idx="184">
                  <c:v>72.11017211131</c:v>
                </c:pt>
                <c:pt idx="185">
                  <c:v>71.65085755777</c:v>
                </c:pt>
                <c:pt idx="186">
                  <c:v>71.19154300423</c:v>
                </c:pt>
                <c:pt idx="187">
                  <c:v>70.7322284507</c:v>
                </c:pt>
                <c:pt idx="188">
                  <c:v>70.27291389716</c:v>
                </c:pt>
                <c:pt idx="189">
                  <c:v>69.81359934362</c:v>
                </c:pt>
                <c:pt idx="190">
                  <c:v>69.35428479009</c:v>
                </c:pt>
                <c:pt idx="191">
                  <c:v>68.89497023655</c:v>
                </c:pt>
                <c:pt idx="192">
                  <c:v>68.43565568301</c:v>
                </c:pt>
                <c:pt idx="193">
                  <c:v>67.97634112948</c:v>
                </c:pt>
                <c:pt idx="194">
                  <c:v>67.51702657594</c:v>
                </c:pt>
                <c:pt idx="195">
                  <c:v>67.0577120224</c:v>
                </c:pt>
                <c:pt idx="196">
                  <c:v>66.59839746887</c:v>
                </c:pt>
                <c:pt idx="197">
                  <c:v>66.13908291533</c:v>
                </c:pt>
                <c:pt idx="198">
                  <c:v>65.67976836179</c:v>
                </c:pt>
                <c:pt idx="199">
                  <c:v>65.22045380825</c:v>
                </c:pt>
                <c:pt idx="200">
                  <c:v>64.76113925472</c:v>
                </c:pt>
                <c:pt idx="201">
                  <c:v>64.30182470118</c:v>
                </c:pt>
                <c:pt idx="202">
                  <c:v>63.84251014764</c:v>
                </c:pt>
                <c:pt idx="203">
                  <c:v>63.38319559411</c:v>
                </c:pt>
                <c:pt idx="204">
                  <c:v>62.92388104057</c:v>
                </c:pt>
                <c:pt idx="205">
                  <c:v>62.46456648703</c:v>
                </c:pt>
                <c:pt idx="206">
                  <c:v>62.0052519335</c:v>
                </c:pt>
                <c:pt idx="207">
                  <c:v>61.54593737996</c:v>
                </c:pt>
                <c:pt idx="208">
                  <c:v>61.08662282642</c:v>
                </c:pt>
                <c:pt idx="209">
                  <c:v>60.62730827289</c:v>
                </c:pt>
                <c:pt idx="210">
                  <c:v>60.16799371935</c:v>
                </c:pt>
                <c:pt idx="211">
                  <c:v>59.70867916581</c:v>
                </c:pt>
                <c:pt idx="212">
                  <c:v>59.24936461228</c:v>
                </c:pt>
                <c:pt idx="213">
                  <c:v>58.79005005874</c:v>
                </c:pt>
                <c:pt idx="214">
                  <c:v>58.3307355052</c:v>
                </c:pt>
                <c:pt idx="215">
                  <c:v>57.87142095166</c:v>
                </c:pt>
                <c:pt idx="216">
                  <c:v>57.41210639813</c:v>
                </c:pt>
                <c:pt idx="217">
                  <c:v>56.95279184459</c:v>
                </c:pt>
                <c:pt idx="218">
                  <c:v>56.49347729105</c:v>
                </c:pt>
                <c:pt idx="219">
                  <c:v>56.03416273752</c:v>
                </c:pt>
                <c:pt idx="220">
                  <c:v>55.57484818398</c:v>
                </c:pt>
                <c:pt idx="221">
                  <c:v>55.11553363044</c:v>
                </c:pt>
                <c:pt idx="222">
                  <c:v>54.65621907691</c:v>
                </c:pt>
                <c:pt idx="223">
                  <c:v>54.19690452337</c:v>
                </c:pt>
                <c:pt idx="224">
                  <c:v>53.73758996983</c:v>
                </c:pt>
                <c:pt idx="225">
                  <c:v>53.2782754163</c:v>
                </c:pt>
                <c:pt idx="226">
                  <c:v>52.81896086276</c:v>
                </c:pt>
                <c:pt idx="227">
                  <c:v>52.35964630922</c:v>
                </c:pt>
                <c:pt idx="228">
                  <c:v>51.90033175568</c:v>
                </c:pt>
                <c:pt idx="229">
                  <c:v>51.44101720215</c:v>
                </c:pt>
                <c:pt idx="230">
                  <c:v>50.98170264861</c:v>
                </c:pt>
                <c:pt idx="231">
                  <c:v>50.52238809507</c:v>
                </c:pt>
                <c:pt idx="232">
                  <c:v>50.06307354154</c:v>
                </c:pt>
                <c:pt idx="233">
                  <c:v>49.603758988</c:v>
                </c:pt>
                <c:pt idx="234">
                  <c:v>49.14444443446</c:v>
                </c:pt>
                <c:pt idx="235">
                  <c:v>48.68512988093</c:v>
                </c:pt>
                <c:pt idx="236">
                  <c:v>48.22581532739</c:v>
                </c:pt>
                <c:pt idx="237">
                  <c:v>47.76650077385</c:v>
                </c:pt>
                <c:pt idx="238">
                  <c:v>47.30718622032</c:v>
                </c:pt>
                <c:pt idx="239">
                  <c:v>46.84787166678</c:v>
                </c:pt>
                <c:pt idx="240">
                  <c:v>46.38855711324</c:v>
                </c:pt>
                <c:pt idx="241">
                  <c:v>45.9292425597</c:v>
                </c:pt>
                <c:pt idx="242">
                  <c:v>45.46992800617</c:v>
                </c:pt>
                <c:pt idx="243">
                  <c:v>45.01061345263</c:v>
                </c:pt>
                <c:pt idx="244">
                  <c:v>44.55129889909</c:v>
                </c:pt>
                <c:pt idx="245">
                  <c:v>44.09198434556</c:v>
                </c:pt>
                <c:pt idx="246">
                  <c:v>43.63266979202</c:v>
                </c:pt>
                <c:pt idx="247">
                  <c:v>43.17335523848</c:v>
                </c:pt>
                <c:pt idx="248">
                  <c:v>42.71404068495</c:v>
                </c:pt>
                <c:pt idx="249">
                  <c:v>42.25472613141</c:v>
                </c:pt>
                <c:pt idx="250">
                  <c:v>41.79541157787</c:v>
                </c:pt>
                <c:pt idx="251">
                  <c:v>41.33609702434</c:v>
                </c:pt>
                <c:pt idx="252">
                  <c:v>40.8767824708</c:v>
                </c:pt>
                <c:pt idx="253">
                  <c:v>40.41746791726</c:v>
                </c:pt>
                <c:pt idx="254">
                  <c:v>39.95815336373</c:v>
                </c:pt>
                <c:pt idx="255">
                  <c:v>39.49883881019</c:v>
                </c:pt>
                <c:pt idx="256">
                  <c:v>39.49883881019</c:v>
                </c:pt>
              </c:numCache>
            </c:numRef>
          </c:yVal>
        </c:ser>
        <c:ser>
          <c:idx val="2"/>
          <c:order val="2"/>
          <c:tx>
            <c:v>C1.3</c:v>
          </c:tx>
          <c:spPr>
            <a:solidFill>
              <a:srgbClr val="2CA02C"/>
            </a:solidFill>
            <a:ln w="23813">
              <a:solidFill>
                <a:srgbClr val="2CA02C"/>
              </a:solidFill>
            </a:ln>
          </c:spPr>
          <c:marker>
            <c:symbol val="none"/>
          </c:marker>
          <c:xVal>
            <c:numRef>
              <c:f>'Chart Data'!$E$2:$E$258</c:f>
              <c:numCache>
                <c:formatCode>General</c:formatCode>
                <c:ptCount val="257"/>
                <c:pt idx="0">
                  <c:v>1.975016602274</c:v>
                </c:pt>
                <c:pt idx="1">
                  <c:v>1.975082009431</c:v>
                </c:pt>
                <c:pt idx="2">
                  <c:v>1.975309929423</c:v>
                </c:pt>
                <c:pt idx="3">
                  <c:v>1.975693644374</c:v>
                </c:pt>
                <c:pt idx="4">
                  <c:v>1.976222853681</c:v>
                </c:pt>
                <c:pt idx="5">
                  <c:v>1.976883902597</c:v>
                </c:pt>
                <c:pt idx="6">
                  <c:v>1.977660101643</c:v>
                </c:pt>
                <c:pt idx="7">
                  <c:v>1.978532120673</c:v>
                </c:pt>
                <c:pt idx="8">
                  <c:v>1.979478438661</c:v>
                </c:pt>
                <c:pt idx="9">
                  <c:v>1.980475828667</c:v>
                </c:pt>
                <c:pt idx="10">
                  <c:v>1.981499857131</c:v>
                </c:pt>
                <c:pt idx="11">
                  <c:v>1.982525377527</c:v>
                </c:pt>
                <c:pt idx="12">
                  <c:v>1.983527000321</c:v>
                </c:pt>
                <c:pt idx="13">
                  <c:v>1.984479524075</c:v>
                </c:pt>
                <c:pt idx="14">
                  <c:v>1.985358315998</c:v>
                </c:pt>
                <c:pt idx="15">
                  <c:v>1.986139634125</c:v>
                </c:pt>
                <c:pt idx="16">
                  <c:v>1.986800887199</c:v>
                </c:pt>
                <c:pt idx="17">
                  <c:v>1.987320832082</c:v>
                </c:pt>
                <c:pt idx="18">
                  <c:v>1.98767971177</c:v>
                </c:pt>
                <c:pt idx="19">
                  <c:v>1.987859339721</c:v>
                </c:pt>
                <c:pt idx="20">
                  <c:v>1.987843138094</c:v>
                </c:pt>
                <c:pt idx="21">
                  <c:v>1.987616138531</c:v>
                </c:pt>
                <c:pt idx="22">
                  <c:v>1.98716495436</c:v>
                </c:pt>
                <c:pt idx="23">
                  <c:v>1.986477732657</c:v>
                </c:pt>
                <c:pt idx="24">
                  <c:v>1.985544093481</c:v>
                </c:pt>
                <c:pt idx="25">
                  <c:v>1.984355062159</c:v>
                </c:pt>
                <c:pt idx="26">
                  <c:v>1.98290299871</c:v>
                </c:pt>
                <c:pt idx="27">
                  <c:v>1.981181526748</c:v>
                </c:pt>
                <c:pt idx="28">
                  <c:v>1.979185462542</c:v>
                </c:pt>
                <c:pt idx="29">
                  <c:v>1.976910743507</c:v>
                </c:pt>
                <c:pt idx="30">
                  <c:v>1.974354354438</c:v>
                </c:pt>
                <c:pt idx="31">
                  <c:v>1.971514249225</c:v>
                </c:pt>
                <c:pt idx="32">
                  <c:v>1.968389265694</c:v>
                </c:pt>
                <c:pt idx="33">
                  <c:v>1.9649790316</c:v>
                </c:pt>
                <c:pt idx="34">
                  <c:v>1.961283860476</c:v>
                </c:pt>
                <c:pt idx="35">
                  <c:v>1.95730463705</c:v>
                </c:pt>
                <c:pt idx="36">
                  <c:v>1.953042693097</c:v>
                </c:pt>
                <c:pt idx="37">
                  <c:v>1.94849967578</c:v>
                </c:pt>
                <c:pt idx="38">
                  <c:v>1.943677411675</c:v>
                </c:pt>
                <c:pt idx="39">
                  <c:v>1.938577770631</c:v>
                </c:pt>
                <c:pt idx="40">
                  <c:v>1.933202534375</c:v>
                </c:pt>
                <c:pt idx="41">
                  <c:v>1.927553275206</c:v>
                </c:pt>
                <c:pt idx="42">
                  <c:v>1.921631250293</c:v>
                </c:pt>
                <c:pt idx="43">
                  <c:v>1.915437316958</c:v>
                </c:pt>
                <c:pt idx="44">
                  <c:v>1.908971873917</c:v>
                </c:pt>
                <c:pt idx="45">
                  <c:v>1.902234832854</c:v>
                </c:pt>
                <c:pt idx="46">
                  <c:v>1.89522562389</c:v>
                </c:pt>
                <c:pt idx="47">
                  <c:v>1.887943237661</c:v>
                </c:pt>
                <c:pt idx="48">
                  <c:v>1.880386305726</c:v>
                </c:pt>
                <c:pt idx="49">
                  <c:v>1.872553220142</c:v>
                </c:pt>
                <c:pt idx="50">
                  <c:v>1.864442292084</c:v>
                </c:pt>
                <c:pt idx="51">
                  <c:v>1.85605194862</c:v>
                </c:pt>
                <c:pt idx="52">
                  <c:v>1.847380965975</c:v>
                </c:pt>
                <c:pt idx="53">
                  <c:v>1.838428737039</c:v>
                </c:pt>
                <c:pt idx="54">
                  <c:v>1.829195570343</c:v>
                </c:pt>
                <c:pt idx="55">
                  <c:v>1.81968301733</c:v>
                </c:pt>
                <c:pt idx="56">
                  <c:v>1.80989422441</c:v>
                </c:pt>
                <c:pt idx="57">
                  <c:v>1.799834306009</c:v>
                </c:pt>
                <c:pt idx="58">
                  <c:v>1.789510734508</c:v>
                </c:pt>
                <c:pt idx="59">
                  <c:v>1.778933742599</c:v>
                </c:pt>
                <c:pt idx="60">
                  <c:v>1.768116733087</c:v>
                </c:pt>
                <c:pt idx="61">
                  <c:v>1.757076690389</c:v>
                </c:pt>
                <c:pt idx="62">
                  <c:v>1.745834587011</c:v>
                </c:pt>
                <c:pt idx="63">
                  <c:v>1.734415776853</c:v>
                </c:pt>
                <c:pt idx="64">
                  <c:v>1.722850365485</c:v>
                </c:pt>
                <c:pt idx="65">
                  <c:v>1.711173545397</c:v>
                </c:pt>
                <c:pt idx="66">
                  <c:v>1.699425881888</c:v>
                </c:pt>
                <c:pt idx="67">
                  <c:v>1.687653532682</c:v>
                </c:pt>
                <c:pt idx="68">
                  <c:v>1.675908381975</c:v>
                </c:pt>
                <c:pt idx="69">
                  <c:v>1.664248067487</c:v>
                </c:pt>
                <c:pt idx="70">
                  <c:v>1.652735877725</c:v>
                </c:pt>
                <c:pt idx="71">
                  <c:v>1.641440496335</c:v>
                </c:pt>
                <c:pt idx="72">
                  <c:v>1.630435571487</c:v>
                </c:pt>
                <c:pt idx="73">
                  <c:v>1.619799091075</c:v>
                </c:pt>
                <c:pt idx="74">
                  <c:v>1.609612549296</c:v>
                </c:pt>
                <c:pt idx="75">
                  <c:v>1.599959897037</c:v>
                </c:pt>
                <c:pt idx="76">
                  <c:v>1.590926277337</c:v>
                </c:pt>
                <c:pt idx="77">
                  <c:v>1.582596557849</c:v>
                </c:pt>
                <c:pt idx="78">
                  <c:v>1.57505368408</c:v>
                </c:pt>
                <c:pt idx="79">
                  <c:v>1.568376889808</c:v>
                </c:pt>
                <c:pt idx="80">
                  <c:v>1.562639813431</c:v>
                </c:pt>
                <c:pt idx="81">
                  <c:v>1.557908580414</c:v>
                </c:pt>
                <c:pt idx="82">
                  <c:v>1.554239921326</c:v>
                </c:pt>
                <c:pt idx="83">
                  <c:v>1.551679401415</c:v>
                </c:pt>
                <c:pt idx="84">
                  <c:v>1.550259840445</c:v>
                </c:pt>
                <c:pt idx="85">
                  <c:v>1.55</c:v>
                </c:pt>
                <c:pt idx="86">
                  <c:v>1.550903609403</c:v>
                </c:pt>
                <c:pt idx="87">
                  <c:v>1.552958790771</c:v>
                </c:pt>
                <c:pt idx="88">
                  <c:v>1.556137928922</c:v>
                </c:pt>
                <c:pt idx="89">
                  <c:v>1.560398013505</c:v>
                </c:pt>
                <c:pt idx="90">
                  <c:v>1.565681459912</c:v>
                </c:pt>
                <c:pt idx="91">
                  <c:v>1.571917393334</c:v>
                </c:pt>
                <c:pt idx="92">
                  <c:v>1.579023358246</c:v>
                </c:pt>
                <c:pt idx="93">
                  <c:v>1.586907394843</c:v>
                </c:pt>
                <c:pt idx="94">
                  <c:v>1.595470406055</c:v>
                </c:pt>
                <c:pt idx="95">
                  <c:v>1.604608724601</c:v>
                </c:pt>
                <c:pt idx="96">
                  <c:v>1.614216780243</c:v>
                </c:pt>
                <c:pt idx="97">
                  <c:v>1.624189763328</c:v>
                </c:pt>
                <c:pt idx="98">
                  <c:v>1.634426182111</c:v>
                </c:pt>
                <c:pt idx="99">
                  <c:v>1.644830218111</c:v>
                </c:pt>
                <c:pt idx="100">
                  <c:v>1.655313795163</c:v>
                </c:pt>
                <c:pt idx="101">
                  <c:v>1.665798293276</c:v>
                </c:pt>
                <c:pt idx="102">
                  <c:v>1.676215856642</c:v>
                </c:pt>
                <c:pt idx="103">
                  <c:v>1.686510265152</c:v>
                </c:pt>
                <c:pt idx="104">
                  <c:v>1.696637359211</c:v>
                </c:pt>
                <c:pt idx="105">
                  <c:v>1.706565027418</c:v>
                </c:pt>
                <c:pt idx="106">
                  <c:v>1.716272784727</c:v>
                </c:pt>
                <c:pt idx="107">
                  <c:v>1.725750984145</c:v>
                </c:pt>
                <c:pt idx="108">
                  <c:v>1.73499971731</c:v>
                </c:pt>
                <c:pt idx="109">
                  <c:v>1.744027467969</c:v>
                </c:pt>
                <c:pt idx="110">
                  <c:v>1.752849587437</c:v>
                </c:pt>
                <c:pt idx="111">
                  <c:v>1.761486662548</c:v>
                </c:pt>
                <c:pt idx="112">
                  <c:v>1.76996284487</c:v>
                </c:pt>
                <c:pt idx="113">
                  <c:v>1.778304205349</c:v>
                </c:pt>
                <c:pt idx="114">
                  <c:v>1.78653717176</c:v>
                </c:pt>
                <c:pt idx="115">
                  <c:v>1.794687097861</c:v>
                </c:pt>
                <c:pt idx="116">
                  <c:v>1.802777003671</c:v>
                </c:pt>
                <c:pt idx="117">
                  <c:v>1.810826516308</c:v>
                </c:pt>
                <c:pt idx="118">
                  <c:v>1.81885103087</c:v>
                </c:pt>
                <c:pt idx="119">
                  <c:v>1.826861101287</c:v>
                </c:pt>
                <c:pt idx="120">
                  <c:v>1.834862062301</c:v>
                </c:pt>
                <c:pt idx="121">
                  <c:v>1.842853875879</c:v>
                </c:pt>
                <c:pt idx="122">
                  <c:v>1.850831188645</c:v>
                </c:pt>
                <c:pt idx="123">
                  <c:v>1.858783581362</c:v>
                </c:pt>
                <c:pt idx="124">
                  <c:v>1.866695987092</c:v>
                </c:pt>
                <c:pt idx="125">
                  <c:v>1.874549251455</c:v>
                </c:pt>
                <c:pt idx="126">
                  <c:v>1.882320806221</c:v>
                </c:pt>
                <c:pt idx="127">
                  <c:v>1.889985426364</c:v>
                </c:pt>
                <c:pt idx="128">
                  <c:v>2.110014573636</c:v>
                </c:pt>
                <c:pt idx="129">
                  <c:v>2.117679193779</c:v>
                </c:pt>
                <c:pt idx="130">
                  <c:v>2.125450748545</c:v>
                </c:pt>
                <c:pt idx="131">
                  <c:v>2.133304012908</c:v>
                </c:pt>
                <c:pt idx="132">
                  <c:v>2.141216418638</c:v>
                </c:pt>
                <c:pt idx="133">
                  <c:v>2.149168811355</c:v>
                </c:pt>
                <c:pt idx="134">
                  <c:v>2.157146124121</c:v>
                </c:pt>
                <c:pt idx="135">
                  <c:v>2.165137937699</c:v>
                </c:pt>
                <c:pt idx="136">
                  <c:v>2.173138898713</c:v>
                </c:pt>
                <c:pt idx="137">
                  <c:v>2.18114896913</c:v>
                </c:pt>
                <c:pt idx="138">
                  <c:v>2.189173483692</c:v>
                </c:pt>
                <c:pt idx="139">
                  <c:v>2.197222996329</c:v>
                </c:pt>
                <c:pt idx="140">
                  <c:v>2.205312902139</c:v>
                </c:pt>
                <c:pt idx="141">
                  <c:v>2.21346282824</c:v>
                </c:pt>
                <c:pt idx="142">
                  <c:v>2.221695794651</c:v>
                </c:pt>
                <c:pt idx="143">
                  <c:v>2.23003715513</c:v>
                </c:pt>
                <c:pt idx="144">
                  <c:v>2.238513337452</c:v>
                </c:pt>
                <c:pt idx="145">
                  <c:v>2.247150412563</c:v>
                </c:pt>
                <c:pt idx="146">
                  <c:v>2.255972532031</c:v>
                </c:pt>
                <c:pt idx="147">
                  <c:v>2.26500028269</c:v>
                </c:pt>
                <c:pt idx="148">
                  <c:v>2.274249015855</c:v>
                </c:pt>
                <c:pt idx="149">
                  <c:v>2.283727215273</c:v>
                </c:pt>
                <c:pt idx="150">
                  <c:v>2.293434972582</c:v>
                </c:pt>
                <c:pt idx="151">
                  <c:v>2.303362640789</c:v>
                </c:pt>
                <c:pt idx="152">
                  <c:v>2.313489734848</c:v>
                </c:pt>
                <c:pt idx="153">
                  <c:v>2.323784143358</c:v>
                </c:pt>
                <c:pt idx="154">
                  <c:v>2.334201706724</c:v>
                </c:pt>
                <c:pt idx="155">
                  <c:v>2.344686204837</c:v>
                </c:pt>
                <c:pt idx="156">
                  <c:v>2.355169781889</c:v>
                </c:pt>
                <c:pt idx="157">
                  <c:v>2.365573817889</c:v>
                </c:pt>
                <c:pt idx="158">
                  <c:v>2.375810236672</c:v>
                </c:pt>
                <c:pt idx="159">
                  <c:v>2.385783219757</c:v>
                </c:pt>
                <c:pt idx="160">
                  <c:v>2.395391275399</c:v>
                </c:pt>
                <c:pt idx="161">
                  <c:v>2.404529593945</c:v>
                </c:pt>
                <c:pt idx="162">
                  <c:v>2.413092605157</c:v>
                </c:pt>
                <c:pt idx="163">
                  <c:v>2.420976641754</c:v>
                </c:pt>
                <c:pt idx="164">
                  <c:v>2.428082606666</c:v>
                </c:pt>
                <c:pt idx="165">
                  <c:v>2.434318540088</c:v>
                </c:pt>
                <c:pt idx="166">
                  <c:v>2.439601986495</c:v>
                </c:pt>
                <c:pt idx="167">
                  <c:v>2.443862071078</c:v>
                </c:pt>
                <c:pt idx="168">
                  <c:v>2.447041209229</c:v>
                </c:pt>
                <c:pt idx="169">
                  <c:v>2.449096390597</c:v>
                </c:pt>
                <c:pt idx="170">
                  <c:v>2.45</c:v>
                </c:pt>
                <c:pt idx="171">
                  <c:v>2.449740159555</c:v>
                </c:pt>
                <c:pt idx="172">
                  <c:v>2.448320598585</c:v>
                </c:pt>
                <c:pt idx="173">
                  <c:v>2.445760078674</c:v>
                </c:pt>
                <c:pt idx="174">
                  <c:v>2.442091419586</c:v>
                </c:pt>
                <c:pt idx="175">
                  <c:v>2.437360186569</c:v>
                </c:pt>
                <c:pt idx="176">
                  <c:v>2.431623110192</c:v>
                </c:pt>
                <c:pt idx="177">
                  <c:v>2.42494631592</c:v>
                </c:pt>
                <c:pt idx="178">
                  <c:v>2.417403442151</c:v>
                </c:pt>
                <c:pt idx="179">
                  <c:v>2.409073722663</c:v>
                </c:pt>
                <c:pt idx="180">
                  <c:v>2.400040102963</c:v>
                </c:pt>
                <c:pt idx="181">
                  <c:v>2.390387450704</c:v>
                </c:pt>
                <c:pt idx="182">
                  <c:v>2.380200908925</c:v>
                </c:pt>
                <c:pt idx="183">
                  <c:v>2.369564428513</c:v>
                </c:pt>
                <c:pt idx="184">
                  <c:v>2.358559503665</c:v>
                </c:pt>
                <c:pt idx="185">
                  <c:v>2.347264122275</c:v>
                </c:pt>
                <c:pt idx="186">
                  <c:v>2.335751932513</c:v>
                </c:pt>
                <c:pt idx="187">
                  <c:v>2.324091618025</c:v>
                </c:pt>
                <c:pt idx="188">
                  <c:v>2.312346467318</c:v>
                </c:pt>
                <c:pt idx="189">
                  <c:v>2.300574118112</c:v>
                </c:pt>
                <c:pt idx="190">
                  <c:v>2.288826454603</c:v>
                </c:pt>
                <c:pt idx="191">
                  <c:v>2.277149634515</c:v>
                </c:pt>
                <c:pt idx="192">
                  <c:v>2.265584223147</c:v>
                </c:pt>
                <c:pt idx="193">
                  <c:v>2.254165412989</c:v>
                </c:pt>
                <c:pt idx="194">
                  <c:v>2.242923309611</c:v>
                </c:pt>
                <c:pt idx="195">
                  <c:v>2.231883266913</c:v>
                </c:pt>
                <c:pt idx="196">
                  <c:v>2.221066257401</c:v>
                </c:pt>
                <c:pt idx="197">
                  <c:v>2.210489265492</c:v>
                </c:pt>
                <c:pt idx="198">
                  <c:v>2.200165693991</c:v>
                </c:pt>
                <c:pt idx="199">
                  <c:v>2.19010577559</c:v>
                </c:pt>
                <c:pt idx="200">
                  <c:v>2.18031698267</c:v>
                </c:pt>
                <c:pt idx="201">
                  <c:v>2.170804429657</c:v>
                </c:pt>
                <c:pt idx="202">
                  <c:v>2.161571262961</c:v>
                </c:pt>
                <c:pt idx="203">
                  <c:v>2.152619034025</c:v>
                </c:pt>
                <c:pt idx="204">
                  <c:v>2.14394805138</c:v>
                </c:pt>
                <c:pt idx="205">
                  <c:v>2.135557707916</c:v>
                </c:pt>
                <c:pt idx="206">
                  <c:v>2.127446779858</c:v>
                </c:pt>
                <c:pt idx="207">
                  <c:v>2.119613694274</c:v>
                </c:pt>
                <c:pt idx="208">
                  <c:v>2.112056762339</c:v>
                </c:pt>
                <c:pt idx="209">
                  <c:v>2.10477437611</c:v>
                </c:pt>
                <c:pt idx="210">
                  <c:v>2.097765167146</c:v>
                </c:pt>
                <c:pt idx="211">
                  <c:v>2.091028126083</c:v>
                </c:pt>
                <c:pt idx="212">
                  <c:v>2.084562683042</c:v>
                </c:pt>
                <c:pt idx="213">
                  <c:v>2.078368749707</c:v>
                </c:pt>
                <c:pt idx="214">
                  <c:v>2.072446724794</c:v>
                </c:pt>
                <c:pt idx="215">
                  <c:v>2.066797465625</c:v>
                </c:pt>
                <c:pt idx="216">
                  <c:v>2.061422229369</c:v>
                </c:pt>
                <c:pt idx="217">
                  <c:v>2.056322588325</c:v>
                </c:pt>
                <c:pt idx="218">
                  <c:v>2.05150032422</c:v>
                </c:pt>
                <c:pt idx="219">
                  <c:v>2.046957306903</c:v>
                </c:pt>
                <c:pt idx="220">
                  <c:v>2.04269536295</c:v>
                </c:pt>
                <c:pt idx="221">
                  <c:v>2.038716139524</c:v>
                </c:pt>
                <c:pt idx="222">
                  <c:v>2.0350209684</c:v>
                </c:pt>
                <c:pt idx="223">
                  <c:v>2.031610734306</c:v>
                </c:pt>
                <c:pt idx="224">
                  <c:v>2.028485750775</c:v>
                </c:pt>
                <c:pt idx="225">
                  <c:v>2.025645645562</c:v>
                </c:pt>
                <c:pt idx="226">
                  <c:v>2.023089256493</c:v>
                </c:pt>
                <c:pt idx="227">
                  <c:v>2.020814537458</c:v>
                </c:pt>
                <c:pt idx="228">
                  <c:v>2.018818473252</c:v>
                </c:pt>
                <c:pt idx="229">
                  <c:v>2.01709700129</c:v>
                </c:pt>
                <c:pt idx="230">
                  <c:v>2.015644937841</c:v>
                </c:pt>
                <c:pt idx="231">
                  <c:v>2.014455906519</c:v>
                </c:pt>
                <c:pt idx="232">
                  <c:v>2.013522267343</c:v>
                </c:pt>
                <c:pt idx="233">
                  <c:v>2.01283504564</c:v>
                </c:pt>
                <c:pt idx="234">
                  <c:v>2.012383861469</c:v>
                </c:pt>
                <c:pt idx="235">
                  <c:v>2.012156861906</c:v>
                </c:pt>
                <c:pt idx="236">
                  <c:v>2.012140660279</c:v>
                </c:pt>
                <c:pt idx="237">
                  <c:v>2.01232028823</c:v>
                </c:pt>
                <c:pt idx="238">
                  <c:v>2.012679167918</c:v>
                </c:pt>
                <c:pt idx="239">
                  <c:v>2.013199112801</c:v>
                </c:pt>
                <c:pt idx="240">
                  <c:v>2.013860365875</c:v>
                </c:pt>
                <c:pt idx="241">
                  <c:v>2.014641684002</c:v>
                </c:pt>
                <c:pt idx="242">
                  <c:v>2.015520475925</c:v>
                </c:pt>
                <c:pt idx="243">
                  <c:v>2.016472999679</c:v>
                </c:pt>
                <c:pt idx="244">
                  <c:v>2.017474622473</c:v>
                </c:pt>
                <c:pt idx="245">
                  <c:v>2.018500142869</c:v>
                </c:pt>
                <c:pt idx="246">
                  <c:v>2.019524171333</c:v>
                </c:pt>
                <c:pt idx="247">
                  <c:v>2.020521561339</c:v>
                </c:pt>
                <c:pt idx="248">
                  <c:v>2.021467879327</c:v>
                </c:pt>
                <c:pt idx="249">
                  <c:v>2.022339898357</c:v>
                </c:pt>
                <c:pt idx="250">
                  <c:v>2.023116097403</c:v>
                </c:pt>
                <c:pt idx="251">
                  <c:v>2.023777146319</c:v>
                </c:pt>
                <c:pt idx="252">
                  <c:v>2.024306355626</c:v>
                </c:pt>
                <c:pt idx="253">
                  <c:v>2.024690070577</c:v>
                </c:pt>
                <c:pt idx="254">
                  <c:v>2.024917990569</c:v>
                </c:pt>
                <c:pt idx="255">
                  <c:v>2.024983397726</c:v>
                </c:pt>
                <c:pt idx="256">
                  <c:v>1.975016602274</c:v>
                </c:pt>
              </c:numCache>
            </c:numRef>
          </c:xVal>
          <c:yVal>
            <c:numRef>
              <c:f>'Chart Data'!$F$2:$F$258</c:f>
              <c:numCache>
                <c:formatCode>0.0</c:formatCode>
                <c:ptCount val="257"/>
                <c:pt idx="0">
                  <c:v>69.97743478099</c:v>
                </c:pt>
                <c:pt idx="1">
                  <c:v>69.99304982574</c:v>
                </c:pt>
                <c:pt idx="2">
                  <c:v>70.00866487049</c:v>
                </c:pt>
                <c:pt idx="3">
                  <c:v>70.02427991524</c:v>
                </c:pt>
                <c:pt idx="4">
                  <c:v>70.03989496</c:v>
                </c:pt>
                <c:pt idx="5">
                  <c:v>70.05551000475</c:v>
                </c:pt>
                <c:pt idx="6">
                  <c:v>70.0711250495</c:v>
                </c:pt>
                <c:pt idx="7">
                  <c:v>70.08674009425</c:v>
                </c:pt>
                <c:pt idx="8">
                  <c:v>70.10235513901</c:v>
                </c:pt>
                <c:pt idx="9">
                  <c:v>70.11797018376</c:v>
                </c:pt>
                <c:pt idx="10">
                  <c:v>70.13358522851</c:v>
                </c:pt>
                <c:pt idx="11">
                  <c:v>70.14920027326</c:v>
                </c:pt>
                <c:pt idx="12">
                  <c:v>70.16481531802</c:v>
                </c:pt>
                <c:pt idx="13">
                  <c:v>70.18043036277</c:v>
                </c:pt>
                <c:pt idx="14">
                  <c:v>70.19604540752</c:v>
                </c:pt>
                <c:pt idx="15">
                  <c:v>70.21166045227</c:v>
                </c:pt>
                <c:pt idx="16">
                  <c:v>70.22727549703</c:v>
                </c:pt>
                <c:pt idx="17">
                  <c:v>70.24289054178</c:v>
                </c:pt>
                <c:pt idx="18">
                  <c:v>70.25850558653</c:v>
                </c:pt>
                <c:pt idx="19">
                  <c:v>70.27412063128</c:v>
                </c:pt>
                <c:pt idx="20">
                  <c:v>70.28973567604</c:v>
                </c:pt>
                <c:pt idx="21">
                  <c:v>70.30535072079</c:v>
                </c:pt>
                <c:pt idx="22">
                  <c:v>70.32096576554</c:v>
                </c:pt>
                <c:pt idx="23">
                  <c:v>70.33658081029</c:v>
                </c:pt>
                <c:pt idx="24">
                  <c:v>70.35219585505</c:v>
                </c:pt>
                <c:pt idx="25">
                  <c:v>70.3678108998</c:v>
                </c:pt>
                <c:pt idx="26">
                  <c:v>70.38342594455</c:v>
                </c:pt>
                <c:pt idx="27">
                  <c:v>70.3990409893</c:v>
                </c:pt>
                <c:pt idx="28">
                  <c:v>70.41465603406</c:v>
                </c:pt>
                <c:pt idx="29">
                  <c:v>70.43027107881</c:v>
                </c:pt>
                <c:pt idx="30">
                  <c:v>70.44588612356</c:v>
                </c:pt>
                <c:pt idx="31">
                  <c:v>70.46150116831</c:v>
                </c:pt>
                <c:pt idx="32">
                  <c:v>70.47711621307</c:v>
                </c:pt>
                <c:pt idx="33">
                  <c:v>70.49273125782</c:v>
                </c:pt>
                <c:pt idx="34">
                  <c:v>70.50834630257</c:v>
                </c:pt>
                <c:pt idx="35">
                  <c:v>70.52396134732</c:v>
                </c:pt>
                <c:pt idx="36">
                  <c:v>70.53957639208</c:v>
                </c:pt>
                <c:pt idx="37">
                  <c:v>70.55519143683</c:v>
                </c:pt>
                <c:pt idx="38">
                  <c:v>70.57080648158</c:v>
                </c:pt>
                <c:pt idx="39">
                  <c:v>70.58642152633</c:v>
                </c:pt>
                <c:pt idx="40">
                  <c:v>70.60203657109</c:v>
                </c:pt>
                <c:pt idx="41">
                  <c:v>70.61765161584</c:v>
                </c:pt>
                <c:pt idx="42">
                  <c:v>70.63326666059</c:v>
                </c:pt>
                <c:pt idx="43">
                  <c:v>70.64888170534</c:v>
                </c:pt>
                <c:pt idx="44">
                  <c:v>70.6644967501</c:v>
                </c:pt>
                <c:pt idx="45">
                  <c:v>70.68011179485</c:v>
                </c:pt>
                <c:pt idx="46">
                  <c:v>70.6957268396</c:v>
                </c:pt>
                <c:pt idx="47">
                  <c:v>70.71134188435</c:v>
                </c:pt>
                <c:pt idx="48">
                  <c:v>70.72695692911</c:v>
                </c:pt>
                <c:pt idx="49">
                  <c:v>70.74257197386</c:v>
                </c:pt>
                <c:pt idx="50">
                  <c:v>70.75818701861</c:v>
                </c:pt>
                <c:pt idx="51">
                  <c:v>70.77380206336</c:v>
                </c:pt>
                <c:pt idx="52">
                  <c:v>70.78941710812</c:v>
                </c:pt>
                <c:pt idx="53">
                  <c:v>70.80503215287</c:v>
                </c:pt>
                <c:pt idx="54">
                  <c:v>70.82064719762</c:v>
                </c:pt>
                <c:pt idx="55">
                  <c:v>70.83626224237</c:v>
                </c:pt>
                <c:pt idx="56">
                  <c:v>70.85187728713</c:v>
                </c:pt>
                <c:pt idx="57">
                  <c:v>70.86749233188</c:v>
                </c:pt>
                <c:pt idx="58">
                  <c:v>70.88310737663</c:v>
                </c:pt>
                <c:pt idx="59">
                  <c:v>70.89872242138</c:v>
                </c:pt>
                <c:pt idx="60">
                  <c:v>70.91433746614</c:v>
                </c:pt>
                <c:pt idx="61">
                  <c:v>70.92995251089</c:v>
                </c:pt>
                <c:pt idx="62">
                  <c:v>70.94556755564</c:v>
                </c:pt>
                <c:pt idx="63">
                  <c:v>70.96118260039</c:v>
                </c:pt>
                <c:pt idx="64">
                  <c:v>70.97679764515</c:v>
                </c:pt>
                <c:pt idx="65">
                  <c:v>70.9924126899</c:v>
                </c:pt>
                <c:pt idx="66">
                  <c:v>71.00802773465</c:v>
                </c:pt>
                <c:pt idx="67">
                  <c:v>71.0236427794</c:v>
                </c:pt>
                <c:pt idx="68">
                  <c:v>71.03925782416</c:v>
                </c:pt>
                <c:pt idx="69">
                  <c:v>71.05487286891</c:v>
                </c:pt>
                <c:pt idx="70">
                  <c:v>71.07048791366</c:v>
                </c:pt>
                <c:pt idx="71">
                  <c:v>71.08610295841</c:v>
                </c:pt>
                <c:pt idx="72">
                  <c:v>71.10171800317</c:v>
                </c:pt>
                <c:pt idx="73">
                  <c:v>71.11733304792</c:v>
                </c:pt>
                <c:pt idx="74">
                  <c:v>71.13294809267</c:v>
                </c:pt>
                <c:pt idx="75">
                  <c:v>71.14856313742</c:v>
                </c:pt>
                <c:pt idx="76">
                  <c:v>71.16417818218</c:v>
                </c:pt>
                <c:pt idx="77">
                  <c:v>71.17979322693</c:v>
                </c:pt>
                <c:pt idx="78">
                  <c:v>71.19540827168</c:v>
                </c:pt>
                <c:pt idx="79">
                  <c:v>71.21102331643</c:v>
                </c:pt>
                <c:pt idx="80">
                  <c:v>71.22663836119</c:v>
                </c:pt>
                <c:pt idx="81">
                  <c:v>71.24225340594</c:v>
                </c:pt>
                <c:pt idx="82">
                  <c:v>71.25786845069</c:v>
                </c:pt>
                <c:pt idx="83">
                  <c:v>71.27348349544</c:v>
                </c:pt>
                <c:pt idx="84">
                  <c:v>71.2890985402</c:v>
                </c:pt>
                <c:pt idx="85">
                  <c:v>71.30471358495</c:v>
                </c:pt>
                <c:pt idx="86">
                  <c:v>71.3203286297</c:v>
                </c:pt>
                <c:pt idx="87">
                  <c:v>71.33594367445</c:v>
                </c:pt>
                <c:pt idx="88">
                  <c:v>71.35155871921</c:v>
                </c:pt>
                <c:pt idx="89">
                  <c:v>71.36717376396</c:v>
                </c:pt>
                <c:pt idx="90">
                  <c:v>71.38278880871</c:v>
                </c:pt>
                <c:pt idx="91">
                  <c:v>71.39840385346</c:v>
                </c:pt>
                <c:pt idx="92">
                  <c:v>71.41401889822</c:v>
                </c:pt>
                <c:pt idx="93">
                  <c:v>71.42963394297</c:v>
                </c:pt>
                <c:pt idx="94">
                  <c:v>71.44524898772</c:v>
                </c:pt>
                <c:pt idx="95">
                  <c:v>71.46086403247</c:v>
                </c:pt>
                <c:pt idx="96">
                  <c:v>71.47647907723</c:v>
                </c:pt>
                <c:pt idx="97">
                  <c:v>71.49209412198</c:v>
                </c:pt>
                <c:pt idx="98">
                  <c:v>71.50770916673</c:v>
                </c:pt>
                <c:pt idx="99">
                  <c:v>71.52332421148</c:v>
                </c:pt>
                <c:pt idx="100">
                  <c:v>71.53893925624</c:v>
                </c:pt>
                <c:pt idx="101">
                  <c:v>71.55455430099</c:v>
                </c:pt>
                <c:pt idx="102">
                  <c:v>71.57016934574</c:v>
                </c:pt>
                <c:pt idx="103">
                  <c:v>71.58578439049</c:v>
                </c:pt>
                <c:pt idx="104">
                  <c:v>71.60139943525</c:v>
                </c:pt>
                <c:pt idx="105">
                  <c:v>71.61701448</c:v>
                </c:pt>
                <c:pt idx="106">
                  <c:v>71.63262952475</c:v>
                </c:pt>
                <c:pt idx="107">
                  <c:v>71.6482445695</c:v>
                </c:pt>
                <c:pt idx="108">
                  <c:v>71.66385961426</c:v>
                </c:pt>
                <c:pt idx="109">
                  <c:v>71.67947465901</c:v>
                </c:pt>
                <c:pt idx="110">
                  <c:v>71.69508970376</c:v>
                </c:pt>
                <c:pt idx="111">
                  <c:v>71.71070474851</c:v>
                </c:pt>
                <c:pt idx="112">
                  <c:v>71.72631979327</c:v>
                </c:pt>
                <c:pt idx="113">
                  <c:v>71.74193483802</c:v>
                </c:pt>
                <c:pt idx="114">
                  <c:v>71.75754988277</c:v>
                </c:pt>
                <c:pt idx="115">
                  <c:v>71.77316492752</c:v>
                </c:pt>
                <c:pt idx="116">
                  <c:v>71.78877997228</c:v>
                </c:pt>
                <c:pt idx="117">
                  <c:v>71.80439501703</c:v>
                </c:pt>
                <c:pt idx="118">
                  <c:v>71.82001006178</c:v>
                </c:pt>
                <c:pt idx="119">
                  <c:v>71.83562510653</c:v>
                </c:pt>
                <c:pt idx="120">
                  <c:v>71.85124015129</c:v>
                </c:pt>
                <c:pt idx="121">
                  <c:v>71.86685519604</c:v>
                </c:pt>
                <c:pt idx="122">
                  <c:v>71.88247024079</c:v>
                </c:pt>
                <c:pt idx="123">
                  <c:v>71.89808528554</c:v>
                </c:pt>
                <c:pt idx="124">
                  <c:v>71.91370033029</c:v>
                </c:pt>
                <c:pt idx="125">
                  <c:v>71.92931537505</c:v>
                </c:pt>
                <c:pt idx="126">
                  <c:v>71.9449304198</c:v>
                </c:pt>
                <c:pt idx="127">
                  <c:v>71.96054546455</c:v>
                </c:pt>
                <c:pt idx="128">
                  <c:v>71.96054546455</c:v>
                </c:pt>
                <c:pt idx="129">
                  <c:v>71.9449304198</c:v>
                </c:pt>
                <c:pt idx="130">
                  <c:v>71.92931537505</c:v>
                </c:pt>
                <c:pt idx="131">
                  <c:v>71.91370033029</c:v>
                </c:pt>
                <c:pt idx="132">
                  <c:v>71.89808528554</c:v>
                </c:pt>
                <c:pt idx="133">
                  <c:v>71.88247024079</c:v>
                </c:pt>
                <c:pt idx="134">
                  <c:v>71.86685519604</c:v>
                </c:pt>
                <c:pt idx="135">
                  <c:v>71.85124015129</c:v>
                </c:pt>
                <c:pt idx="136">
                  <c:v>71.83562510653</c:v>
                </c:pt>
                <c:pt idx="137">
                  <c:v>71.82001006178</c:v>
                </c:pt>
                <c:pt idx="138">
                  <c:v>71.80439501703</c:v>
                </c:pt>
                <c:pt idx="139">
                  <c:v>71.78877997228</c:v>
                </c:pt>
                <c:pt idx="140">
                  <c:v>71.77316492752</c:v>
                </c:pt>
                <c:pt idx="141">
                  <c:v>71.75754988277</c:v>
                </c:pt>
                <c:pt idx="142">
                  <c:v>71.74193483802</c:v>
                </c:pt>
                <c:pt idx="143">
                  <c:v>71.72631979327</c:v>
                </c:pt>
                <c:pt idx="144">
                  <c:v>71.71070474851</c:v>
                </c:pt>
                <c:pt idx="145">
                  <c:v>71.69508970376</c:v>
                </c:pt>
                <c:pt idx="146">
                  <c:v>71.67947465901</c:v>
                </c:pt>
                <c:pt idx="147">
                  <c:v>71.66385961426</c:v>
                </c:pt>
                <c:pt idx="148">
                  <c:v>71.6482445695</c:v>
                </c:pt>
                <c:pt idx="149">
                  <c:v>71.63262952475</c:v>
                </c:pt>
                <c:pt idx="150">
                  <c:v>71.61701448</c:v>
                </c:pt>
                <c:pt idx="151">
                  <c:v>71.60139943525</c:v>
                </c:pt>
                <c:pt idx="152">
                  <c:v>71.58578439049</c:v>
                </c:pt>
                <c:pt idx="153">
                  <c:v>71.57016934574</c:v>
                </c:pt>
                <c:pt idx="154">
                  <c:v>71.55455430099</c:v>
                </c:pt>
                <c:pt idx="155">
                  <c:v>71.53893925624</c:v>
                </c:pt>
                <c:pt idx="156">
                  <c:v>71.52332421148</c:v>
                </c:pt>
                <c:pt idx="157">
                  <c:v>71.50770916673</c:v>
                </c:pt>
                <c:pt idx="158">
                  <c:v>71.49209412198</c:v>
                </c:pt>
                <c:pt idx="159">
                  <c:v>71.47647907723</c:v>
                </c:pt>
                <c:pt idx="160">
                  <c:v>71.46086403247</c:v>
                </c:pt>
                <c:pt idx="161">
                  <c:v>71.44524898772</c:v>
                </c:pt>
                <c:pt idx="162">
                  <c:v>71.42963394297</c:v>
                </c:pt>
                <c:pt idx="163">
                  <c:v>71.41401889822</c:v>
                </c:pt>
                <c:pt idx="164">
                  <c:v>71.39840385346</c:v>
                </c:pt>
                <c:pt idx="165">
                  <c:v>71.38278880871</c:v>
                </c:pt>
                <c:pt idx="166">
                  <c:v>71.36717376396</c:v>
                </c:pt>
                <c:pt idx="167">
                  <c:v>71.35155871921</c:v>
                </c:pt>
                <c:pt idx="168">
                  <c:v>71.33594367445</c:v>
                </c:pt>
                <c:pt idx="169">
                  <c:v>71.3203286297</c:v>
                </c:pt>
                <c:pt idx="170">
                  <c:v>71.30471358495</c:v>
                </c:pt>
                <c:pt idx="171">
                  <c:v>71.2890985402</c:v>
                </c:pt>
                <c:pt idx="172">
                  <c:v>71.27348349544</c:v>
                </c:pt>
                <c:pt idx="173">
                  <c:v>71.25786845069</c:v>
                </c:pt>
                <c:pt idx="174">
                  <c:v>71.24225340594</c:v>
                </c:pt>
                <c:pt idx="175">
                  <c:v>71.22663836119</c:v>
                </c:pt>
                <c:pt idx="176">
                  <c:v>71.21102331643</c:v>
                </c:pt>
                <c:pt idx="177">
                  <c:v>71.19540827168</c:v>
                </c:pt>
                <c:pt idx="178">
                  <c:v>71.17979322693</c:v>
                </c:pt>
                <c:pt idx="179">
                  <c:v>71.16417818218</c:v>
                </c:pt>
                <c:pt idx="180">
                  <c:v>71.14856313742</c:v>
                </c:pt>
                <c:pt idx="181">
                  <c:v>71.13294809267</c:v>
                </c:pt>
                <c:pt idx="182">
                  <c:v>71.11733304792</c:v>
                </c:pt>
                <c:pt idx="183">
                  <c:v>71.10171800317</c:v>
                </c:pt>
                <c:pt idx="184">
                  <c:v>71.08610295841</c:v>
                </c:pt>
                <c:pt idx="185">
                  <c:v>71.07048791366</c:v>
                </c:pt>
                <c:pt idx="186">
                  <c:v>71.05487286891</c:v>
                </c:pt>
                <c:pt idx="187">
                  <c:v>71.03925782416</c:v>
                </c:pt>
                <c:pt idx="188">
                  <c:v>71.0236427794</c:v>
                </c:pt>
                <c:pt idx="189">
                  <c:v>71.00802773465</c:v>
                </c:pt>
                <c:pt idx="190">
                  <c:v>70.9924126899</c:v>
                </c:pt>
                <c:pt idx="191">
                  <c:v>70.97679764515</c:v>
                </c:pt>
                <c:pt idx="192">
                  <c:v>70.96118260039</c:v>
                </c:pt>
                <c:pt idx="193">
                  <c:v>70.94556755564</c:v>
                </c:pt>
                <c:pt idx="194">
                  <c:v>70.92995251089</c:v>
                </c:pt>
                <c:pt idx="195">
                  <c:v>70.91433746614</c:v>
                </c:pt>
                <c:pt idx="196">
                  <c:v>70.89872242138</c:v>
                </c:pt>
                <c:pt idx="197">
                  <c:v>70.88310737663</c:v>
                </c:pt>
                <c:pt idx="198">
                  <c:v>70.86749233188</c:v>
                </c:pt>
                <c:pt idx="199">
                  <c:v>70.85187728713</c:v>
                </c:pt>
                <c:pt idx="200">
                  <c:v>70.83626224237</c:v>
                </c:pt>
                <c:pt idx="201">
                  <c:v>70.82064719762</c:v>
                </c:pt>
                <c:pt idx="202">
                  <c:v>70.80503215287</c:v>
                </c:pt>
                <c:pt idx="203">
                  <c:v>70.78941710812</c:v>
                </c:pt>
                <c:pt idx="204">
                  <c:v>70.77380206336</c:v>
                </c:pt>
                <c:pt idx="205">
                  <c:v>70.75818701861</c:v>
                </c:pt>
                <c:pt idx="206">
                  <c:v>70.74257197386</c:v>
                </c:pt>
                <c:pt idx="207">
                  <c:v>70.72695692911</c:v>
                </c:pt>
                <c:pt idx="208">
                  <c:v>70.71134188435</c:v>
                </c:pt>
                <c:pt idx="209">
                  <c:v>70.6957268396</c:v>
                </c:pt>
                <c:pt idx="210">
                  <c:v>70.68011179485</c:v>
                </c:pt>
                <c:pt idx="211">
                  <c:v>70.6644967501</c:v>
                </c:pt>
                <c:pt idx="212">
                  <c:v>70.64888170534</c:v>
                </c:pt>
                <c:pt idx="213">
                  <c:v>70.63326666059</c:v>
                </c:pt>
                <c:pt idx="214">
                  <c:v>70.61765161584</c:v>
                </c:pt>
                <c:pt idx="215">
                  <c:v>70.60203657109</c:v>
                </c:pt>
                <c:pt idx="216">
                  <c:v>70.58642152633</c:v>
                </c:pt>
                <c:pt idx="217">
                  <c:v>70.57080648158</c:v>
                </c:pt>
                <c:pt idx="218">
                  <c:v>70.55519143683</c:v>
                </c:pt>
                <c:pt idx="219">
                  <c:v>70.53957639208</c:v>
                </c:pt>
                <c:pt idx="220">
                  <c:v>70.52396134732</c:v>
                </c:pt>
                <c:pt idx="221">
                  <c:v>70.50834630257</c:v>
                </c:pt>
                <c:pt idx="222">
                  <c:v>70.49273125782</c:v>
                </c:pt>
                <c:pt idx="223">
                  <c:v>70.47711621307</c:v>
                </c:pt>
                <c:pt idx="224">
                  <c:v>70.46150116831</c:v>
                </c:pt>
                <c:pt idx="225">
                  <c:v>70.44588612356</c:v>
                </c:pt>
                <c:pt idx="226">
                  <c:v>70.43027107881</c:v>
                </c:pt>
                <c:pt idx="227">
                  <c:v>70.41465603406</c:v>
                </c:pt>
                <c:pt idx="228">
                  <c:v>70.3990409893</c:v>
                </c:pt>
                <c:pt idx="229">
                  <c:v>70.38342594455</c:v>
                </c:pt>
                <c:pt idx="230">
                  <c:v>70.3678108998</c:v>
                </c:pt>
                <c:pt idx="231">
                  <c:v>70.35219585505</c:v>
                </c:pt>
                <c:pt idx="232">
                  <c:v>70.33658081029</c:v>
                </c:pt>
                <c:pt idx="233">
                  <c:v>70.32096576554</c:v>
                </c:pt>
                <c:pt idx="234">
                  <c:v>70.30535072079</c:v>
                </c:pt>
                <c:pt idx="235">
                  <c:v>70.28973567604</c:v>
                </c:pt>
                <c:pt idx="236">
                  <c:v>70.27412063128</c:v>
                </c:pt>
                <c:pt idx="237">
                  <c:v>70.25850558653</c:v>
                </c:pt>
                <c:pt idx="238">
                  <c:v>70.24289054178</c:v>
                </c:pt>
                <c:pt idx="239">
                  <c:v>70.22727549703</c:v>
                </c:pt>
                <c:pt idx="240">
                  <c:v>70.21166045227</c:v>
                </c:pt>
                <c:pt idx="241">
                  <c:v>70.19604540752</c:v>
                </c:pt>
                <c:pt idx="242">
                  <c:v>70.18043036277</c:v>
                </c:pt>
                <c:pt idx="243">
                  <c:v>70.16481531802</c:v>
                </c:pt>
                <c:pt idx="244">
                  <c:v>70.14920027326</c:v>
                </c:pt>
                <c:pt idx="245">
                  <c:v>70.13358522851</c:v>
                </c:pt>
                <c:pt idx="246">
                  <c:v>70.11797018376</c:v>
                </c:pt>
                <c:pt idx="247">
                  <c:v>70.10235513901</c:v>
                </c:pt>
                <c:pt idx="248">
                  <c:v>70.08674009425</c:v>
                </c:pt>
                <c:pt idx="249">
                  <c:v>70.0711250495</c:v>
                </c:pt>
                <c:pt idx="250">
                  <c:v>70.05551000475</c:v>
                </c:pt>
                <c:pt idx="251">
                  <c:v>70.03989496</c:v>
                </c:pt>
                <c:pt idx="252">
                  <c:v>70.02427991524</c:v>
                </c:pt>
                <c:pt idx="253">
                  <c:v>70.00866487049</c:v>
                </c:pt>
                <c:pt idx="254">
                  <c:v>69.99304982574</c:v>
                </c:pt>
                <c:pt idx="255">
                  <c:v>69.97743478099</c:v>
                </c:pt>
                <c:pt idx="256">
                  <c:v>69.97743478099</c:v>
                </c:pt>
              </c:numCache>
            </c:numRef>
          </c:yVal>
        </c:ser>
        <c:ser>
          <c:idx val="3"/>
          <c:order val="3"/>
          <c:tx>
            <c:v>C1.4</c:v>
          </c:tx>
          <c:spPr>
            <a:solidFill>
              <a:srgbClr val="D62728"/>
            </a:solidFill>
            <a:ln w="23813">
              <a:solidFill>
                <a:srgbClr val="D62728"/>
              </a:solidFill>
            </a:ln>
          </c:spPr>
          <c:marker>
            <c:symbol val="none"/>
          </c:marker>
          <c:xVal>
            <c:numRef>
              <c:f>'Chart Data'!$G$2:$G$258</c:f>
              <c:numCache>
                <c:formatCode>General</c:formatCode>
                <c:ptCount val="257"/>
                <c:pt idx="0">
                  <c:v>2.849582265053</c:v>
                </c:pt>
                <c:pt idx="1">
                  <c:v>2.84594469765</c:v>
                </c:pt>
                <c:pt idx="2">
                  <c:v>2.842483300331</c:v>
                </c:pt>
                <c:pt idx="3">
                  <c:v>2.839201005274</c:v>
                </c:pt>
                <c:pt idx="4">
                  <c:v>2.836098241813</c:v>
                </c:pt>
                <c:pt idx="5">
                  <c:v>2.833172870706</c:v>
                </c:pt>
                <c:pt idx="6">
                  <c:v>2.830420151087</c:v>
                </c:pt>
                <c:pt idx="7">
                  <c:v>2.827832740995</c:v>
                </c:pt>
                <c:pt idx="8">
                  <c:v>2.825400731836</c:v>
                </c:pt>
                <c:pt idx="9">
                  <c:v>2.823111716655</c:v>
                </c:pt>
                <c:pt idx="10">
                  <c:v>2.820950891573</c:v>
                </c:pt>
                <c:pt idx="11">
                  <c:v>2.818901189315</c:v>
                </c:pt>
                <c:pt idx="12">
                  <c:v>2.8169434433</c:v>
                </c:pt>
                <c:pt idx="13">
                  <c:v>2.815056580362</c:v>
                </c:pt>
                <c:pt idx="14">
                  <c:v>2.81321783985</c:v>
                </c:pt>
                <c:pt idx="15">
                  <c:v>2.811403016522</c:v>
                </c:pt>
                <c:pt idx="16">
                  <c:v>2.809586724402</c:v>
                </c:pt>
                <c:pt idx="17">
                  <c:v>2.807742678568</c:v>
                </c:pt>
                <c:pt idx="18">
                  <c:v>2.805843991673</c:v>
                </c:pt>
                <c:pt idx="19">
                  <c:v>2.803863481877</c:v>
                </c:pt>
                <c:pt idx="20">
                  <c:v>2.801773988816</c:v>
                </c:pt>
                <c:pt idx="21">
                  <c:v>2.799548694172</c:v>
                </c:pt>
                <c:pt idx="22">
                  <c:v>2.79716144343</c:v>
                </c:pt>
                <c:pt idx="23">
                  <c:v>2.794587065411</c:v>
                </c:pt>
                <c:pt idx="24">
                  <c:v>2.791801686223</c:v>
                </c:pt>
                <c:pt idx="25">
                  <c:v>2.78878303437</c:v>
                </c:pt>
                <c:pt idx="26">
                  <c:v>2.785510733793</c:v>
                </c:pt>
                <c:pt idx="27">
                  <c:v>2.781966581772</c:v>
                </c:pt>
                <c:pt idx="28">
                  <c:v>2.778134808694</c:v>
                </c:pt>
                <c:pt idx="29">
                  <c:v>2.774002316838</c:v>
                </c:pt>
                <c:pt idx="30">
                  <c:v>2.76955889547</c:v>
                </c:pt>
                <c:pt idx="31">
                  <c:v>2.764797409677</c:v>
                </c:pt>
                <c:pt idx="32">
                  <c:v>2.759713960562</c:v>
                </c:pt>
                <c:pt idx="33">
                  <c:v>2.754308014598</c:v>
                </c:pt>
                <c:pt idx="34">
                  <c:v>2.748582500157</c:v>
                </c:pt>
                <c:pt idx="35">
                  <c:v>2.742543869468</c:v>
                </c:pt>
                <c:pt idx="36">
                  <c:v>2.736202124527</c:v>
                </c:pt>
                <c:pt idx="37">
                  <c:v>2.729570805765</c:v>
                </c:pt>
                <c:pt idx="38">
                  <c:v>2.722666942641</c:v>
                </c:pt>
                <c:pt idx="39">
                  <c:v>2.715510965656</c:v>
                </c:pt>
                <c:pt idx="40">
                  <c:v>2.708126579719</c:v>
                </c:pt>
                <c:pt idx="41">
                  <c:v>2.700540599192</c:v>
                </c:pt>
                <c:pt idx="42">
                  <c:v>2.69278274544</c:v>
                </c:pt>
                <c:pt idx="43">
                  <c:v>2.684885408162</c:v>
                </c:pt>
                <c:pt idx="44">
                  <c:v>2.67688337231</c:v>
                </c:pt>
                <c:pt idx="45">
                  <c:v>2.668813512909</c:v>
                </c:pt>
                <c:pt idx="46">
                  <c:v>2.660714460604</c:v>
                </c:pt>
                <c:pt idx="47">
                  <c:v>2.652626241278</c:v>
                </c:pt>
                <c:pt idx="48">
                  <c:v>2.644589893576</c:v>
                </c:pt>
                <c:pt idx="49">
                  <c:v>2.636647068615</c:v>
                </c:pt>
                <c:pt idx="50">
                  <c:v>2.628839616593</c:v>
                </c:pt>
                <c:pt idx="51">
                  <c:v>2.621209165362</c:v>
                </c:pt>
                <c:pt idx="52">
                  <c:v>2.61379669632</c:v>
                </c:pt>
                <c:pt idx="53">
                  <c:v>2.606642123199</c:v>
                </c:pt>
                <c:pt idx="54">
                  <c:v>2.599783879455</c:v>
                </c:pt>
                <c:pt idx="55">
                  <c:v>2.593258519988</c:v>
                </c:pt>
                <c:pt idx="56">
                  <c:v>2.587100342883</c:v>
                </c:pt>
                <c:pt idx="57">
                  <c:v>2.581341036646</c:v>
                </c:pt>
                <c:pt idx="58">
                  <c:v>2.576009358188</c:v>
                </c:pt>
                <c:pt idx="59">
                  <c:v>2.571130846387</c:v>
                </c:pt>
                <c:pt idx="60">
                  <c:v>2.566727575606</c:v>
                </c:pt>
                <c:pt idx="61">
                  <c:v>2.562817952951</c:v>
                </c:pt>
                <c:pt idx="62">
                  <c:v>2.559416562437</c:v>
                </c:pt>
                <c:pt idx="63">
                  <c:v>2.556534058455</c:v>
                </c:pt>
                <c:pt idx="64">
                  <c:v>2.554177110182</c:v>
                </c:pt>
                <c:pt idx="65">
                  <c:v>2.552348397748</c:v>
                </c:pt>
                <c:pt idx="66">
                  <c:v>2.551046660097</c:v>
                </c:pt>
                <c:pt idx="67">
                  <c:v>2.550266793649</c:v>
                </c:pt>
                <c:pt idx="68">
                  <c:v>2.55</c:v>
                </c:pt>
                <c:pt idx="69">
                  <c:v>2.550233980078</c:v>
                </c:pt>
                <c:pt idx="70">
                  <c:v>2.550953171402</c:v>
                </c:pt>
                <c:pt idx="71">
                  <c:v>2.552139024383</c:v>
                </c:pt>
                <c:pt idx="72">
                  <c:v>2.553770312947</c:v>
                </c:pt>
                <c:pt idx="73">
                  <c:v>2.55582347425</c:v>
                </c:pt>
                <c:pt idx="74">
                  <c:v>2.558272971788</c:v>
                </c:pt>
                <c:pt idx="75">
                  <c:v>2.56109167589</c:v>
                </c:pt>
                <c:pt idx="76">
                  <c:v>2.564251255354</c:v>
                </c:pt>
                <c:pt idx="77">
                  <c:v>2.567722573925</c:v>
                </c:pt>
                <c:pt idx="78">
                  <c:v>2.571476085292</c:v>
                </c:pt>
                <c:pt idx="79">
                  <c:v>2.575482220494</c:v>
                </c:pt>
                <c:pt idx="80">
                  <c:v>2.579711761822</c:v>
                </c:pt>
                <c:pt idx="81">
                  <c:v>2.584136197709</c:v>
                </c:pt>
                <c:pt idx="82">
                  <c:v>2.588728053562</c:v>
                </c:pt>
                <c:pt idx="83">
                  <c:v>2.593461194001</c:v>
                </c:pt>
                <c:pt idx="84">
                  <c:v>2.598311092631</c:v>
                </c:pt>
                <c:pt idx="85">
                  <c:v>2.603255066107</c:v>
                </c:pt>
                <c:pt idx="86">
                  <c:v>2.608272469987</c:v>
                </c:pt>
                <c:pt idx="87">
                  <c:v>2.613344854582</c:v>
                </c:pt>
                <c:pt idx="88">
                  <c:v>2.618456079774</c:v>
                </c:pt>
                <c:pt idx="89">
                  <c:v>2.6235923885</c:v>
                </c:pt>
                <c:pt idx="90">
                  <c:v>2.628742439306</c:v>
                </c:pt>
                <c:pt idx="91">
                  <c:v>2.633897299085</c:v>
                </c:pt>
                <c:pt idx="92">
                  <c:v>2.639050397689</c:v>
                </c:pt>
                <c:pt idx="93">
                  <c:v>2.64419744675</c:v>
                </c:pt>
                <c:pt idx="94">
                  <c:v>2.649336325493</c:v>
                </c:pt>
                <c:pt idx="95">
                  <c:v>2.654466936788</c:v>
                </c:pt>
                <c:pt idx="96">
                  <c:v>2.659591037047</c:v>
                </c:pt>
                <c:pt idx="97">
                  <c:v>2.664712043829</c:v>
                </c:pt>
                <c:pt idx="98">
                  <c:v>2.669834825233</c:v>
                </c:pt>
                <c:pt idx="99">
                  <c:v>2.674965475252</c:v>
                </c:pt>
                <c:pt idx="100">
                  <c:v>2.680111079307</c:v>
                </c:pt>
                <c:pt idx="101">
                  <c:v>2.685279474137</c:v>
                </c:pt>
                <c:pt idx="102">
                  <c:v>2.690479006112</c:v>
                </c:pt>
                <c:pt idx="103">
                  <c:v>2.695718291853</c:v>
                </c:pt>
                <c:pt idx="104">
                  <c:v>2.701005984833</c:v>
                </c:pt>
                <c:pt idx="105">
                  <c:v>2.706350551327</c:v>
                </c:pt>
                <c:pt idx="106">
                  <c:v>2.711760058799</c:v>
                </c:pt>
                <c:pt idx="107">
                  <c:v>2.71724197941</c:v>
                </c:pt>
                <c:pt idx="108">
                  <c:v>2.722803011027</c:v>
                </c:pt>
                <c:pt idx="109">
                  <c:v>2.728448917643</c:v>
                </c:pt>
                <c:pt idx="110">
                  <c:v>2.734184390797</c:v>
                </c:pt>
                <c:pt idx="111">
                  <c:v>2.740012933133</c:v>
                </c:pt>
                <c:pt idx="112">
                  <c:v>2.745936764862</c:v>
                </c:pt>
                <c:pt idx="113">
                  <c:v>2.751956753516</c:v>
                </c:pt>
                <c:pt idx="114">
                  <c:v>2.758072367021</c:v>
                </c:pt>
                <c:pt idx="115">
                  <c:v>2.764281649754</c:v>
                </c:pt>
                <c:pt idx="116">
                  <c:v>2.77058122097</c:v>
                </c:pt>
                <c:pt idx="117">
                  <c:v>2.776966294659</c:v>
                </c:pt>
                <c:pt idx="118">
                  <c:v>2.783430719663</c:v>
                </c:pt>
                <c:pt idx="119">
                  <c:v>2.78996703865</c:v>
                </c:pt>
                <c:pt idx="120">
                  <c:v>2.796566564344</c:v>
                </c:pt>
                <c:pt idx="121">
                  <c:v>2.803219471255</c:v>
                </c:pt>
                <c:pt idx="122">
                  <c:v>2.809914901039</c:v>
                </c:pt>
                <c:pt idx="123">
                  <c:v>2.816641079488</c:v>
                </c:pt>
                <c:pt idx="124">
                  <c:v>2.823385443138</c:v>
                </c:pt>
                <c:pt idx="125">
                  <c:v>2.830134773407</c:v>
                </c:pt>
                <c:pt idx="126">
                  <c:v>2.836875336186</c:v>
                </c:pt>
                <c:pt idx="127">
                  <c:v>2.843593024836</c:v>
                </c:pt>
                <c:pt idx="128">
                  <c:v>3.156406975164</c:v>
                </c:pt>
                <c:pt idx="129">
                  <c:v>3.163124663814</c:v>
                </c:pt>
                <c:pt idx="130">
                  <c:v>3.169865226593</c:v>
                </c:pt>
                <c:pt idx="131">
                  <c:v>3.176614556862</c:v>
                </c:pt>
                <c:pt idx="132">
                  <c:v>3.183358920512</c:v>
                </c:pt>
                <c:pt idx="133">
                  <c:v>3.190085098961</c:v>
                </c:pt>
                <c:pt idx="134">
                  <c:v>3.196780528745</c:v>
                </c:pt>
                <c:pt idx="135">
                  <c:v>3.203433435656</c:v>
                </c:pt>
                <c:pt idx="136">
                  <c:v>3.21003296135</c:v>
                </c:pt>
                <c:pt idx="137">
                  <c:v>3.216569280337</c:v>
                </c:pt>
                <c:pt idx="138">
                  <c:v>3.223033705341</c:v>
                </c:pt>
                <c:pt idx="139">
                  <c:v>3.22941877903</c:v>
                </c:pt>
                <c:pt idx="140">
                  <c:v>3.235718350246</c:v>
                </c:pt>
                <c:pt idx="141">
                  <c:v>3.241927632979</c:v>
                </c:pt>
                <c:pt idx="142">
                  <c:v>3.248043246484</c:v>
                </c:pt>
                <c:pt idx="143">
                  <c:v>3.254063235138</c:v>
                </c:pt>
                <c:pt idx="144">
                  <c:v>3.259987066867</c:v>
                </c:pt>
                <c:pt idx="145">
                  <c:v>3.265815609203</c:v>
                </c:pt>
                <c:pt idx="146">
                  <c:v>3.271551082357</c:v>
                </c:pt>
                <c:pt idx="147">
                  <c:v>3.277196988973</c:v>
                </c:pt>
                <c:pt idx="148">
                  <c:v>3.28275802059</c:v>
                </c:pt>
                <c:pt idx="149">
                  <c:v>3.288239941201</c:v>
                </c:pt>
                <c:pt idx="150">
                  <c:v>3.293649448673</c:v>
                </c:pt>
                <c:pt idx="151">
                  <c:v>3.298994015167</c:v>
                </c:pt>
                <c:pt idx="152">
                  <c:v>3.304281708147</c:v>
                </c:pt>
                <c:pt idx="153">
                  <c:v>3.309520993888</c:v>
                </c:pt>
                <c:pt idx="154">
                  <c:v>3.314720525863</c:v>
                </c:pt>
                <c:pt idx="155">
                  <c:v>3.319888920693</c:v>
                </c:pt>
                <c:pt idx="156">
                  <c:v>3.325034524748</c:v>
                </c:pt>
                <c:pt idx="157">
                  <c:v>3.330165174767</c:v>
                </c:pt>
                <c:pt idx="158">
                  <c:v>3.335287956171</c:v>
                </c:pt>
                <c:pt idx="159">
                  <c:v>3.340408962953</c:v>
                </c:pt>
                <c:pt idx="160">
                  <c:v>3.345533063212</c:v>
                </c:pt>
                <c:pt idx="161">
                  <c:v>3.350663674507</c:v>
                </c:pt>
                <c:pt idx="162">
                  <c:v>3.35580255325</c:v>
                </c:pt>
                <c:pt idx="163">
                  <c:v>3.360949602311</c:v>
                </c:pt>
                <c:pt idx="164">
                  <c:v>3.366102700915</c:v>
                </c:pt>
                <c:pt idx="165">
                  <c:v>3.371257560694</c:v>
                </c:pt>
                <c:pt idx="166">
                  <c:v>3.3764076115</c:v>
                </c:pt>
                <c:pt idx="167">
                  <c:v>3.381543920226</c:v>
                </c:pt>
                <c:pt idx="168">
                  <c:v>3.386655145418</c:v>
                </c:pt>
                <c:pt idx="169">
                  <c:v>3.391727530013</c:v>
                </c:pt>
                <c:pt idx="170">
                  <c:v>3.396744933893</c:v>
                </c:pt>
                <c:pt idx="171">
                  <c:v>3.401688907369</c:v>
                </c:pt>
                <c:pt idx="172">
                  <c:v>3.406538805999</c:v>
                </c:pt>
                <c:pt idx="173">
                  <c:v>3.411271946438</c:v>
                </c:pt>
                <c:pt idx="174">
                  <c:v>3.415863802291</c:v>
                </c:pt>
                <c:pt idx="175">
                  <c:v>3.420288238178</c:v>
                </c:pt>
                <c:pt idx="176">
                  <c:v>3.424517779506</c:v>
                </c:pt>
                <c:pt idx="177">
                  <c:v>3.428523914708</c:v>
                </c:pt>
                <c:pt idx="178">
                  <c:v>3.432277426075</c:v>
                </c:pt>
                <c:pt idx="179">
                  <c:v>3.435748744646</c:v>
                </c:pt>
                <c:pt idx="180">
                  <c:v>3.43890832411</c:v>
                </c:pt>
                <c:pt idx="181">
                  <c:v>3.441727028212</c:v>
                </c:pt>
                <c:pt idx="182">
                  <c:v>3.44417652575</c:v>
                </c:pt>
                <c:pt idx="183">
                  <c:v>3.446229687053</c:v>
                </c:pt>
                <c:pt idx="184">
                  <c:v>3.447860975617</c:v>
                </c:pt>
                <c:pt idx="185">
                  <c:v>3.449046828598</c:v>
                </c:pt>
                <c:pt idx="186">
                  <c:v>3.449766019922</c:v>
                </c:pt>
                <c:pt idx="187">
                  <c:v>3.45</c:v>
                </c:pt>
                <c:pt idx="188">
                  <c:v>3.449733206351</c:v>
                </c:pt>
                <c:pt idx="189">
                  <c:v>3.448953339903</c:v>
                </c:pt>
                <c:pt idx="190">
                  <c:v>3.447651602252</c:v>
                </c:pt>
                <c:pt idx="191">
                  <c:v>3.445822889818</c:v>
                </c:pt>
                <c:pt idx="192">
                  <c:v>3.443465941545</c:v>
                </c:pt>
                <c:pt idx="193">
                  <c:v>3.440583437563</c:v>
                </c:pt>
                <c:pt idx="194">
                  <c:v>3.437182047049</c:v>
                </c:pt>
                <c:pt idx="195">
                  <c:v>3.433272424394</c:v>
                </c:pt>
                <c:pt idx="196">
                  <c:v>3.428869153613</c:v>
                </c:pt>
                <c:pt idx="197">
                  <c:v>3.423990641812</c:v>
                </c:pt>
                <c:pt idx="198">
                  <c:v>3.418658963354</c:v>
                </c:pt>
                <c:pt idx="199">
                  <c:v>3.412899657117</c:v>
                </c:pt>
                <c:pt idx="200">
                  <c:v>3.406741480012</c:v>
                </c:pt>
                <c:pt idx="201">
                  <c:v>3.400216120545</c:v>
                </c:pt>
                <c:pt idx="202">
                  <c:v>3.393357876801</c:v>
                </c:pt>
                <c:pt idx="203">
                  <c:v>3.38620330368</c:v>
                </c:pt>
                <c:pt idx="204">
                  <c:v>3.378790834638</c:v>
                </c:pt>
                <c:pt idx="205">
                  <c:v>3.371160383407</c:v>
                </c:pt>
                <c:pt idx="206">
                  <c:v>3.363352931385</c:v>
                </c:pt>
                <c:pt idx="207">
                  <c:v>3.355410106424</c:v>
                </c:pt>
                <c:pt idx="208">
                  <c:v>3.347373758722</c:v>
                </c:pt>
                <c:pt idx="209">
                  <c:v>3.339285539396</c:v>
                </c:pt>
                <c:pt idx="210">
                  <c:v>3.331186487091</c:v>
                </c:pt>
                <c:pt idx="211">
                  <c:v>3.32311662769</c:v>
                </c:pt>
                <c:pt idx="212">
                  <c:v>3.315114591838</c:v>
                </c:pt>
                <c:pt idx="213">
                  <c:v>3.30721725456</c:v>
                </c:pt>
                <c:pt idx="214">
                  <c:v>3.299459400808</c:v>
                </c:pt>
                <c:pt idx="215">
                  <c:v>3.291873420281</c:v>
                </c:pt>
                <c:pt idx="216">
                  <c:v>3.284489034344</c:v>
                </c:pt>
                <c:pt idx="217">
                  <c:v>3.277333057359</c:v>
                </c:pt>
                <c:pt idx="218">
                  <c:v>3.270429194235</c:v>
                </c:pt>
                <c:pt idx="219">
                  <c:v>3.263797875473</c:v>
                </c:pt>
                <c:pt idx="220">
                  <c:v>3.257456130532</c:v>
                </c:pt>
                <c:pt idx="221">
                  <c:v>3.251417499843</c:v>
                </c:pt>
                <c:pt idx="222">
                  <c:v>3.245691985402</c:v>
                </c:pt>
                <c:pt idx="223">
                  <c:v>3.240286039438</c:v>
                </c:pt>
                <c:pt idx="224">
                  <c:v>3.235202590323</c:v>
                </c:pt>
                <c:pt idx="225">
                  <c:v>3.23044110453</c:v>
                </c:pt>
                <c:pt idx="226">
                  <c:v>3.225997683162</c:v>
                </c:pt>
                <c:pt idx="227">
                  <c:v>3.221865191306</c:v>
                </c:pt>
                <c:pt idx="228">
                  <c:v>3.218033418228</c:v>
                </c:pt>
                <c:pt idx="229">
                  <c:v>3.214489266207</c:v>
                </c:pt>
                <c:pt idx="230">
                  <c:v>3.21121696563</c:v>
                </c:pt>
                <c:pt idx="231">
                  <c:v>3.208198313777</c:v>
                </c:pt>
                <c:pt idx="232">
                  <c:v>3.205412934589</c:v>
                </c:pt>
                <c:pt idx="233">
                  <c:v>3.20283855657</c:v>
                </c:pt>
                <c:pt idx="234">
                  <c:v>3.200451305828</c:v>
                </c:pt>
                <c:pt idx="235">
                  <c:v>3.198226011184</c:v>
                </c:pt>
                <c:pt idx="236">
                  <c:v>3.196136518123</c:v>
                </c:pt>
                <c:pt idx="237">
                  <c:v>3.194156008327</c:v>
                </c:pt>
                <c:pt idx="238">
                  <c:v>3.192257321432</c:v>
                </c:pt>
                <c:pt idx="239">
                  <c:v>3.190413275598</c:v>
                </c:pt>
                <c:pt idx="240">
                  <c:v>3.188596983478</c:v>
                </c:pt>
                <c:pt idx="241">
                  <c:v>3.18678216015</c:v>
                </c:pt>
                <c:pt idx="242">
                  <c:v>3.184943419638</c:v>
                </c:pt>
                <c:pt idx="243">
                  <c:v>3.1830565567</c:v>
                </c:pt>
                <c:pt idx="244">
                  <c:v>3.181098810685</c:v>
                </c:pt>
                <c:pt idx="245">
                  <c:v>3.179049108427</c:v>
                </c:pt>
                <c:pt idx="246">
                  <c:v>3.176888283345</c:v>
                </c:pt>
                <c:pt idx="247">
                  <c:v>3.174599268164</c:v>
                </c:pt>
                <c:pt idx="248">
                  <c:v>3.172167259005</c:v>
                </c:pt>
                <c:pt idx="249">
                  <c:v>3.169579848913</c:v>
                </c:pt>
                <c:pt idx="250">
                  <c:v>3.166827129294</c:v>
                </c:pt>
                <c:pt idx="251">
                  <c:v>3.163901758187</c:v>
                </c:pt>
                <c:pt idx="252">
                  <c:v>3.160798994726</c:v>
                </c:pt>
                <c:pt idx="253">
                  <c:v>3.157516699669</c:v>
                </c:pt>
                <c:pt idx="254">
                  <c:v>3.15405530235</c:v>
                </c:pt>
                <c:pt idx="255">
                  <c:v>3.150417734947</c:v>
                </c:pt>
                <c:pt idx="256">
                  <c:v>2.849582265053</c:v>
                </c:pt>
              </c:numCache>
            </c:numRef>
          </c:xVal>
          <c:yVal>
            <c:numRef>
              <c:f>'Chart Data'!$H$2:$H$258</c:f>
              <c:numCache>
                <c:formatCode>0.0</c:formatCode>
                <c:ptCount val="257"/>
                <c:pt idx="0">
                  <c:v>70.02048557477</c:v>
                </c:pt>
                <c:pt idx="1">
                  <c:v>70.03246705983</c:v>
                </c:pt>
                <c:pt idx="2">
                  <c:v>70.0444485449</c:v>
                </c:pt>
                <c:pt idx="3">
                  <c:v>70.05643002996</c:v>
                </c:pt>
                <c:pt idx="4">
                  <c:v>70.06841151502</c:v>
                </c:pt>
                <c:pt idx="5">
                  <c:v>70.08039300009</c:v>
                </c:pt>
                <c:pt idx="6">
                  <c:v>70.09237448515</c:v>
                </c:pt>
                <c:pt idx="7">
                  <c:v>70.10435597021</c:v>
                </c:pt>
                <c:pt idx="8">
                  <c:v>70.11633745528</c:v>
                </c:pt>
                <c:pt idx="9">
                  <c:v>70.12831894034</c:v>
                </c:pt>
                <c:pt idx="10">
                  <c:v>70.1403004254</c:v>
                </c:pt>
                <c:pt idx="11">
                  <c:v>70.15228191047</c:v>
                </c:pt>
                <c:pt idx="12">
                  <c:v>70.16426339553</c:v>
                </c:pt>
                <c:pt idx="13">
                  <c:v>70.17624488059</c:v>
                </c:pt>
                <c:pt idx="14">
                  <c:v>70.18822636566</c:v>
                </c:pt>
                <c:pt idx="15">
                  <c:v>70.20020785072</c:v>
                </c:pt>
                <c:pt idx="16">
                  <c:v>70.21218933579</c:v>
                </c:pt>
                <c:pt idx="17">
                  <c:v>70.22417082085</c:v>
                </c:pt>
                <c:pt idx="18">
                  <c:v>70.23615230591</c:v>
                </c:pt>
                <c:pt idx="19">
                  <c:v>70.24813379098</c:v>
                </c:pt>
                <c:pt idx="20">
                  <c:v>70.26011527604</c:v>
                </c:pt>
                <c:pt idx="21">
                  <c:v>70.2720967611</c:v>
                </c:pt>
                <c:pt idx="22">
                  <c:v>70.28407824617</c:v>
                </c:pt>
                <c:pt idx="23">
                  <c:v>70.29605973123</c:v>
                </c:pt>
                <c:pt idx="24">
                  <c:v>70.30804121629</c:v>
                </c:pt>
                <c:pt idx="25">
                  <c:v>70.32002270136</c:v>
                </c:pt>
                <c:pt idx="26">
                  <c:v>70.33200418642</c:v>
                </c:pt>
                <c:pt idx="27">
                  <c:v>70.34398567148</c:v>
                </c:pt>
                <c:pt idx="28">
                  <c:v>70.35596715655</c:v>
                </c:pt>
                <c:pt idx="29">
                  <c:v>70.36794864161</c:v>
                </c:pt>
                <c:pt idx="30">
                  <c:v>70.37993012667</c:v>
                </c:pt>
                <c:pt idx="31">
                  <c:v>70.39191161174</c:v>
                </c:pt>
                <c:pt idx="32">
                  <c:v>70.4038930968</c:v>
                </c:pt>
                <c:pt idx="33">
                  <c:v>70.41587458186</c:v>
                </c:pt>
                <c:pt idx="34">
                  <c:v>70.42785606693</c:v>
                </c:pt>
                <c:pt idx="35">
                  <c:v>70.43983755199</c:v>
                </c:pt>
                <c:pt idx="36">
                  <c:v>70.45181903706</c:v>
                </c:pt>
                <c:pt idx="37">
                  <c:v>70.46380052212</c:v>
                </c:pt>
                <c:pt idx="38">
                  <c:v>70.47578200718</c:v>
                </c:pt>
                <c:pt idx="39">
                  <c:v>70.48776349225</c:v>
                </c:pt>
                <c:pt idx="40">
                  <c:v>70.49974497731</c:v>
                </c:pt>
                <c:pt idx="41">
                  <c:v>70.51172646237</c:v>
                </c:pt>
                <c:pt idx="42">
                  <c:v>70.52370794744</c:v>
                </c:pt>
                <c:pt idx="43">
                  <c:v>70.5356894325</c:v>
                </c:pt>
                <c:pt idx="44">
                  <c:v>70.54767091756</c:v>
                </c:pt>
                <c:pt idx="45">
                  <c:v>70.55965240263</c:v>
                </c:pt>
                <c:pt idx="46">
                  <c:v>70.57163388769</c:v>
                </c:pt>
                <c:pt idx="47">
                  <c:v>70.58361537275</c:v>
                </c:pt>
                <c:pt idx="48">
                  <c:v>70.59559685782</c:v>
                </c:pt>
                <c:pt idx="49">
                  <c:v>70.60757834288</c:v>
                </c:pt>
                <c:pt idx="50">
                  <c:v>70.61955982794</c:v>
                </c:pt>
                <c:pt idx="51">
                  <c:v>70.63154131301</c:v>
                </c:pt>
                <c:pt idx="52">
                  <c:v>70.64352279807</c:v>
                </c:pt>
                <c:pt idx="53">
                  <c:v>70.65550428313</c:v>
                </c:pt>
                <c:pt idx="54">
                  <c:v>70.6674857682</c:v>
                </c:pt>
                <c:pt idx="55">
                  <c:v>70.67946725326</c:v>
                </c:pt>
                <c:pt idx="56">
                  <c:v>70.69144873833</c:v>
                </c:pt>
                <c:pt idx="57">
                  <c:v>70.70343022339</c:v>
                </c:pt>
                <c:pt idx="58">
                  <c:v>70.71541170845</c:v>
                </c:pt>
                <c:pt idx="59">
                  <c:v>70.72739319352</c:v>
                </c:pt>
                <c:pt idx="60">
                  <c:v>70.73937467858</c:v>
                </c:pt>
                <c:pt idx="61">
                  <c:v>70.75135616364</c:v>
                </c:pt>
                <c:pt idx="62">
                  <c:v>70.76333764871</c:v>
                </c:pt>
                <c:pt idx="63">
                  <c:v>70.77531913377</c:v>
                </c:pt>
                <c:pt idx="64">
                  <c:v>70.78730061883</c:v>
                </c:pt>
                <c:pt idx="65">
                  <c:v>70.7992821039</c:v>
                </c:pt>
                <c:pt idx="66">
                  <c:v>70.81126358896</c:v>
                </c:pt>
                <c:pt idx="67">
                  <c:v>70.82324507402</c:v>
                </c:pt>
                <c:pt idx="68">
                  <c:v>70.83522655909</c:v>
                </c:pt>
                <c:pt idx="69">
                  <c:v>70.84720804415</c:v>
                </c:pt>
                <c:pt idx="70">
                  <c:v>70.85918952921</c:v>
                </c:pt>
                <c:pt idx="71">
                  <c:v>70.87117101428</c:v>
                </c:pt>
                <c:pt idx="72">
                  <c:v>70.88315249934</c:v>
                </c:pt>
                <c:pt idx="73">
                  <c:v>70.8951339844</c:v>
                </c:pt>
                <c:pt idx="74">
                  <c:v>70.90711546947</c:v>
                </c:pt>
                <c:pt idx="75">
                  <c:v>70.91909695453</c:v>
                </c:pt>
                <c:pt idx="76">
                  <c:v>70.93107843959</c:v>
                </c:pt>
                <c:pt idx="77">
                  <c:v>70.94305992466</c:v>
                </c:pt>
                <c:pt idx="78">
                  <c:v>70.95504140972</c:v>
                </c:pt>
                <c:pt idx="79">
                  <c:v>70.96702289479</c:v>
                </c:pt>
                <c:pt idx="80">
                  <c:v>70.97900437985</c:v>
                </c:pt>
                <c:pt idx="81">
                  <c:v>70.99098586491</c:v>
                </c:pt>
                <c:pt idx="82">
                  <c:v>71.00296734998</c:v>
                </c:pt>
                <c:pt idx="83">
                  <c:v>71.01494883504</c:v>
                </c:pt>
                <c:pt idx="84">
                  <c:v>71.0269303201</c:v>
                </c:pt>
                <c:pt idx="85">
                  <c:v>71.03891180517</c:v>
                </c:pt>
                <c:pt idx="86">
                  <c:v>71.05089329023</c:v>
                </c:pt>
                <c:pt idx="87">
                  <c:v>71.06287477529</c:v>
                </c:pt>
                <c:pt idx="88">
                  <c:v>71.07485626036</c:v>
                </c:pt>
                <c:pt idx="89">
                  <c:v>71.08683774542</c:v>
                </c:pt>
                <c:pt idx="90">
                  <c:v>71.09881923048</c:v>
                </c:pt>
                <c:pt idx="91">
                  <c:v>71.11080071555</c:v>
                </c:pt>
                <c:pt idx="92">
                  <c:v>71.12278220061</c:v>
                </c:pt>
                <c:pt idx="93">
                  <c:v>71.13476368567</c:v>
                </c:pt>
                <c:pt idx="94">
                  <c:v>71.14674517074</c:v>
                </c:pt>
                <c:pt idx="95">
                  <c:v>71.1587266558</c:v>
                </c:pt>
                <c:pt idx="96">
                  <c:v>71.17070814086</c:v>
                </c:pt>
                <c:pt idx="97">
                  <c:v>71.18268962593</c:v>
                </c:pt>
                <c:pt idx="98">
                  <c:v>71.19467111099</c:v>
                </c:pt>
                <c:pt idx="99">
                  <c:v>71.20665259606</c:v>
                </c:pt>
                <c:pt idx="100">
                  <c:v>71.21863408112</c:v>
                </c:pt>
                <c:pt idx="101">
                  <c:v>71.23061556618</c:v>
                </c:pt>
                <c:pt idx="102">
                  <c:v>71.24259705125</c:v>
                </c:pt>
                <c:pt idx="103">
                  <c:v>71.25457853631</c:v>
                </c:pt>
                <c:pt idx="104">
                  <c:v>71.26656002137</c:v>
                </c:pt>
                <c:pt idx="105">
                  <c:v>71.27854150644</c:v>
                </c:pt>
                <c:pt idx="106">
                  <c:v>71.2905229915</c:v>
                </c:pt>
                <c:pt idx="107">
                  <c:v>71.30250447656</c:v>
                </c:pt>
                <c:pt idx="108">
                  <c:v>71.31448596163</c:v>
                </c:pt>
                <c:pt idx="109">
                  <c:v>71.32646744669</c:v>
                </c:pt>
                <c:pt idx="110">
                  <c:v>71.33844893175</c:v>
                </c:pt>
                <c:pt idx="111">
                  <c:v>71.35043041682</c:v>
                </c:pt>
                <c:pt idx="112">
                  <c:v>71.36241190188</c:v>
                </c:pt>
                <c:pt idx="113">
                  <c:v>71.37439338694</c:v>
                </c:pt>
                <c:pt idx="114">
                  <c:v>71.38637487201</c:v>
                </c:pt>
                <c:pt idx="115">
                  <c:v>71.39835635707</c:v>
                </c:pt>
                <c:pt idx="116">
                  <c:v>71.41033784213</c:v>
                </c:pt>
                <c:pt idx="117">
                  <c:v>71.4223193272</c:v>
                </c:pt>
                <c:pt idx="118">
                  <c:v>71.43430081226</c:v>
                </c:pt>
                <c:pt idx="119">
                  <c:v>71.44628229733</c:v>
                </c:pt>
                <c:pt idx="120">
                  <c:v>71.45826378239</c:v>
                </c:pt>
                <c:pt idx="121">
                  <c:v>71.47024526745</c:v>
                </c:pt>
                <c:pt idx="122">
                  <c:v>71.48222675252</c:v>
                </c:pt>
                <c:pt idx="123">
                  <c:v>71.49420823758</c:v>
                </c:pt>
                <c:pt idx="124">
                  <c:v>71.50618972264</c:v>
                </c:pt>
                <c:pt idx="125">
                  <c:v>71.51817120771</c:v>
                </c:pt>
                <c:pt idx="126">
                  <c:v>71.53015269277</c:v>
                </c:pt>
                <c:pt idx="127">
                  <c:v>71.54213417783</c:v>
                </c:pt>
                <c:pt idx="128">
                  <c:v>71.54213417783</c:v>
                </c:pt>
                <c:pt idx="129">
                  <c:v>71.53015269277</c:v>
                </c:pt>
                <c:pt idx="130">
                  <c:v>71.51817120771</c:v>
                </c:pt>
                <c:pt idx="131">
                  <c:v>71.50618972264</c:v>
                </c:pt>
                <c:pt idx="132">
                  <c:v>71.49420823758</c:v>
                </c:pt>
                <c:pt idx="133">
                  <c:v>71.48222675252</c:v>
                </c:pt>
                <c:pt idx="134">
                  <c:v>71.47024526745</c:v>
                </c:pt>
                <c:pt idx="135">
                  <c:v>71.45826378239</c:v>
                </c:pt>
                <c:pt idx="136">
                  <c:v>71.44628229733</c:v>
                </c:pt>
                <c:pt idx="137">
                  <c:v>71.43430081226</c:v>
                </c:pt>
                <c:pt idx="138">
                  <c:v>71.4223193272</c:v>
                </c:pt>
                <c:pt idx="139">
                  <c:v>71.41033784213</c:v>
                </c:pt>
                <c:pt idx="140">
                  <c:v>71.39835635707</c:v>
                </c:pt>
                <c:pt idx="141">
                  <c:v>71.38637487201</c:v>
                </c:pt>
                <c:pt idx="142">
                  <c:v>71.37439338694</c:v>
                </c:pt>
                <c:pt idx="143">
                  <c:v>71.36241190188</c:v>
                </c:pt>
                <c:pt idx="144">
                  <c:v>71.35043041682</c:v>
                </c:pt>
                <c:pt idx="145">
                  <c:v>71.33844893175</c:v>
                </c:pt>
                <c:pt idx="146">
                  <c:v>71.32646744669</c:v>
                </c:pt>
                <c:pt idx="147">
                  <c:v>71.31448596163</c:v>
                </c:pt>
                <c:pt idx="148">
                  <c:v>71.30250447656</c:v>
                </c:pt>
                <c:pt idx="149">
                  <c:v>71.2905229915</c:v>
                </c:pt>
                <c:pt idx="150">
                  <c:v>71.27854150644</c:v>
                </c:pt>
                <c:pt idx="151">
                  <c:v>71.26656002137</c:v>
                </c:pt>
                <c:pt idx="152">
                  <c:v>71.25457853631</c:v>
                </c:pt>
                <c:pt idx="153">
                  <c:v>71.24259705125</c:v>
                </c:pt>
                <c:pt idx="154">
                  <c:v>71.23061556618</c:v>
                </c:pt>
                <c:pt idx="155">
                  <c:v>71.21863408112</c:v>
                </c:pt>
                <c:pt idx="156">
                  <c:v>71.20665259606</c:v>
                </c:pt>
                <c:pt idx="157">
                  <c:v>71.19467111099</c:v>
                </c:pt>
                <c:pt idx="158">
                  <c:v>71.18268962593</c:v>
                </c:pt>
                <c:pt idx="159">
                  <c:v>71.17070814086</c:v>
                </c:pt>
                <c:pt idx="160">
                  <c:v>71.1587266558</c:v>
                </c:pt>
                <c:pt idx="161">
                  <c:v>71.14674517074</c:v>
                </c:pt>
                <c:pt idx="162">
                  <c:v>71.13476368567</c:v>
                </c:pt>
                <c:pt idx="163">
                  <c:v>71.12278220061</c:v>
                </c:pt>
                <c:pt idx="164">
                  <c:v>71.11080071555</c:v>
                </c:pt>
                <c:pt idx="165">
                  <c:v>71.09881923048</c:v>
                </c:pt>
                <c:pt idx="166">
                  <c:v>71.08683774542</c:v>
                </c:pt>
                <c:pt idx="167">
                  <c:v>71.07485626036</c:v>
                </c:pt>
                <c:pt idx="168">
                  <c:v>71.06287477529</c:v>
                </c:pt>
                <c:pt idx="169">
                  <c:v>71.05089329023</c:v>
                </c:pt>
                <c:pt idx="170">
                  <c:v>71.03891180517</c:v>
                </c:pt>
                <c:pt idx="171">
                  <c:v>71.0269303201</c:v>
                </c:pt>
                <c:pt idx="172">
                  <c:v>71.01494883504</c:v>
                </c:pt>
                <c:pt idx="173">
                  <c:v>71.00296734998</c:v>
                </c:pt>
                <c:pt idx="174">
                  <c:v>70.99098586491</c:v>
                </c:pt>
                <c:pt idx="175">
                  <c:v>70.97900437985</c:v>
                </c:pt>
                <c:pt idx="176">
                  <c:v>70.96702289479</c:v>
                </c:pt>
                <c:pt idx="177">
                  <c:v>70.95504140972</c:v>
                </c:pt>
                <c:pt idx="178">
                  <c:v>70.94305992466</c:v>
                </c:pt>
                <c:pt idx="179">
                  <c:v>70.93107843959</c:v>
                </c:pt>
                <c:pt idx="180">
                  <c:v>70.91909695453</c:v>
                </c:pt>
                <c:pt idx="181">
                  <c:v>70.90711546947</c:v>
                </c:pt>
                <c:pt idx="182">
                  <c:v>70.8951339844</c:v>
                </c:pt>
                <c:pt idx="183">
                  <c:v>70.88315249934</c:v>
                </c:pt>
                <c:pt idx="184">
                  <c:v>70.87117101428</c:v>
                </c:pt>
                <c:pt idx="185">
                  <c:v>70.85918952921</c:v>
                </c:pt>
                <c:pt idx="186">
                  <c:v>70.84720804415</c:v>
                </c:pt>
                <c:pt idx="187">
                  <c:v>70.83522655909</c:v>
                </c:pt>
                <c:pt idx="188">
                  <c:v>70.82324507402</c:v>
                </c:pt>
                <c:pt idx="189">
                  <c:v>70.81126358896</c:v>
                </c:pt>
                <c:pt idx="190">
                  <c:v>70.7992821039</c:v>
                </c:pt>
                <c:pt idx="191">
                  <c:v>70.78730061883</c:v>
                </c:pt>
                <c:pt idx="192">
                  <c:v>70.77531913377</c:v>
                </c:pt>
                <c:pt idx="193">
                  <c:v>70.76333764871</c:v>
                </c:pt>
                <c:pt idx="194">
                  <c:v>70.75135616364</c:v>
                </c:pt>
                <c:pt idx="195">
                  <c:v>70.73937467858</c:v>
                </c:pt>
                <c:pt idx="196">
                  <c:v>70.72739319352</c:v>
                </c:pt>
                <c:pt idx="197">
                  <c:v>70.71541170845</c:v>
                </c:pt>
                <c:pt idx="198">
                  <c:v>70.70343022339</c:v>
                </c:pt>
                <c:pt idx="199">
                  <c:v>70.69144873833</c:v>
                </c:pt>
                <c:pt idx="200">
                  <c:v>70.67946725326</c:v>
                </c:pt>
                <c:pt idx="201">
                  <c:v>70.6674857682</c:v>
                </c:pt>
                <c:pt idx="202">
                  <c:v>70.65550428313</c:v>
                </c:pt>
                <c:pt idx="203">
                  <c:v>70.64352279807</c:v>
                </c:pt>
                <c:pt idx="204">
                  <c:v>70.63154131301</c:v>
                </c:pt>
                <c:pt idx="205">
                  <c:v>70.61955982794</c:v>
                </c:pt>
                <c:pt idx="206">
                  <c:v>70.60757834288</c:v>
                </c:pt>
                <c:pt idx="207">
                  <c:v>70.59559685782</c:v>
                </c:pt>
                <c:pt idx="208">
                  <c:v>70.58361537275</c:v>
                </c:pt>
                <c:pt idx="209">
                  <c:v>70.57163388769</c:v>
                </c:pt>
                <c:pt idx="210">
                  <c:v>70.55965240263</c:v>
                </c:pt>
                <c:pt idx="211">
                  <c:v>70.54767091756</c:v>
                </c:pt>
                <c:pt idx="212">
                  <c:v>70.5356894325</c:v>
                </c:pt>
                <c:pt idx="213">
                  <c:v>70.52370794744</c:v>
                </c:pt>
                <c:pt idx="214">
                  <c:v>70.51172646237</c:v>
                </c:pt>
                <c:pt idx="215">
                  <c:v>70.49974497731</c:v>
                </c:pt>
                <c:pt idx="216">
                  <c:v>70.48776349225</c:v>
                </c:pt>
                <c:pt idx="217">
                  <c:v>70.47578200718</c:v>
                </c:pt>
                <c:pt idx="218">
                  <c:v>70.46380052212</c:v>
                </c:pt>
                <c:pt idx="219">
                  <c:v>70.45181903706</c:v>
                </c:pt>
                <c:pt idx="220">
                  <c:v>70.43983755199</c:v>
                </c:pt>
                <c:pt idx="221">
                  <c:v>70.42785606693</c:v>
                </c:pt>
                <c:pt idx="222">
                  <c:v>70.41587458186</c:v>
                </c:pt>
                <c:pt idx="223">
                  <c:v>70.4038930968</c:v>
                </c:pt>
                <c:pt idx="224">
                  <c:v>70.39191161174</c:v>
                </c:pt>
                <c:pt idx="225">
                  <c:v>70.37993012667</c:v>
                </c:pt>
                <c:pt idx="226">
                  <c:v>70.36794864161</c:v>
                </c:pt>
                <c:pt idx="227">
                  <c:v>70.35596715655</c:v>
                </c:pt>
                <c:pt idx="228">
                  <c:v>70.34398567148</c:v>
                </c:pt>
                <c:pt idx="229">
                  <c:v>70.33200418642</c:v>
                </c:pt>
                <c:pt idx="230">
                  <c:v>70.32002270136</c:v>
                </c:pt>
                <c:pt idx="231">
                  <c:v>70.30804121629</c:v>
                </c:pt>
                <c:pt idx="232">
                  <c:v>70.29605973123</c:v>
                </c:pt>
                <c:pt idx="233">
                  <c:v>70.28407824617</c:v>
                </c:pt>
                <c:pt idx="234">
                  <c:v>70.2720967611</c:v>
                </c:pt>
                <c:pt idx="235">
                  <c:v>70.26011527604</c:v>
                </c:pt>
                <c:pt idx="236">
                  <c:v>70.24813379098</c:v>
                </c:pt>
                <c:pt idx="237">
                  <c:v>70.23615230591</c:v>
                </c:pt>
                <c:pt idx="238">
                  <c:v>70.22417082085</c:v>
                </c:pt>
                <c:pt idx="239">
                  <c:v>70.21218933579</c:v>
                </c:pt>
                <c:pt idx="240">
                  <c:v>70.20020785072</c:v>
                </c:pt>
                <c:pt idx="241">
                  <c:v>70.18822636566</c:v>
                </c:pt>
                <c:pt idx="242">
                  <c:v>70.17624488059</c:v>
                </c:pt>
                <c:pt idx="243">
                  <c:v>70.16426339553</c:v>
                </c:pt>
                <c:pt idx="244">
                  <c:v>70.15228191047</c:v>
                </c:pt>
                <c:pt idx="245">
                  <c:v>70.1403004254</c:v>
                </c:pt>
                <c:pt idx="246">
                  <c:v>70.12831894034</c:v>
                </c:pt>
                <c:pt idx="247">
                  <c:v>70.11633745528</c:v>
                </c:pt>
                <c:pt idx="248">
                  <c:v>70.10435597021</c:v>
                </c:pt>
                <c:pt idx="249">
                  <c:v>70.09237448515</c:v>
                </c:pt>
                <c:pt idx="250">
                  <c:v>70.08039300009</c:v>
                </c:pt>
                <c:pt idx="251">
                  <c:v>70.06841151502</c:v>
                </c:pt>
                <c:pt idx="252">
                  <c:v>70.05643002996</c:v>
                </c:pt>
                <c:pt idx="253">
                  <c:v>70.0444485449</c:v>
                </c:pt>
                <c:pt idx="254">
                  <c:v>70.03246705983</c:v>
                </c:pt>
                <c:pt idx="255">
                  <c:v>70.02048557477</c:v>
                </c:pt>
                <c:pt idx="256">
                  <c:v>70.02048557477</c:v>
                </c:pt>
              </c:numCache>
            </c:numRef>
          </c:yVal>
        </c:ser>
        <c:ser>
          <c:idx val="4"/>
          <c:order val="4"/>
          <c:tx>
            <c:v>C1.5</c:v>
          </c:tx>
          <c:spPr>
            <a:solidFill>
              <a:srgbClr val="9467BD"/>
            </a:solidFill>
            <a:ln w="23813">
              <a:solidFill>
                <a:srgbClr val="9467BD"/>
              </a:solidFill>
            </a:ln>
          </c:spPr>
          <c:marker>
            <c:symbol val="none"/>
          </c:marker>
          <c:xVal>
            <c:numRef>
              <c:f>'Chart Data'!$I$2:$I$258</c:f>
              <c:numCache>
                <c:formatCode>General</c:formatCode>
                <c:ptCount val="257"/>
                <c:pt idx="0">
                  <c:v>3.612330624865</c:v>
                </c:pt>
                <c:pt idx="1">
                  <c:v>3.596181727744</c:v>
                </c:pt>
                <c:pt idx="2">
                  <c:v>3.582094500793</c:v>
                </c:pt>
                <c:pt idx="3">
                  <c:v>3.570323621856</c:v>
                </c:pt>
                <c:pt idx="4">
                  <c:v>3.561084808989</c:v>
                </c:pt>
                <c:pt idx="5">
                  <c:v>3.554547991175</c:v>
                </c:pt>
                <c:pt idx="6">
                  <c:v>3.550831852569</c:v>
                </c:pt>
                <c:pt idx="7">
                  <c:v>3.55</c:v>
                </c:pt>
                <c:pt idx="8">
                  <c:v>3.552058932188</c:v>
                </c:pt>
                <c:pt idx="9">
                  <c:v>3.556957907108</c:v>
                </c:pt>
                <c:pt idx="10">
                  <c:v>3.564590715907</c:v>
                </c:pt>
                <c:pt idx="11">
                  <c:v>3.57479928298</c:v>
                </c:pt>
                <c:pt idx="12">
                  <c:v>3.587378927501</c:v>
                </c:pt>
                <c:pt idx="13">
                  <c:v>3.602085046871</c:v>
                </c:pt>
                <c:pt idx="14">
                  <c:v>3.618640921557</c:v>
                </c:pt>
                <c:pt idx="15">
                  <c:v>3.636746296941</c:v>
                </c:pt>
                <c:pt idx="16">
                  <c:v>3.6560863733</c:v>
                </c:pt>
                <c:pt idx="17">
                  <c:v>3.676340830758</c:v>
                </c:pt>
                <c:pt idx="18">
                  <c:v>3.697192531454</c:v>
                </c:pt>
                <c:pt idx="19">
                  <c:v>3.718335574542</c:v>
                </c:pt>
                <c:pt idx="20">
                  <c:v>3.739482428193</c:v>
                </c:pt>
                <c:pt idx="21">
                  <c:v>3.760369922728</c:v>
                </c:pt>
                <c:pt idx="22">
                  <c:v>3.780763956329</c:v>
                </c:pt>
                <c:pt idx="23">
                  <c:v>3.800462834952</c:v>
                </c:pt>
                <c:pt idx="24">
                  <c:v>3.819299236839</c:v>
                </c:pt>
                <c:pt idx="25">
                  <c:v>3.837140855577</c:v>
                </c:pt>
                <c:pt idx="26">
                  <c:v>3.8538898307</c:v>
                </c:pt>
                <c:pt idx="27">
                  <c:v>3.869481118975</c:v>
                </c:pt>
                <c:pt idx="28">
                  <c:v>3.883879991262</c:v>
                </c:pt>
                <c:pt idx="29">
                  <c:v>3.897078858681</c:v>
                </c:pt>
                <c:pt idx="30">
                  <c:v>3.909093637927</c:v>
                </c:pt>
                <c:pt idx="31">
                  <c:v>3.919959860222</c:v>
                </c:pt>
                <c:pt idx="32">
                  <c:v>3.929728713073</c:v>
                </c:pt>
                <c:pt idx="33">
                  <c:v>3.938463180969</c:v>
                </c:pt>
                <c:pt idx="34">
                  <c:v>3.946234422637</c:v>
                </c:pt>
                <c:pt idx="35">
                  <c:v>3.953118490957</c:v>
                </c:pt>
                <c:pt idx="36">
                  <c:v>3.959193469199</c:v>
                </c:pt>
                <c:pt idx="37">
                  <c:v>3.964537066088</c:v>
                </c:pt>
                <c:pt idx="38">
                  <c:v>3.969224683702</c:v>
                </c:pt>
                <c:pt idx="39">
                  <c:v>3.973327947811</c:v>
                </c:pt>
                <c:pt idx="40">
                  <c:v>3.976913670486</c:v>
                </c:pt>
                <c:pt idx="41">
                  <c:v>3.980043200203</c:v>
                </c:pt>
                <c:pt idx="42">
                  <c:v>3.982772105088</c:v>
                </c:pt>
                <c:pt idx="43">
                  <c:v>3.985150130003</c:v>
                </c:pt>
                <c:pt idx="44">
                  <c:v>3.987221367478</c:v>
                </c:pt>
                <c:pt idx="45">
                  <c:v>3.989024585007</c:v>
                </c:pt>
                <c:pt idx="46">
                  <c:v>3.990593656478</c:v>
                </c:pt>
                <c:pt idx="47">
                  <c:v>3.991958052336</c:v>
                </c:pt>
                <c:pt idx="48">
                  <c:v>3.993143351029</c:v>
                </c:pt>
                <c:pt idx="49">
                  <c:v>3.994171742404</c:v>
                </c:pt>
                <c:pt idx="50">
                  <c:v>3.995062501664</c:v>
                </c:pt>
                <c:pt idx="51">
                  <c:v>3.995832419731</c:v>
                </c:pt>
                <c:pt idx="52">
                  <c:v>3.996496182077</c:v>
                </c:pt>
                <c:pt idx="53">
                  <c:v>3.997066693276</c:v>
                </c:pt>
                <c:pt idx="54">
                  <c:v>3.997555348424</c:v>
                </c:pt>
                <c:pt idx="55">
                  <c:v>3.99797225544</c:v>
                </c:pt>
                <c:pt idx="56">
                  <c:v>3.998326414015</c:v>
                </c:pt>
                <c:pt idx="57">
                  <c:v>3.998625857891</c:v>
                </c:pt>
                <c:pt idx="58">
                  <c:v>3.99887776738</c:v>
                </c:pt>
                <c:pt idx="59">
                  <c:v>3.999088558654</c:v>
                </c:pt>
                <c:pt idx="60">
                  <c:v>3.999263955704</c:v>
                </c:pt>
                <c:pt idx="61">
                  <c:v>3.99940904992</c:v>
                </c:pt>
                <c:pt idx="62">
                  <c:v>3.999528351297</c:v>
                </c:pt>
                <c:pt idx="63">
                  <c:v>3.999625834273</c:v>
                </c:pt>
                <c:pt idx="64">
                  <c:v>3.999704980321</c:v>
                </c:pt>
                <c:pt idx="65">
                  <c:v>3.999768818646</c:v>
                </c:pt>
                <c:pt idx="66">
                  <c:v>3.999819965709</c:v>
                </c:pt>
                <c:pt idx="67">
                  <c:v>3.999860663833</c:v>
                </c:pt>
                <c:pt idx="68">
                  <c:v>3.999892818799</c:v>
                </c:pt>
                <c:pt idx="69">
                  <c:v>3.999918036145</c:v>
                </c:pt>
                <c:pt idx="70">
                  <c:v>3.999937655757</c:v>
                </c:pt>
                <c:pt idx="71">
                  <c:v>3.999952784315</c:v>
                </c:pt>
                <c:pt idx="72">
                  <c:v>3.999964325192</c:v>
                </c:pt>
                <c:pt idx="73">
                  <c:v>3.999973005428</c:v>
                </c:pt>
                <c:pt idx="74">
                  <c:v>3.99997939951</c:v>
                </c:pt>
                <c:pt idx="75">
                  <c:v>3.999983949748</c:v>
                </c:pt>
                <c:pt idx="76">
                  <c:v>3.999986983094</c:v>
                </c:pt>
                <c:pt idx="77">
                  <c:v>3.999988724335</c:v>
                </c:pt>
                <c:pt idx="78">
                  <c:v>3.999989305616</c:v>
                </c:pt>
                <c:pt idx="79">
                  <c:v>3.999988772301</c:v>
                </c:pt>
                <c:pt idx="80">
                  <c:v>3.999987085169</c:v>
                </c:pt>
                <c:pt idx="81">
                  <c:v>3.999984119018</c:v>
                </c:pt>
                <c:pt idx="82">
                  <c:v>3.999979657708</c:v>
                </c:pt>
                <c:pt idx="83">
                  <c:v>3.999973385766</c:v>
                </c:pt>
                <c:pt idx="84">
                  <c:v>3.999964876671</c:v>
                </c:pt>
                <c:pt idx="85">
                  <c:v>3.999953578051</c:v>
                </c:pt>
                <c:pt idx="86">
                  <c:v>3.999938794102</c:v>
                </c:pt>
                <c:pt idx="87">
                  <c:v>3.999919665659</c:v>
                </c:pt>
                <c:pt idx="88">
                  <c:v>3.99989514856</c:v>
                </c:pt>
                <c:pt idx="89">
                  <c:v>3.999863991092</c:v>
                </c:pt>
                <c:pt idx="90">
                  <c:v>3.99982471158</c:v>
                </c:pt>
                <c:pt idx="91">
                  <c:v>3.999775577416</c:v>
                </c:pt>
                <c:pt idx="92">
                  <c:v>3.999714587092</c:v>
                </c:pt>
                <c:pt idx="93">
                  <c:v>3.999639457056</c:v>
                </c:pt>
                <c:pt idx="94">
                  <c:v>3.999547615435</c:v>
                </c:pt>
                <c:pt idx="95">
                  <c:v>3.999436204853</c:v>
                </c:pt>
                <c:pt idx="96">
                  <c:v>3.999302096634</c:v>
                </c:pt>
                <c:pt idx="97">
                  <c:v>3.999141918707</c:v>
                </c:pt>
                <c:pt idx="98">
                  <c:v>3.998952099306</c:v>
                </c:pt>
                <c:pt idx="99">
                  <c:v>3.998728928298</c:v>
                </c:pt>
                <c:pt idx="100">
                  <c:v>3.998468637407</c:v>
                </c:pt>
                <c:pt idx="101">
                  <c:v>3.998167499954</c:v>
                </c:pt>
                <c:pt idx="102">
                  <c:v>3.997821949797</c:v>
                </c:pt>
                <c:pt idx="103">
                  <c:v>3.997428718138</c:v>
                </c:pt>
                <c:pt idx="104">
                  <c:v>3.996984985648</c:v>
                </c:pt>
                <c:pt idx="105">
                  <c:v>3.99648854609</c:v>
                </c:pt>
                <c:pt idx="106">
                  <c:v>3.995937976338</c:v>
                </c:pt>
                <c:pt idx="107">
                  <c:v>3.995332806448</c:v>
                </c:pt>
                <c:pt idx="108">
                  <c:v>3.994673682388</c:v>
                </c:pt>
                <c:pt idx="109">
                  <c:v>3.993962513208</c:v>
                </c:pt>
                <c:pt idx="110">
                  <c:v>3.993202593976</c:v>
                </c:pt>
                <c:pt idx="111">
                  <c:v>3.992398695763</c:v>
                </c:pt>
                <c:pt idx="112">
                  <c:v>3.991557114431</c:v>
                </c:pt>
                <c:pt idx="113">
                  <c:v>3.990685670965</c:v>
                </c:pt>
                <c:pt idx="114">
                  <c:v>3.989793657624</c:v>
                </c:pt>
                <c:pt idx="115">
                  <c:v>3.988891726229</c:v>
                </c:pt>
                <c:pt idx="116">
                  <c:v>3.987991717365</c:v>
                </c:pt>
                <c:pt idx="117">
                  <c:v>3.987106432079</c:v>
                </c:pt>
                <c:pt idx="118">
                  <c:v>3.986249350625</c:v>
                </c:pt>
                <c:pt idx="119">
                  <c:v>3.985434305774</c:v>
                </c:pt>
                <c:pt idx="120">
                  <c:v>3.984675121012</c:v>
                </c:pt>
                <c:pt idx="121">
                  <c:v>3.983985226395</c:v>
                </c:pt>
                <c:pt idx="122">
                  <c:v>3.983377266661</c:v>
                </c:pt>
                <c:pt idx="123">
                  <c:v>3.982862717454</c:v>
                </c:pt>
                <c:pt idx="124">
                  <c:v>3.982451525828</c:v>
                </c:pt>
                <c:pt idx="125">
                  <c:v>3.982151790738</c:v>
                </c:pt>
                <c:pt idx="126">
                  <c:v>3.981969497841</c:v>
                </c:pt>
                <c:pt idx="127">
                  <c:v>3.981908320732</c:v>
                </c:pt>
                <c:pt idx="128">
                  <c:v>4.018091679268</c:v>
                </c:pt>
                <c:pt idx="129">
                  <c:v>4.018030502159</c:v>
                </c:pt>
                <c:pt idx="130">
                  <c:v>4.017848209262</c:v>
                </c:pt>
                <c:pt idx="131">
                  <c:v>4.017548474172</c:v>
                </c:pt>
                <c:pt idx="132">
                  <c:v>4.017137282546</c:v>
                </c:pt>
                <c:pt idx="133">
                  <c:v>4.016622733339</c:v>
                </c:pt>
                <c:pt idx="134">
                  <c:v>4.016014773605</c:v>
                </c:pt>
                <c:pt idx="135">
                  <c:v>4.015324878988</c:v>
                </c:pt>
                <c:pt idx="136">
                  <c:v>4.014565694226</c:v>
                </c:pt>
                <c:pt idx="137">
                  <c:v>4.013750649375</c:v>
                </c:pt>
                <c:pt idx="138">
                  <c:v>4.012893567921</c:v>
                </c:pt>
                <c:pt idx="139">
                  <c:v>4.012008282635</c:v>
                </c:pt>
                <c:pt idx="140">
                  <c:v>4.011108273771</c:v>
                </c:pt>
                <c:pt idx="141">
                  <c:v>4.010206342376</c:v>
                </c:pt>
                <c:pt idx="142">
                  <c:v>4.009314329035</c:v>
                </c:pt>
                <c:pt idx="143">
                  <c:v>4.008442885569</c:v>
                </c:pt>
                <c:pt idx="144">
                  <c:v>4.007601304237</c:v>
                </c:pt>
                <c:pt idx="145">
                  <c:v>4.006797406024</c:v>
                </c:pt>
                <c:pt idx="146">
                  <c:v>4.006037486792</c:v>
                </c:pt>
                <c:pt idx="147">
                  <c:v>4.005326317612</c:v>
                </c:pt>
                <c:pt idx="148">
                  <c:v>4.004667193552</c:v>
                </c:pt>
                <c:pt idx="149">
                  <c:v>4.004062023662</c:v>
                </c:pt>
                <c:pt idx="150">
                  <c:v>4.00351145391</c:v>
                </c:pt>
                <c:pt idx="151">
                  <c:v>4.003015014352</c:v>
                </c:pt>
                <c:pt idx="152">
                  <c:v>4.002571281862</c:v>
                </c:pt>
                <c:pt idx="153">
                  <c:v>4.002178050203</c:v>
                </c:pt>
                <c:pt idx="154">
                  <c:v>4.001832500046</c:v>
                </c:pt>
                <c:pt idx="155">
                  <c:v>4.001531362593</c:v>
                </c:pt>
                <c:pt idx="156">
                  <c:v>4.001271071702</c:v>
                </c:pt>
                <c:pt idx="157">
                  <c:v>4.001047900694</c:v>
                </c:pt>
                <c:pt idx="158">
                  <c:v>4.000858081293</c:v>
                </c:pt>
                <c:pt idx="159">
                  <c:v>4.000697903366</c:v>
                </c:pt>
                <c:pt idx="160">
                  <c:v>4.000563795147</c:v>
                </c:pt>
                <c:pt idx="161">
                  <c:v>4.000452384565</c:v>
                </c:pt>
                <c:pt idx="162">
                  <c:v>4.000360542944</c:v>
                </c:pt>
                <c:pt idx="163">
                  <c:v>4.000285412908</c:v>
                </c:pt>
                <c:pt idx="164">
                  <c:v>4.000224422584</c:v>
                </c:pt>
                <c:pt idx="165">
                  <c:v>4.00017528842</c:v>
                </c:pt>
                <c:pt idx="166">
                  <c:v>4.000136008908</c:v>
                </c:pt>
                <c:pt idx="167">
                  <c:v>4.00010485144</c:v>
                </c:pt>
                <c:pt idx="168">
                  <c:v>4.000080334341</c:v>
                </c:pt>
                <c:pt idx="169">
                  <c:v>4.000061205898</c:v>
                </c:pt>
                <c:pt idx="170">
                  <c:v>4.000046421949</c:v>
                </c:pt>
                <c:pt idx="171">
                  <c:v>4.000035123329</c:v>
                </c:pt>
                <c:pt idx="172">
                  <c:v>4.000026614234</c:v>
                </c:pt>
                <c:pt idx="173">
                  <c:v>4.000020342292</c:v>
                </c:pt>
                <c:pt idx="174">
                  <c:v>4.000015880982</c:v>
                </c:pt>
                <c:pt idx="175">
                  <c:v>4.000012914831</c:v>
                </c:pt>
                <c:pt idx="176">
                  <c:v>4.000011227699</c:v>
                </c:pt>
                <c:pt idx="177">
                  <c:v>4.000010694384</c:v>
                </c:pt>
                <c:pt idx="178">
                  <c:v>4.000011275665</c:v>
                </c:pt>
                <c:pt idx="179">
                  <c:v>4.000013016906</c:v>
                </c:pt>
                <c:pt idx="180">
                  <c:v>4.000016050252</c:v>
                </c:pt>
                <c:pt idx="181">
                  <c:v>4.00002060049</c:v>
                </c:pt>
                <c:pt idx="182">
                  <c:v>4.000026994572</c:v>
                </c:pt>
                <c:pt idx="183">
                  <c:v>4.000035674808</c:v>
                </c:pt>
                <c:pt idx="184">
                  <c:v>4.000047215685</c:v>
                </c:pt>
                <c:pt idx="185">
                  <c:v>4.000062344243</c:v>
                </c:pt>
                <c:pt idx="186">
                  <c:v>4.000081963855</c:v>
                </c:pt>
                <c:pt idx="187">
                  <c:v>4.000107181201</c:v>
                </c:pt>
                <c:pt idx="188">
                  <c:v>4.000139336167</c:v>
                </c:pt>
                <c:pt idx="189">
                  <c:v>4.000180034291</c:v>
                </c:pt>
                <c:pt idx="190">
                  <c:v>4.000231181354</c:v>
                </c:pt>
                <c:pt idx="191">
                  <c:v>4.000295019679</c:v>
                </c:pt>
                <c:pt idx="192">
                  <c:v>4.000374165727</c:v>
                </c:pt>
                <c:pt idx="193">
                  <c:v>4.000471648703</c:v>
                </c:pt>
                <c:pt idx="194">
                  <c:v>4.00059095008</c:v>
                </c:pt>
                <c:pt idx="195">
                  <c:v>4.000736044296</c:v>
                </c:pt>
                <c:pt idx="196">
                  <c:v>4.000911441346</c:v>
                </c:pt>
                <c:pt idx="197">
                  <c:v>4.00112223262</c:v>
                </c:pt>
                <c:pt idx="198">
                  <c:v>4.001374142109</c:v>
                </c:pt>
                <c:pt idx="199">
                  <c:v>4.001673585985</c:v>
                </c:pt>
                <c:pt idx="200">
                  <c:v>4.00202774456</c:v>
                </c:pt>
                <c:pt idx="201">
                  <c:v>4.002444651576</c:v>
                </c:pt>
                <c:pt idx="202">
                  <c:v>4.002933306724</c:v>
                </c:pt>
                <c:pt idx="203">
                  <c:v>4.003503817923</c:v>
                </c:pt>
                <c:pt idx="204">
                  <c:v>4.004167580269</c:v>
                </c:pt>
                <c:pt idx="205">
                  <c:v>4.004937498336</c:v>
                </c:pt>
                <c:pt idx="206">
                  <c:v>4.005828257596</c:v>
                </c:pt>
                <c:pt idx="207">
                  <c:v>4.006856648971</c:v>
                </c:pt>
                <c:pt idx="208">
                  <c:v>4.008041947664</c:v>
                </c:pt>
                <c:pt idx="209">
                  <c:v>4.009406343522</c:v>
                </c:pt>
                <c:pt idx="210">
                  <c:v>4.010975414993</c:v>
                </c:pt>
                <c:pt idx="211">
                  <c:v>4.012778632522</c:v>
                </c:pt>
                <c:pt idx="212">
                  <c:v>4.014849869997</c:v>
                </c:pt>
                <c:pt idx="213">
                  <c:v>4.017227894912</c:v>
                </c:pt>
                <c:pt idx="214">
                  <c:v>4.019956799797</c:v>
                </c:pt>
                <c:pt idx="215">
                  <c:v>4.023086329514</c:v>
                </c:pt>
                <c:pt idx="216">
                  <c:v>4.026672052189</c:v>
                </c:pt>
                <c:pt idx="217">
                  <c:v>4.030775316298</c:v>
                </c:pt>
                <c:pt idx="218">
                  <c:v>4.035462933912</c:v>
                </c:pt>
                <c:pt idx="219">
                  <c:v>4.040806530801</c:v>
                </c:pt>
                <c:pt idx="220">
                  <c:v>4.046881509043</c:v>
                </c:pt>
                <c:pt idx="221">
                  <c:v>4.053765577363</c:v>
                </c:pt>
                <c:pt idx="222">
                  <c:v>4.061536819031</c:v>
                </c:pt>
                <c:pt idx="223">
                  <c:v>4.070271286927</c:v>
                </c:pt>
                <c:pt idx="224">
                  <c:v>4.080040139778</c:v>
                </c:pt>
                <c:pt idx="225">
                  <c:v>4.090906362073</c:v>
                </c:pt>
                <c:pt idx="226">
                  <c:v>4.102921141319</c:v>
                </c:pt>
                <c:pt idx="227">
                  <c:v>4.116120008738</c:v>
                </c:pt>
                <c:pt idx="228">
                  <c:v>4.130518881025</c:v>
                </c:pt>
                <c:pt idx="229">
                  <c:v>4.1461101693</c:v>
                </c:pt>
                <c:pt idx="230">
                  <c:v>4.162859144423</c:v>
                </c:pt>
                <c:pt idx="231">
                  <c:v>4.180700763161</c:v>
                </c:pt>
                <c:pt idx="232">
                  <c:v>4.199537165048</c:v>
                </c:pt>
                <c:pt idx="233">
                  <c:v>4.219236043671</c:v>
                </c:pt>
                <c:pt idx="234">
                  <c:v>4.239630077272</c:v>
                </c:pt>
                <c:pt idx="235">
                  <c:v>4.260517571807</c:v>
                </c:pt>
                <c:pt idx="236">
                  <c:v>4.281664425458</c:v>
                </c:pt>
                <c:pt idx="237">
                  <c:v>4.302807468546</c:v>
                </c:pt>
                <c:pt idx="238">
                  <c:v>4.323659169242</c:v>
                </c:pt>
                <c:pt idx="239">
                  <c:v>4.3439136267</c:v>
                </c:pt>
                <c:pt idx="240">
                  <c:v>4.363253703059</c:v>
                </c:pt>
                <c:pt idx="241">
                  <c:v>4.381359078443</c:v>
                </c:pt>
                <c:pt idx="242">
                  <c:v>4.397914953129</c:v>
                </c:pt>
                <c:pt idx="243">
                  <c:v>4.412621072499</c:v>
                </c:pt>
                <c:pt idx="244">
                  <c:v>4.42520071702</c:v>
                </c:pt>
                <c:pt idx="245">
                  <c:v>4.435409284093</c:v>
                </c:pt>
                <c:pt idx="246">
                  <c:v>4.443042092892</c:v>
                </c:pt>
                <c:pt idx="247">
                  <c:v>4.447941067812</c:v>
                </c:pt>
                <c:pt idx="248">
                  <c:v>4.45</c:v>
                </c:pt>
                <c:pt idx="249">
                  <c:v>4.449168147431</c:v>
                </c:pt>
                <c:pt idx="250">
                  <c:v>4.445452008825</c:v>
                </c:pt>
                <c:pt idx="251">
                  <c:v>4.438915191011</c:v>
                </c:pt>
                <c:pt idx="252">
                  <c:v>4.429676378144</c:v>
                </c:pt>
                <c:pt idx="253">
                  <c:v>4.417905499207</c:v>
                </c:pt>
                <c:pt idx="254">
                  <c:v>4.403818272256</c:v>
                </c:pt>
                <c:pt idx="255">
                  <c:v>4.387669375135</c:v>
                </c:pt>
                <c:pt idx="256">
                  <c:v>3.612330624865</c:v>
                </c:pt>
              </c:numCache>
            </c:numRef>
          </c:xVal>
          <c:yVal>
            <c:numRef>
              <c:f>'Chart Data'!$J$2:$J$258</c:f>
              <c:numCache>
                <c:formatCode>0.0</c:formatCode>
                <c:ptCount val="257"/>
                <c:pt idx="0">
                  <c:v>68.43581133191</c:v>
                </c:pt>
                <c:pt idx="1">
                  <c:v>68.6645175318</c:v>
                </c:pt>
                <c:pt idx="2">
                  <c:v>68.89322373169</c:v>
                </c:pt>
                <c:pt idx="3">
                  <c:v>69.12192993159</c:v>
                </c:pt>
                <c:pt idx="4">
                  <c:v>69.35063613148</c:v>
                </c:pt>
                <c:pt idx="5">
                  <c:v>69.57934233137</c:v>
                </c:pt>
                <c:pt idx="6">
                  <c:v>69.80804853126</c:v>
                </c:pt>
                <c:pt idx="7">
                  <c:v>70.03675473116</c:v>
                </c:pt>
                <c:pt idx="8">
                  <c:v>70.26546093105</c:v>
                </c:pt>
                <c:pt idx="9">
                  <c:v>70.49416713094</c:v>
                </c:pt>
                <c:pt idx="10">
                  <c:v>70.72287333083</c:v>
                </c:pt>
                <c:pt idx="11">
                  <c:v>70.95157953073</c:v>
                </c:pt>
                <c:pt idx="12">
                  <c:v>71.18028573062</c:v>
                </c:pt>
                <c:pt idx="13">
                  <c:v>71.40899193051</c:v>
                </c:pt>
                <c:pt idx="14">
                  <c:v>71.6376981304</c:v>
                </c:pt>
                <c:pt idx="15">
                  <c:v>71.8664043303</c:v>
                </c:pt>
                <c:pt idx="16">
                  <c:v>72.09511053019</c:v>
                </c:pt>
                <c:pt idx="17">
                  <c:v>72.32381673008</c:v>
                </c:pt>
                <c:pt idx="18">
                  <c:v>72.55252292997</c:v>
                </c:pt>
                <c:pt idx="19">
                  <c:v>72.78122912987</c:v>
                </c:pt>
                <c:pt idx="20">
                  <c:v>73.00993532976</c:v>
                </c:pt>
                <c:pt idx="21">
                  <c:v>73.23864152965</c:v>
                </c:pt>
                <c:pt idx="22">
                  <c:v>73.46734772954</c:v>
                </c:pt>
                <c:pt idx="23">
                  <c:v>73.69605392944</c:v>
                </c:pt>
                <c:pt idx="24">
                  <c:v>73.92476012933</c:v>
                </c:pt>
                <c:pt idx="25">
                  <c:v>74.15346632922</c:v>
                </c:pt>
                <c:pt idx="26">
                  <c:v>74.38217252911</c:v>
                </c:pt>
                <c:pt idx="27">
                  <c:v>74.61087872901</c:v>
                </c:pt>
                <c:pt idx="28">
                  <c:v>74.8395849289</c:v>
                </c:pt>
                <c:pt idx="29">
                  <c:v>75.06829112879</c:v>
                </c:pt>
                <c:pt idx="30">
                  <c:v>75.29699732868</c:v>
                </c:pt>
                <c:pt idx="31">
                  <c:v>75.52570352858</c:v>
                </c:pt>
                <c:pt idx="32">
                  <c:v>75.75440972847</c:v>
                </c:pt>
                <c:pt idx="33">
                  <c:v>75.98311592836</c:v>
                </c:pt>
                <c:pt idx="34">
                  <c:v>76.21182212825</c:v>
                </c:pt>
                <c:pt idx="35">
                  <c:v>76.44052832815</c:v>
                </c:pt>
                <c:pt idx="36">
                  <c:v>76.66923452804</c:v>
                </c:pt>
                <c:pt idx="37">
                  <c:v>76.89794072793</c:v>
                </c:pt>
                <c:pt idx="38">
                  <c:v>77.12664692782</c:v>
                </c:pt>
                <c:pt idx="39">
                  <c:v>77.35535312772</c:v>
                </c:pt>
                <c:pt idx="40">
                  <c:v>77.58405932761</c:v>
                </c:pt>
                <c:pt idx="41">
                  <c:v>77.8127655275</c:v>
                </c:pt>
                <c:pt idx="42">
                  <c:v>78.0414717274</c:v>
                </c:pt>
                <c:pt idx="43">
                  <c:v>78.27017792729</c:v>
                </c:pt>
                <c:pt idx="44">
                  <c:v>78.49888412718</c:v>
                </c:pt>
                <c:pt idx="45">
                  <c:v>78.72759032707</c:v>
                </c:pt>
                <c:pt idx="46">
                  <c:v>78.95629652697</c:v>
                </c:pt>
                <c:pt idx="47">
                  <c:v>79.18500272686</c:v>
                </c:pt>
                <c:pt idx="48">
                  <c:v>79.41370892675</c:v>
                </c:pt>
                <c:pt idx="49">
                  <c:v>79.64241512664</c:v>
                </c:pt>
                <c:pt idx="50">
                  <c:v>79.87112132654</c:v>
                </c:pt>
                <c:pt idx="51">
                  <c:v>80.09982752643</c:v>
                </c:pt>
                <c:pt idx="52">
                  <c:v>80.32853372632</c:v>
                </c:pt>
                <c:pt idx="53">
                  <c:v>80.55723992621</c:v>
                </c:pt>
                <c:pt idx="54">
                  <c:v>80.78594612611</c:v>
                </c:pt>
                <c:pt idx="55">
                  <c:v>81.014652326</c:v>
                </c:pt>
                <c:pt idx="56">
                  <c:v>81.24335852589</c:v>
                </c:pt>
                <c:pt idx="57">
                  <c:v>81.47206472578</c:v>
                </c:pt>
                <c:pt idx="58">
                  <c:v>81.70077092568</c:v>
                </c:pt>
                <c:pt idx="59">
                  <c:v>81.92947712557</c:v>
                </c:pt>
                <c:pt idx="60">
                  <c:v>82.15818332546</c:v>
                </c:pt>
                <c:pt idx="61">
                  <c:v>82.38688952535</c:v>
                </c:pt>
                <c:pt idx="62">
                  <c:v>82.61559572525</c:v>
                </c:pt>
                <c:pt idx="63">
                  <c:v>82.84430192514</c:v>
                </c:pt>
                <c:pt idx="64">
                  <c:v>83.07300812503</c:v>
                </c:pt>
                <c:pt idx="65">
                  <c:v>83.30171432492</c:v>
                </c:pt>
                <c:pt idx="66">
                  <c:v>83.53042052482</c:v>
                </c:pt>
                <c:pt idx="67">
                  <c:v>83.75912672471</c:v>
                </c:pt>
                <c:pt idx="68">
                  <c:v>83.9878329246</c:v>
                </c:pt>
                <c:pt idx="69">
                  <c:v>84.21653912449</c:v>
                </c:pt>
                <c:pt idx="70">
                  <c:v>84.44524532439</c:v>
                </c:pt>
                <c:pt idx="71">
                  <c:v>84.67395152428</c:v>
                </c:pt>
                <c:pt idx="72">
                  <c:v>84.90265772417</c:v>
                </c:pt>
                <c:pt idx="73">
                  <c:v>85.13136392406</c:v>
                </c:pt>
                <c:pt idx="74">
                  <c:v>85.36007012396</c:v>
                </c:pt>
                <c:pt idx="75">
                  <c:v>85.58877632385</c:v>
                </c:pt>
                <c:pt idx="76">
                  <c:v>85.81748252374</c:v>
                </c:pt>
                <c:pt idx="77">
                  <c:v>86.04618872363</c:v>
                </c:pt>
                <c:pt idx="78">
                  <c:v>86.27489492353</c:v>
                </c:pt>
                <c:pt idx="79">
                  <c:v>86.50360112342</c:v>
                </c:pt>
                <c:pt idx="80">
                  <c:v>86.73230732331</c:v>
                </c:pt>
                <c:pt idx="81">
                  <c:v>86.9610135232</c:v>
                </c:pt>
                <c:pt idx="82">
                  <c:v>87.1897197231</c:v>
                </c:pt>
                <c:pt idx="83">
                  <c:v>87.41842592299</c:v>
                </c:pt>
                <c:pt idx="84">
                  <c:v>87.64713212288</c:v>
                </c:pt>
                <c:pt idx="85">
                  <c:v>87.87583832277</c:v>
                </c:pt>
                <c:pt idx="86">
                  <c:v>88.10454452267</c:v>
                </c:pt>
                <c:pt idx="87">
                  <c:v>88.33325072256</c:v>
                </c:pt>
                <c:pt idx="88">
                  <c:v>88.56195692245</c:v>
                </c:pt>
                <c:pt idx="89">
                  <c:v>88.79066312234</c:v>
                </c:pt>
                <c:pt idx="90">
                  <c:v>89.01936932224</c:v>
                </c:pt>
                <c:pt idx="91">
                  <c:v>89.24807552213</c:v>
                </c:pt>
                <c:pt idx="92">
                  <c:v>89.47678172202</c:v>
                </c:pt>
                <c:pt idx="93">
                  <c:v>89.70548792192</c:v>
                </c:pt>
                <c:pt idx="94">
                  <c:v>89.93419412181</c:v>
                </c:pt>
                <c:pt idx="95">
                  <c:v>90.1629003217</c:v>
                </c:pt>
                <c:pt idx="96">
                  <c:v>90.39160652159</c:v>
                </c:pt>
                <c:pt idx="97">
                  <c:v>90.62031272149</c:v>
                </c:pt>
                <c:pt idx="98">
                  <c:v>90.84901892138</c:v>
                </c:pt>
                <c:pt idx="99">
                  <c:v>91.07772512127</c:v>
                </c:pt>
                <c:pt idx="100">
                  <c:v>91.30643132116</c:v>
                </c:pt>
                <c:pt idx="101">
                  <c:v>91.53513752106</c:v>
                </c:pt>
                <c:pt idx="102">
                  <c:v>91.76384372095</c:v>
                </c:pt>
                <c:pt idx="103">
                  <c:v>91.99254992084</c:v>
                </c:pt>
                <c:pt idx="104">
                  <c:v>92.22125612073</c:v>
                </c:pt>
                <c:pt idx="105">
                  <c:v>92.44996232063</c:v>
                </c:pt>
                <c:pt idx="106">
                  <c:v>92.67866852052</c:v>
                </c:pt>
                <c:pt idx="107">
                  <c:v>92.90737472041</c:v>
                </c:pt>
                <c:pt idx="108">
                  <c:v>93.1360809203</c:v>
                </c:pt>
                <c:pt idx="109">
                  <c:v>93.3647871202</c:v>
                </c:pt>
                <c:pt idx="110">
                  <c:v>93.59349332009</c:v>
                </c:pt>
                <c:pt idx="111">
                  <c:v>93.82219951998</c:v>
                </c:pt>
                <c:pt idx="112">
                  <c:v>94.05090571987</c:v>
                </c:pt>
                <c:pt idx="113">
                  <c:v>94.27961191977</c:v>
                </c:pt>
                <c:pt idx="114">
                  <c:v>94.50831811966</c:v>
                </c:pt>
                <c:pt idx="115">
                  <c:v>94.73702431955</c:v>
                </c:pt>
                <c:pt idx="116">
                  <c:v>94.96573051944</c:v>
                </c:pt>
                <c:pt idx="117">
                  <c:v>95.19443671934</c:v>
                </c:pt>
                <c:pt idx="118">
                  <c:v>95.42314291923</c:v>
                </c:pt>
                <c:pt idx="119">
                  <c:v>95.65184911912</c:v>
                </c:pt>
                <c:pt idx="120">
                  <c:v>95.88055531901</c:v>
                </c:pt>
                <c:pt idx="121">
                  <c:v>96.10926151891</c:v>
                </c:pt>
                <c:pt idx="122">
                  <c:v>96.3379677188</c:v>
                </c:pt>
                <c:pt idx="123">
                  <c:v>96.56667391869</c:v>
                </c:pt>
                <c:pt idx="124">
                  <c:v>96.79538011858</c:v>
                </c:pt>
                <c:pt idx="125">
                  <c:v>97.02408631848</c:v>
                </c:pt>
                <c:pt idx="126">
                  <c:v>97.25279251837</c:v>
                </c:pt>
                <c:pt idx="127">
                  <c:v>97.48149871826</c:v>
                </c:pt>
                <c:pt idx="128">
                  <c:v>97.48149871826</c:v>
                </c:pt>
                <c:pt idx="129">
                  <c:v>97.25279251837</c:v>
                </c:pt>
                <c:pt idx="130">
                  <c:v>97.02408631848</c:v>
                </c:pt>
                <c:pt idx="131">
                  <c:v>96.79538011858</c:v>
                </c:pt>
                <c:pt idx="132">
                  <c:v>96.56667391869</c:v>
                </c:pt>
                <c:pt idx="133">
                  <c:v>96.3379677188</c:v>
                </c:pt>
                <c:pt idx="134">
                  <c:v>96.10926151891</c:v>
                </c:pt>
                <c:pt idx="135">
                  <c:v>95.88055531901</c:v>
                </c:pt>
                <c:pt idx="136">
                  <c:v>95.65184911912</c:v>
                </c:pt>
                <c:pt idx="137">
                  <c:v>95.42314291923</c:v>
                </c:pt>
                <c:pt idx="138">
                  <c:v>95.19443671934</c:v>
                </c:pt>
                <c:pt idx="139">
                  <c:v>94.96573051944</c:v>
                </c:pt>
                <c:pt idx="140">
                  <c:v>94.73702431955</c:v>
                </c:pt>
                <c:pt idx="141">
                  <c:v>94.50831811966</c:v>
                </c:pt>
                <c:pt idx="142">
                  <c:v>94.27961191977</c:v>
                </c:pt>
                <c:pt idx="143">
                  <c:v>94.05090571987</c:v>
                </c:pt>
                <c:pt idx="144">
                  <c:v>93.82219951998</c:v>
                </c:pt>
                <c:pt idx="145">
                  <c:v>93.59349332009</c:v>
                </c:pt>
                <c:pt idx="146">
                  <c:v>93.3647871202</c:v>
                </c:pt>
                <c:pt idx="147">
                  <c:v>93.1360809203</c:v>
                </c:pt>
                <c:pt idx="148">
                  <c:v>92.90737472041</c:v>
                </c:pt>
                <c:pt idx="149">
                  <c:v>92.67866852052</c:v>
                </c:pt>
                <c:pt idx="150">
                  <c:v>92.44996232063</c:v>
                </c:pt>
                <c:pt idx="151">
                  <c:v>92.22125612073</c:v>
                </c:pt>
                <c:pt idx="152">
                  <c:v>91.99254992084</c:v>
                </c:pt>
                <c:pt idx="153">
                  <c:v>91.76384372095</c:v>
                </c:pt>
                <c:pt idx="154">
                  <c:v>91.53513752106</c:v>
                </c:pt>
                <c:pt idx="155">
                  <c:v>91.30643132116</c:v>
                </c:pt>
                <c:pt idx="156">
                  <c:v>91.07772512127</c:v>
                </c:pt>
                <c:pt idx="157">
                  <c:v>90.84901892138</c:v>
                </c:pt>
                <c:pt idx="158">
                  <c:v>90.62031272149</c:v>
                </c:pt>
                <c:pt idx="159">
                  <c:v>90.39160652159</c:v>
                </c:pt>
                <c:pt idx="160">
                  <c:v>90.1629003217</c:v>
                </c:pt>
                <c:pt idx="161">
                  <c:v>89.93419412181</c:v>
                </c:pt>
                <c:pt idx="162">
                  <c:v>89.70548792192</c:v>
                </c:pt>
                <c:pt idx="163">
                  <c:v>89.47678172202</c:v>
                </c:pt>
                <c:pt idx="164">
                  <c:v>89.24807552213</c:v>
                </c:pt>
                <c:pt idx="165">
                  <c:v>89.01936932224</c:v>
                </c:pt>
                <c:pt idx="166">
                  <c:v>88.79066312234</c:v>
                </c:pt>
                <c:pt idx="167">
                  <c:v>88.56195692245</c:v>
                </c:pt>
                <c:pt idx="168">
                  <c:v>88.33325072256</c:v>
                </c:pt>
                <c:pt idx="169">
                  <c:v>88.10454452267</c:v>
                </c:pt>
                <c:pt idx="170">
                  <c:v>87.87583832277</c:v>
                </c:pt>
                <c:pt idx="171">
                  <c:v>87.64713212288</c:v>
                </c:pt>
                <c:pt idx="172">
                  <c:v>87.41842592299</c:v>
                </c:pt>
                <c:pt idx="173">
                  <c:v>87.1897197231</c:v>
                </c:pt>
                <c:pt idx="174">
                  <c:v>86.9610135232</c:v>
                </c:pt>
                <c:pt idx="175">
                  <c:v>86.73230732331</c:v>
                </c:pt>
                <c:pt idx="176">
                  <c:v>86.50360112342</c:v>
                </c:pt>
                <c:pt idx="177">
                  <c:v>86.27489492353</c:v>
                </c:pt>
                <c:pt idx="178">
                  <c:v>86.04618872363</c:v>
                </c:pt>
                <c:pt idx="179">
                  <c:v>85.81748252374</c:v>
                </c:pt>
                <c:pt idx="180">
                  <c:v>85.58877632385</c:v>
                </c:pt>
                <c:pt idx="181">
                  <c:v>85.36007012396</c:v>
                </c:pt>
                <c:pt idx="182">
                  <c:v>85.13136392406</c:v>
                </c:pt>
                <c:pt idx="183">
                  <c:v>84.90265772417</c:v>
                </c:pt>
                <c:pt idx="184">
                  <c:v>84.67395152428</c:v>
                </c:pt>
                <c:pt idx="185">
                  <c:v>84.44524532439</c:v>
                </c:pt>
                <c:pt idx="186">
                  <c:v>84.21653912449</c:v>
                </c:pt>
                <c:pt idx="187">
                  <c:v>83.9878329246</c:v>
                </c:pt>
                <c:pt idx="188">
                  <c:v>83.75912672471</c:v>
                </c:pt>
                <c:pt idx="189">
                  <c:v>83.53042052482</c:v>
                </c:pt>
                <c:pt idx="190">
                  <c:v>83.30171432492</c:v>
                </c:pt>
                <c:pt idx="191">
                  <c:v>83.07300812503</c:v>
                </c:pt>
                <c:pt idx="192">
                  <c:v>82.84430192514</c:v>
                </c:pt>
                <c:pt idx="193">
                  <c:v>82.61559572525</c:v>
                </c:pt>
                <c:pt idx="194">
                  <c:v>82.38688952535</c:v>
                </c:pt>
                <c:pt idx="195">
                  <c:v>82.15818332546</c:v>
                </c:pt>
                <c:pt idx="196">
                  <c:v>81.92947712557</c:v>
                </c:pt>
                <c:pt idx="197">
                  <c:v>81.70077092568</c:v>
                </c:pt>
                <c:pt idx="198">
                  <c:v>81.47206472578</c:v>
                </c:pt>
                <c:pt idx="199">
                  <c:v>81.24335852589</c:v>
                </c:pt>
                <c:pt idx="200">
                  <c:v>81.014652326</c:v>
                </c:pt>
                <c:pt idx="201">
                  <c:v>80.78594612611</c:v>
                </c:pt>
                <c:pt idx="202">
                  <c:v>80.55723992621</c:v>
                </c:pt>
                <c:pt idx="203">
                  <c:v>80.32853372632</c:v>
                </c:pt>
                <c:pt idx="204">
                  <c:v>80.09982752643</c:v>
                </c:pt>
                <c:pt idx="205">
                  <c:v>79.87112132654</c:v>
                </c:pt>
                <c:pt idx="206">
                  <c:v>79.64241512664</c:v>
                </c:pt>
                <c:pt idx="207">
                  <c:v>79.41370892675</c:v>
                </c:pt>
                <c:pt idx="208">
                  <c:v>79.18500272686</c:v>
                </c:pt>
                <c:pt idx="209">
                  <c:v>78.95629652697</c:v>
                </c:pt>
                <c:pt idx="210">
                  <c:v>78.72759032707</c:v>
                </c:pt>
                <c:pt idx="211">
                  <c:v>78.49888412718</c:v>
                </c:pt>
                <c:pt idx="212">
                  <c:v>78.27017792729</c:v>
                </c:pt>
                <c:pt idx="213">
                  <c:v>78.0414717274</c:v>
                </c:pt>
                <c:pt idx="214">
                  <c:v>77.8127655275</c:v>
                </c:pt>
                <c:pt idx="215">
                  <c:v>77.58405932761</c:v>
                </c:pt>
                <c:pt idx="216">
                  <c:v>77.35535312772</c:v>
                </c:pt>
                <c:pt idx="217">
                  <c:v>77.12664692782</c:v>
                </c:pt>
                <c:pt idx="218">
                  <c:v>76.89794072793</c:v>
                </c:pt>
                <c:pt idx="219">
                  <c:v>76.66923452804</c:v>
                </c:pt>
                <c:pt idx="220">
                  <c:v>76.44052832815</c:v>
                </c:pt>
                <c:pt idx="221">
                  <c:v>76.21182212825</c:v>
                </c:pt>
                <c:pt idx="222">
                  <c:v>75.98311592836</c:v>
                </c:pt>
                <c:pt idx="223">
                  <c:v>75.75440972847</c:v>
                </c:pt>
                <c:pt idx="224">
                  <c:v>75.52570352858</c:v>
                </c:pt>
                <c:pt idx="225">
                  <c:v>75.29699732868</c:v>
                </c:pt>
                <c:pt idx="226">
                  <c:v>75.06829112879</c:v>
                </c:pt>
                <c:pt idx="227">
                  <c:v>74.8395849289</c:v>
                </c:pt>
                <c:pt idx="228">
                  <c:v>74.61087872901</c:v>
                </c:pt>
                <c:pt idx="229">
                  <c:v>74.38217252911</c:v>
                </c:pt>
                <c:pt idx="230">
                  <c:v>74.15346632922</c:v>
                </c:pt>
                <c:pt idx="231">
                  <c:v>73.92476012933</c:v>
                </c:pt>
                <c:pt idx="232">
                  <c:v>73.69605392944</c:v>
                </c:pt>
                <c:pt idx="233">
                  <c:v>73.46734772954</c:v>
                </c:pt>
                <c:pt idx="234">
                  <c:v>73.23864152965</c:v>
                </c:pt>
                <c:pt idx="235">
                  <c:v>73.00993532976</c:v>
                </c:pt>
                <c:pt idx="236">
                  <c:v>72.78122912987</c:v>
                </c:pt>
                <c:pt idx="237">
                  <c:v>72.55252292997</c:v>
                </c:pt>
                <c:pt idx="238">
                  <c:v>72.32381673008</c:v>
                </c:pt>
                <c:pt idx="239">
                  <c:v>72.09511053019</c:v>
                </c:pt>
                <c:pt idx="240">
                  <c:v>71.8664043303</c:v>
                </c:pt>
                <c:pt idx="241">
                  <c:v>71.6376981304</c:v>
                </c:pt>
                <c:pt idx="242">
                  <c:v>71.40899193051</c:v>
                </c:pt>
                <c:pt idx="243">
                  <c:v>71.18028573062</c:v>
                </c:pt>
                <c:pt idx="244">
                  <c:v>70.95157953073</c:v>
                </c:pt>
                <c:pt idx="245">
                  <c:v>70.72287333083</c:v>
                </c:pt>
                <c:pt idx="246">
                  <c:v>70.49416713094</c:v>
                </c:pt>
                <c:pt idx="247">
                  <c:v>70.26546093105</c:v>
                </c:pt>
                <c:pt idx="248">
                  <c:v>70.03675473116</c:v>
                </c:pt>
                <c:pt idx="249">
                  <c:v>69.80804853126</c:v>
                </c:pt>
                <c:pt idx="250">
                  <c:v>69.57934233137</c:v>
                </c:pt>
                <c:pt idx="251">
                  <c:v>69.35063613148</c:v>
                </c:pt>
                <c:pt idx="252">
                  <c:v>69.12192993159</c:v>
                </c:pt>
                <c:pt idx="253">
                  <c:v>68.89322373169</c:v>
                </c:pt>
                <c:pt idx="254">
                  <c:v>68.6645175318</c:v>
                </c:pt>
                <c:pt idx="255">
                  <c:v>68.43581133191</c:v>
                </c:pt>
                <c:pt idx="256">
                  <c:v>68.43581133191</c:v>
                </c:pt>
              </c:numCache>
            </c:numRef>
          </c:yVal>
        </c:ser>
        <c:ser>
          <c:idx val="5"/>
          <c:order val="5"/>
          <c:tx>
            <c:v>C1.6</c:v>
          </c:tx>
          <c:spPr>
            <a:solidFill>
              <a:srgbClr val="8C564B"/>
            </a:solidFill>
            <a:ln w="23813">
              <a:solidFill>
                <a:srgbClr val="8C564B"/>
              </a:solidFill>
            </a:ln>
          </c:spPr>
          <c:marker>
            <c:symbol val="none"/>
          </c:marker>
          <c:xVal>
            <c:numRef>
              <c:f>'Chart Data'!$K$2:$K$258</c:f>
              <c:numCache>
                <c:formatCode>General</c:formatCode>
                <c:ptCount val="257"/>
                <c:pt idx="0">
                  <c:v>4.831585304396</c:v>
                </c:pt>
                <c:pt idx="1">
                  <c:v>4.830635295545</c:v>
                </c:pt>
                <c:pt idx="2">
                  <c:v>4.829714534126</c:v>
                </c:pt>
                <c:pt idx="3">
                  <c:v>4.828821136161</c:v>
                </c:pt>
                <c:pt idx="4">
                  <c:v>4.827953077773</c:v>
                </c:pt>
                <c:pt idx="5">
                  <c:v>4.82710819817</c:v>
                </c:pt>
                <c:pt idx="6">
                  <c:v>4.826284203101</c:v>
                </c:pt>
                <c:pt idx="7">
                  <c:v>4.825478668784</c:v>
                </c:pt>
                <c:pt idx="8">
                  <c:v>4.824689046301</c:v>
                </c:pt>
                <c:pt idx="9">
                  <c:v>4.823912666466</c:v>
                </c:pt>
                <c:pt idx="10">
                  <c:v>4.823146745143</c:v>
                </c:pt>
                <c:pt idx="11">
                  <c:v>4.822388389023</c:v>
                </c:pt>
                <c:pt idx="12">
                  <c:v>4.821634601839</c:v>
                </c:pt>
                <c:pt idx="13">
                  <c:v>4.820882291021</c:v>
                </c:pt>
                <c:pt idx="14">
                  <c:v>4.820128274765</c:v>
                </c:pt>
                <c:pt idx="15">
                  <c:v>4.819369289512</c:v>
                </c:pt>
                <c:pt idx="16">
                  <c:v>4.818601997824</c:v>
                </c:pt>
                <c:pt idx="17">
                  <c:v>4.817822996629</c:v>
                </c:pt>
                <c:pt idx="18">
                  <c:v>4.817028825831</c:v>
                </c:pt>
                <c:pt idx="19">
                  <c:v>4.816215977256</c:v>
                </c:pt>
                <c:pt idx="20">
                  <c:v>4.815380903916</c:v>
                </c:pt>
                <c:pt idx="21">
                  <c:v>4.814520029572</c:v>
                </c:pt>
                <c:pt idx="22">
                  <c:v>4.813629758573</c:v>
                </c:pt>
                <c:pt idx="23">
                  <c:v>4.812706485938</c:v>
                </c:pt>
                <c:pt idx="24">
                  <c:v>4.811746607665</c:v>
                </c:pt>
                <c:pt idx="25">
                  <c:v>4.810746531245</c:v>
                </c:pt>
                <c:pt idx="26">
                  <c:v>4.80970268633</c:v>
                </c:pt>
                <c:pt idx="27">
                  <c:v>4.808611535558</c:v>
                </c:pt>
                <c:pt idx="28">
                  <c:v>4.807469585482</c:v>
                </c:pt>
                <c:pt idx="29">
                  <c:v>4.806273397582</c:v>
                </c:pt>
                <c:pt idx="30">
                  <c:v>4.805019599327</c:v>
                </c:pt>
                <c:pt idx="31">
                  <c:v>4.803704895264</c:v>
                </c:pt>
                <c:pt idx="32">
                  <c:v>4.802326078084</c:v>
                </c:pt>
                <c:pt idx="33">
                  <c:v>4.80088003965</c:v>
                </c:pt>
                <c:pt idx="34">
                  <c:v>4.799363781948</c:v>
                </c:pt>
                <c:pt idx="35">
                  <c:v>4.797774427923</c:v>
                </c:pt>
                <c:pt idx="36">
                  <c:v>4.796109232175</c:v>
                </c:pt>
                <c:pt idx="37">
                  <c:v>4.794365591478</c:v>
                </c:pt>
                <c:pt idx="38">
                  <c:v>4.79254105509</c:v>
                </c:pt>
                <c:pt idx="39">
                  <c:v>4.790633334812</c:v>
                </c:pt>
                <c:pt idx="40">
                  <c:v>4.788640314787</c:v>
                </c:pt>
                <c:pt idx="41">
                  <c:v>4.786560060975</c:v>
                </c:pt>
                <c:pt idx="42">
                  <c:v>4.784390830295</c:v>
                </c:pt>
                <c:pt idx="43">
                  <c:v>4.782131079401</c:v>
                </c:pt>
                <c:pt idx="44">
                  <c:v>4.779779473045</c:v>
                </c:pt>
                <c:pt idx="45">
                  <c:v>4.777334892016</c:v>
                </c:pt>
                <c:pt idx="46">
                  <c:v>4.774796440614</c:v>
                </c:pt>
                <c:pt idx="47">
                  <c:v>4.772163453638</c:v>
                </c:pt>
                <c:pt idx="48">
                  <c:v>4.769435502859</c:v>
                </c:pt>
                <c:pt idx="49">
                  <c:v>4.766612402944</c:v>
                </c:pt>
                <c:pt idx="50">
                  <c:v>4.763694216819</c:v>
                </c:pt>
                <c:pt idx="51">
                  <c:v>4.760681260449</c:v>
                </c:pt>
                <c:pt idx="52">
                  <c:v>4.75757410699</c:v>
                </c:pt>
                <c:pt idx="53">
                  <c:v>4.754373590328</c:v>
                </c:pt>
                <c:pt idx="54">
                  <c:v>4.751080807952</c:v>
                </c:pt>
                <c:pt idx="55">
                  <c:v>4.747697123175</c:v>
                </c:pt>
                <c:pt idx="56">
                  <c:v>4.744224166661</c:v>
                </c:pt>
                <c:pt idx="57">
                  <c:v>4.740663837264</c:v>
                </c:pt>
                <c:pt idx="58">
                  <c:v>4.737018302159</c:v>
                </c:pt>
                <c:pt idx="59">
                  <c:v>4.733289996258</c:v>
                </c:pt>
                <c:pt idx="60">
                  <c:v>4.729481620897</c:v>
                </c:pt>
                <c:pt idx="61">
                  <c:v>4.72559614181</c:v>
                </c:pt>
                <c:pt idx="62">
                  <c:v>4.721636786355</c:v>
                </c:pt>
                <c:pt idx="63">
                  <c:v>4.717607040017</c:v>
                </c:pt>
                <c:pt idx="64">
                  <c:v>4.713510642185</c:v>
                </c:pt>
                <c:pt idx="65">
                  <c:v>4.709351581188</c:v>
                </c:pt>
                <c:pt idx="66">
                  <c:v>4.705134088628</c:v>
                </c:pt>
                <c:pt idx="67">
                  <c:v>4.700862632984</c:v>
                </c:pt>
                <c:pt idx="68">
                  <c:v>4.696541912525</c:v>
                </c:pt>
                <c:pt idx="69">
                  <c:v>4.692176847529</c:v>
                </c:pt>
                <c:pt idx="70">
                  <c:v>4.687772571824</c:v>
                </c:pt>
                <c:pt idx="71">
                  <c:v>4.68333442368</c:v>
                </c:pt>
                <c:pt idx="72">
                  <c:v>4.678867936054</c:v>
                </c:pt>
                <c:pt idx="73">
                  <c:v>4.674378826224</c:v>
                </c:pt>
                <c:pt idx="74">
                  <c:v>4.669872984826</c:v>
                </c:pt>
                <c:pt idx="75">
                  <c:v>4.66535646433</c:v>
                </c:pt>
                <c:pt idx="76">
                  <c:v>4.660835466967</c:v>
                </c:pt>
                <c:pt idx="77">
                  <c:v>4.656316332153</c:v>
                </c:pt>
                <c:pt idx="78">
                  <c:v>4.651805523434</c:v>
                </c:pt>
                <c:pt idx="79">
                  <c:v>4.647309614984</c:v>
                </c:pt>
                <c:pt idx="80">
                  <c:v>4.642835277694</c:v>
                </c:pt>
                <c:pt idx="81">
                  <c:v>4.638389264887</c:v>
                </c:pt>
                <c:pt idx="82">
                  <c:v>4.633978397695</c:v>
                </c:pt>
                <c:pt idx="83">
                  <c:v>4.629609550147</c:v>
                </c:pt>
                <c:pt idx="84">
                  <c:v>4.625289633998</c:v>
                </c:pt>
                <c:pt idx="85">
                  <c:v>4.621025583337</c:v>
                </c:pt>
                <c:pt idx="86">
                  <c:v>4.616824339039</c:v>
                </c:pt>
                <c:pt idx="87">
                  <c:v>4.612692833077</c:v>
                </c:pt>
                <c:pt idx="88">
                  <c:v>4.608637972758</c:v>
                </c:pt>
                <c:pt idx="89">
                  <c:v>4.60466662492</c:v>
                </c:pt>
                <c:pt idx="90">
                  <c:v>4.600785600134</c:v>
                </c:pt>
                <c:pt idx="91">
                  <c:v>4.597001636961</c:v>
                </c:pt>
                <c:pt idx="92">
                  <c:v>4.593321386309</c:v>
                </c:pt>
                <c:pt idx="93">
                  <c:v>4.589751395929</c:v>
                </c:pt>
                <c:pt idx="94">
                  <c:v>4.586298095107</c:v>
                </c:pt>
                <c:pt idx="95">
                  <c:v>4.582967779587</c:v>
                </c:pt>
                <c:pt idx="96">
                  <c:v>4.579766596771</c:v>
                </c:pt>
                <c:pt idx="97">
                  <c:v>4.576700531245</c:v>
                </c:pt>
                <c:pt idx="98">
                  <c:v>4.573775390673</c:v>
                </c:pt>
                <c:pt idx="99">
                  <c:v>4.570996792091</c:v>
                </c:pt>
                <c:pt idx="100">
                  <c:v>4.568370148651</c:v>
                </c:pt>
                <c:pt idx="101">
                  <c:v>4.565900656862</c:v>
                </c:pt>
                <c:pt idx="102">
                  <c:v>4.563593284342</c:v>
                </c:pt>
                <c:pt idx="103">
                  <c:v>4.561452758141</c:v>
                </c:pt>
                <c:pt idx="104">
                  <c:v>4.559483553656</c:v>
                </c:pt>
                <c:pt idx="105">
                  <c:v>4.557689884179</c:v>
                </c:pt>
                <c:pt idx="106">
                  <c:v>4.556075691099</c:v>
                </c:pt>
                <c:pt idx="107">
                  <c:v>4.554644634793</c:v>
                </c:pt>
                <c:pt idx="108">
                  <c:v>4.553400086237</c:v>
                </c:pt>
                <c:pt idx="109">
                  <c:v>4.552345119346</c:v>
                </c:pt>
                <c:pt idx="110">
                  <c:v>4.551482504084</c:v>
                </c:pt>
                <c:pt idx="111">
                  <c:v>4.55081470034</c:v>
                </c:pt>
                <c:pt idx="112">
                  <c:v>4.550343852615</c:v>
                </c:pt>
                <c:pt idx="113">
                  <c:v>4.550071785502</c:v>
                </c:pt>
                <c:pt idx="114">
                  <c:v>4.55</c:v>
                </c:pt>
                <c:pt idx="115">
                  <c:v>4.55012967065</c:v>
                </c:pt>
                <c:pt idx="116">
                  <c:v>4.550461643504</c:v>
                </c:pt>
                <c:pt idx="117">
                  <c:v>4.550996434939</c:v>
                </c:pt>
                <c:pt idx="118">
                  <c:v>4.551734231301</c:v>
                </c:pt>
                <c:pt idx="119">
                  <c:v>4.552674889389</c:v>
                </c:pt>
                <c:pt idx="120">
                  <c:v>4.553817937768</c:v>
                </c:pt>
                <c:pt idx="121">
                  <c:v>4.555162578906</c:v>
                </c:pt>
                <c:pt idx="122">
                  <c:v>4.556707692115</c:v>
                </c:pt>
                <c:pt idx="123">
                  <c:v>4.5584518373</c:v>
                </c:pt>
                <c:pt idx="124">
                  <c:v>4.560393259487</c:v>
                </c:pt>
                <c:pt idx="125">
                  <c:v>4.562529894109</c:v>
                </c:pt>
                <c:pt idx="126">
                  <c:v>4.564859373041</c:v>
                </c:pt>
                <c:pt idx="127">
                  <c:v>4.567379031356</c:v>
                </c:pt>
                <c:pt idx="128">
                  <c:v>5.432620968644</c:v>
                </c:pt>
                <c:pt idx="129">
                  <c:v>5.435140626959</c:v>
                </c:pt>
                <c:pt idx="130">
                  <c:v>5.437470105891</c:v>
                </c:pt>
                <c:pt idx="131">
                  <c:v>5.439606740513</c:v>
                </c:pt>
                <c:pt idx="132">
                  <c:v>5.4415481627</c:v>
                </c:pt>
                <c:pt idx="133">
                  <c:v>5.443292307885</c:v>
                </c:pt>
                <c:pt idx="134">
                  <c:v>5.444837421094</c:v>
                </c:pt>
                <c:pt idx="135">
                  <c:v>5.446182062232</c:v>
                </c:pt>
                <c:pt idx="136">
                  <c:v>5.447325110611</c:v>
                </c:pt>
                <c:pt idx="137">
                  <c:v>5.448265768699</c:v>
                </c:pt>
                <c:pt idx="138">
                  <c:v>5.449003565061</c:v>
                </c:pt>
                <c:pt idx="139">
                  <c:v>5.449538356496</c:v>
                </c:pt>
                <c:pt idx="140">
                  <c:v>5.44987032935</c:v>
                </c:pt>
                <c:pt idx="141">
                  <c:v>5.45</c:v>
                </c:pt>
                <c:pt idx="142">
                  <c:v>5.449928214498</c:v>
                </c:pt>
                <c:pt idx="143">
                  <c:v>5.449656147385</c:v>
                </c:pt>
                <c:pt idx="144">
                  <c:v>5.44918529966</c:v>
                </c:pt>
                <c:pt idx="145">
                  <c:v>5.448517495916</c:v>
                </c:pt>
                <c:pt idx="146">
                  <c:v>5.447654880654</c:v>
                </c:pt>
                <c:pt idx="147">
                  <c:v>5.446599913763</c:v>
                </c:pt>
                <c:pt idx="148">
                  <c:v>5.445355365207</c:v>
                </c:pt>
                <c:pt idx="149">
                  <c:v>5.443924308901</c:v>
                </c:pt>
                <c:pt idx="150">
                  <c:v>5.442310115821</c:v>
                </c:pt>
                <c:pt idx="151">
                  <c:v>5.440516446344</c:v>
                </c:pt>
                <c:pt idx="152">
                  <c:v>5.438547241859</c:v>
                </c:pt>
                <c:pt idx="153">
                  <c:v>5.436406715658</c:v>
                </c:pt>
                <c:pt idx="154">
                  <c:v>5.434099343138</c:v>
                </c:pt>
                <c:pt idx="155">
                  <c:v>5.431629851349</c:v>
                </c:pt>
                <c:pt idx="156">
                  <c:v>5.429003207909</c:v>
                </c:pt>
                <c:pt idx="157">
                  <c:v>5.426224609327</c:v>
                </c:pt>
                <c:pt idx="158">
                  <c:v>5.423299468755</c:v>
                </c:pt>
                <c:pt idx="159">
                  <c:v>5.420233403229</c:v>
                </c:pt>
                <c:pt idx="160">
                  <c:v>5.417032220413</c:v>
                </c:pt>
                <c:pt idx="161">
                  <c:v>5.413701904893</c:v>
                </c:pt>
                <c:pt idx="162">
                  <c:v>5.410248604071</c:v>
                </c:pt>
                <c:pt idx="163">
                  <c:v>5.406678613691</c:v>
                </c:pt>
                <c:pt idx="164">
                  <c:v>5.402998363039</c:v>
                </c:pt>
                <c:pt idx="165">
                  <c:v>5.399214399866</c:v>
                </c:pt>
                <c:pt idx="166">
                  <c:v>5.39533337508</c:v>
                </c:pt>
                <c:pt idx="167">
                  <c:v>5.391362027242</c:v>
                </c:pt>
                <c:pt idx="168">
                  <c:v>5.387307166923</c:v>
                </c:pt>
                <c:pt idx="169">
                  <c:v>5.383175660961</c:v>
                </c:pt>
                <c:pt idx="170">
                  <c:v>5.378974416663</c:v>
                </c:pt>
                <c:pt idx="171">
                  <c:v>5.374710366002</c:v>
                </c:pt>
                <c:pt idx="172">
                  <c:v>5.370390449853</c:v>
                </c:pt>
                <c:pt idx="173">
                  <c:v>5.366021602305</c:v>
                </c:pt>
                <c:pt idx="174">
                  <c:v>5.361610735113</c:v>
                </c:pt>
                <c:pt idx="175">
                  <c:v>5.357164722306</c:v>
                </c:pt>
                <c:pt idx="176">
                  <c:v>5.352690385016</c:v>
                </c:pt>
                <c:pt idx="177">
                  <c:v>5.348194476566</c:v>
                </c:pt>
                <c:pt idx="178">
                  <c:v>5.343683667847</c:v>
                </c:pt>
                <c:pt idx="179">
                  <c:v>5.339164533033</c:v>
                </c:pt>
                <c:pt idx="180">
                  <c:v>5.33464353567</c:v>
                </c:pt>
                <c:pt idx="181">
                  <c:v>5.330127015174</c:v>
                </c:pt>
                <c:pt idx="182">
                  <c:v>5.325621173776</c:v>
                </c:pt>
                <c:pt idx="183">
                  <c:v>5.321132063946</c:v>
                </c:pt>
                <c:pt idx="184">
                  <c:v>5.31666557632</c:v>
                </c:pt>
                <c:pt idx="185">
                  <c:v>5.312227428176</c:v>
                </c:pt>
                <c:pt idx="186">
                  <c:v>5.307823152471</c:v>
                </c:pt>
                <c:pt idx="187">
                  <c:v>5.303458087475</c:v>
                </c:pt>
                <c:pt idx="188">
                  <c:v>5.299137367016</c:v>
                </c:pt>
                <c:pt idx="189">
                  <c:v>5.294865911372</c:v>
                </c:pt>
                <c:pt idx="190">
                  <c:v>5.290648418812</c:v>
                </c:pt>
                <c:pt idx="191">
                  <c:v>5.286489357815</c:v>
                </c:pt>
                <c:pt idx="192">
                  <c:v>5.282392959983</c:v>
                </c:pt>
                <c:pt idx="193">
                  <c:v>5.278363213645</c:v>
                </c:pt>
                <c:pt idx="194">
                  <c:v>5.27440385819</c:v>
                </c:pt>
                <c:pt idx="195">
                  <c:v>5.270518379103</c:v>
                </c:pt>
                <c:pt idx="196">
                  <c:v>5.266710003742</c:v>
                </c:pt>
                <c:pt idx="197">
                  <c:v>5.262981697841</c:v>
                </c:pt>
                <c:pt idx="198">
                  <c:v>5.259336162736</c:v>
                </c:pt>
                <c:pt idx="199">
                  <c:v>5.255775833339</c:v>
                </c:pt>
                <c:pt idx="200">
                  <c:v>5.252302876825</c:v>
                </c:pt>
                <c:pt idx="201">
                  <c:v>5.248919192048</c:v>
                </c:pt>
                <c:pt idx="202">
                  <c:v>5.245626409672</c:v>
                </c:pt>
                <c:pt idx="203">
                  <c:v>5.24242589301</c:v>
                </c:pt>
                <c:pt idx="204">
                  <c:v>5.239318739551</c:v>
                </c:pt>
                <c:pt idx="205">
                  <c:v>5.236305783181</c:v>
                </c:pt>
                <c:pt idx="206">
                  <c:v>5.233387597056</c:v>
                </c:pt>
                <c:pt idx="207">
                  <c:v>5.230564497141</c:v>
                </c:pt>
                <c:pt idx="208">
                  <c:v>5.227836546362</c:v>
                </c:pt>
                <c:pt idx="209">
                  <c:v>5.225203559386</c:v>
                </c:pt>
                <c:pt idx="210">
                  <c:v>5.222665107984</c:v>
                </c:pt>
                <c:pt idx="211">
                  <c:v>5.220220526955</c:v>
                </c:pt>
                <c:pt idx="212">
                  <c:v>5.217868920599</c:v>
                </c:pt>
                <c:pt idx="213">
                  <c:v>5.215609169705</c:v>
                </c:pt>
                <c:pt idx="214">
                  <c:v>5.213439939025</c:v>
                </c:pt>
                <c:pt idx="215">
                  <c:v>5.211359685213</c:v>
                </c:pt>
                <c:pt idx="216">
                  <c:v>5.209366665188</c:v>
                </c:pt>
                <c:pt idx="217">
                  <c:v>5.20745894491</c:v>
                </c:pt>
                <c:pt idx="218">
                  <c:v>5.205634408522</c:v>
                </c:pt>
                <c:pt idx="219">
                  <c:v>5.203890767825</c:v>
                </c:pt>
                <c:pt idx="220">
                  <c:v>5.202225572077</c:v>
                </c:pt>
                <c:pt idx="221">
                  <c:v>5.200636218052</c:v>
                </c:pt>
                <c:pt idx="222">
                  <c:v>5.19911996035</c:v>
                </c:pt>
                <c:pt idx="223">
                  <c:v>5.197673921916</c:v>
                </c:pt>
                <c:pt idx="224">
                  <c:v>5.196295104736</c:v>
                </c:pt>
                <c:pt idx="225">
                  <c:v>5.194980400673</c:v>
                </c:pt>
                <c:pt idx="226">
                  <c:v>5.193726602418</c:v>
                </c:pt>
                <c:pt idx="227">
                  <c:v>5.192530414518</c:v>
                </c:pt>
                <c:pt idx="228">
                  <c:v>5.191388464442</c:v>
                </c:pt>
                <c:pt idx="229">
                  <c:v>5.19029731367</c:v>
                </c:pt>
                <c:pt idx="230">
                  <c:v>5.189253468755</c:v>
                </c:pt>
                <c:pt idx="231">
                  <c:v>5.188253392335</c:v>
                </c:pt>
                <c:pt idx="232">
                  <c:v>5.187293514062</c:v>
                </c:pt>
                <c:pt idx="233">
                  <c:v>5.186370241427</c:v>
                </c:pt>
                <c:pt idx="234">
                  <c:v>5.185479970428</c:v>
                </c:pt>
                <c:pt idx="235">
                  <c:v>5.184619096084</c:v>
                </c:pt>
                <c:pt idx="236">
                  <c:v>5.183784022744</c:v>
                </c:pt>
                <c:pt idx="237">
                  <c:v>5.182971174169</c:v>
                </c:pt>
                <c:pt idx="238">
                  <c:v>5.182177003371</c:v>
                </c:pt>
                <c:pt idx="239">
                  <c:v>5.181398002176</c:v>
                </c:pt>
                <c:pt idx="240">
                  <c:v>5.180630710488</c:v>
                </c:pt>
                <c:pt idx="241">
                  <c:v>5.179871725235</c:v>
                </c:pt>
                <c:pt idx="242">
                  <c:v>5.179117708979</c:v>
                </c:pt>
                <c:pt idx="243">
                  <c:v>5.178365398161</c:v>
                </c:pt>
                <c:pt idx="244">
                  <c:v>5.177611610977</c:v>
                </c:pt>
                <c:pt idx="245">
                  <c:v>5.176853254857</c:v>
                </c:pt>
                <c:pt idx="246">
                  <c:v>5.176087333534</c:v>
                </c:pt>
                <c:pt idx="247">
                  <c:v>5.175310953699</c:v>
                </c:pt>
                <c:pt idx="248">
                  <c:v>5.174521331216</c:v>
                </c:pt>
                <c:pt idx="249">
                  <c:v>5.173715796899</c:v>
                </c:pt>
                <c:pt idx="250">
                  <c:v>5.17289180183</c:v>
                </c:pt>
                <c:pt idx="251">
                  <c:v>5.172046922227</c:v>
                </c:pt>
                <c:pt idx="252">
                  <c:v>5.171178863839</c:v>
                </c:pt>
                <c:pt idx="253">
                  <c:v>5.170285465874</c:v>
                </c:pt>
                <c:pt idx="254">
                  <c:v>5.169364704455</c:v>
                </c:pt>
                <c:pt idx="255">
                  <c:v>5.168414695604</c:v>
                </c:pt>
                <c:pt idx="256">
                  <c:v>4.831585304396</c:v>
                </c:pt>
              </c:numCache>
            </c:numRef>
          </c:xVal>
          <c:yVal>
            <c:numRef>
              <c:f>'Chart Data'!$L$2:$L$258</c:f>
              <c:numCache>
                <c:formatCode>0.0</c:formatCode>
                <c:ptCount val="257"/>
                <c:pt idx="0">
                  <c:v>66.65711340206</c:v>
                </c:pt>
                <c:pt idx="1">
                  <c:v>66.69331591449</c:v>
                </c:pt>
                <c:pt idx="2">
                  <c:v>66.72951842691</c:v>
                </c:pt>
                <c:pt idx="3">
                  <c:v>66.76572093933</c:v>
                </c:pt>
                <c:pt idx="4">
                  <c:v>66.80192345176</c:v>
                </c:pt>
                <c:pt idx="5">
                  <c:v>66.83812596418</c:v>
                </c:pt>
                <c:pt idx="6">
                  <c:v>66.87432847661</c:v>
                </c:pt>
                <c:pt idx="7">
                  <c:v>66.91053098903</c:v>
                </c:pt>
                <c:pt idx="8">
                  <c:v>66.94673350146</c:v>
                </c:pt>
                <c:pt idx="9">
                  <c:v>66.98293601388</c:v>
                </c:pt>
                <c:pt idx="10">
                  <c:v>67.01913852631</c:v>
                </c:pt>
                <c:pt idx="11">
                  <c:v>67.05534103873</c:v>
                </c:pt>
                <c:pt idx="12">
                  <c:v>67.09154355115</c:v>
                </c:pt>
                <c:pt idx="13">
                  <c:v>67.12774606358</c:v>
                </c:pt>
                <c:pt idx="14">
                  <c:v>67.163948576</c:v>
                </c:pt>
                <c:pt idx="15">
                  <c:v>67.20015108843</c:v>
                </c:pt>
                <c:pt idx="16">
                  <c:v>67.23635360085</c:v>
                </c:pt>
                <c:pt idx="17">
                  <c:v>67.27255611328</c:v>
                </c:pt>
                <c:pt idx="18">
                  <c:v>67.3087586257</c:v>
                </c:pt>
                <c:pt idx="19">
                  <c:v>67.34496113812</c:v>
                </c:pt>
                <c:pt idx="20">
                  <c:v>67.38116365055</c:v>
                </c:pt>
                <c:pt idx="21">
                  <c:v>67.41736616297</c:v>
                </c:pt>
                <c:pt idx="22">
                  <c:v>67.4535686754</c:v>
                </c:pt>
                <c:pt idx="23">
                  <c:v>67.48977118782</c:v>
                </c:pt>
                <c:pt idx="24">
                  <c:v>67.52597370025</c:v>
                </c:pt>
                <c:pt idx="25">
                  <c:v>67.56217621267</c:v>
                </c:pt>
                <c:pt idx="26">
                  <c:v>67.59837872509</c:v>
                </c:pt>
                <c:pt idx="27">
                  <c:v>67.63458123752</c:v>
                </c:pt>
                <c:pt idx="28">
                  <c:v>67.67078374994</c:v>
                </c:pt>
                <c:pt idx="29">
                  <c:v>67.70698626237</c:v>
                </c:pt>
                <c:pt idx="30">
                  <c:v>67.74318877479</c:v>
                </c:pt>
                <c:pt idx="31">
                  <c:v>67.77939128722</c:v>
                </c:pt>
                <c:pt idx="32">
                  <c:v>67.81559379964</c:v>
                </c:pt>
                <c:pt idx="33">
                  <c:v>67.85179631207</c:v>
                </c:pt>
                <c:pt idx="34">
                  <c:v>67.88799882449</c:v>
                </c:pt>
                <c:pt idx="35">
                  <c:v>67.92420133691</c:v>
                </c:pt>
                <c:pt idx="36">
                  <c:v>67.96040384934</c:v>
                </c:pt>
                <c:pt idx="37">
                  <c:v>67.99660636176</c:v>
                </c:pt>
                <c:pt idx="38">
                  <c:v>68.03280887419</c:v>
                </c:pt>
                <c:pt idx="39">
                  <c:v>68.06901138661</c:v>
                </c:pt>
                <c:pt idx="40">
                  <c:v>68.10521389904</c:v>
                </c:pt>
                <c:pt idx="41">
                  <c:v>68.14141641146</c:v>
                </c:pt>
                <c:pt idx="42">
                  <c:v>68.17761892388</c:v>
                </c:pt>
                <c:pt idx="43">
                  <c:v>68.21382143631</c:v>
                </c:pt>
                <c:pt idx="44">
                  <c:v>68.25002394873</c:v>
                </c:pt>
                <c:pt idx="45">
                  <c:v>68.28622646116</c:v>
                </c:pt>
                <c:pt idx="46">
                  <c:v>68.32242897358</c:v>
                </c:pt>
                <c:pt idx="47">
                  <c:v>68.35863148601</c:v>
                </c:pt>
                <c:pt idx="48">
                  <c:v>68.39483399843</c:v>
                </c:pt>
                <c:pt idx="49">
                  <c:v>68.43103651085</c:v>
                </c:pt>
                <c:pt idx="50">
                  <c:v>68.46723902328</c:v>
                </c:pt>
                <c:pt idx="51">
                  <c:v>68.5034415357</c:v>
                </c:pt>
                <c:pt idx="52">
                  <c:v>68.53964404813</c:v>
                </c:pt>
                <c:pt idx="53">
                  <c:v>68.57584656055</c:v>
                </c:pt>
                <c:pt idx="54">
                  <c:v>68.61204907298</c:v>
                </c:pt>
                <c:pt idx="55">
                  <c:v>68.6482515854</c:v>
                </c:pt>
                <c:pt idx="56">
                  <c:v>68.68445409783</c:v>
                </c:pt>
                <c:pt idx="57">
                  <c:v>68.72065661025</c:v>
                </c:pt>
                <c:pt idx="58">
                  <c:v>68.75685912267</c:v>
                </c:pt>
                <c:pt idx="59">
                  <c:v>68.7930616351</c:v>
                </c:pt>
                <c:pt idx="60">
                  <c:v>68.82926414752</c:v>
                </c:pt>
                <c:pt idx="61">
                  <c:v>68.86546665995</c:v>
                </c:pt>
                <c:pt idx="62">
                  <c:v>68.90166917237</c:v>
                </c:pt>
                <c:pt idx="63">
                  <c:v>68.9378716848</c:v>
                </c:pt>
                <c:pt idx="64">
                  <c:v>68.97407419722</c:v>
                </c:pt>
                <c:pt idx="65">
                  <c:v>69.01027670964</c:v>
                </c:pt>
                <c:pt idx="66">
                  <c:v>69.04647922207</c:v>
                </c:pt>
                <c:pt idx="67">
                  <c:v>69.08268173449</c:v>
                </c:pt>
                <c:pt idx="68">
                  <c:v>69.11888424692</c:v>
                </c:pt>
                <c:pt idx="69">
                  <c:v>69.15508675934</c:v>
                </c:pt>
                <c:pt idx="70">
                  <c:v>69.19128927177</c:v>
                </c:pt>
                <c:pt idx="71">
                  <c:v>69.22749178419</c:v>
                </c:pt>
                <c:pt idx="72">
                  <c:v>69.26369429661</c:v>
                </c:pt>
                <c:pt idx="73">
                  <c:v>69.29989680904</c:v>
                </c:pt>
                <c:pt idx="74">
                  <c:v>69.33609932146</c:v>
                </c:pt>
                <c:pt idx="75">
                  <c:v>69.37230183389</c:v>
                </c:pt>
                <c:pt idx="76">
                  <c:v>69.40850434631</c:v>
                </c:pt>
                <c:pt idx="77">
                  <c:v>69.44470685874</c:v>
                </c:pt>
                <c:pt idx="78">
                  <c:v>69.48090937116</c:v>
                </c:pt>
                <c:pt idx="79">
                  <c:v>69.51711188359</c:v>
                </c:pt>
                <c:pt idx="80">
                  <c:v>69.55331439601</c:v>
                </c:pt>
                <c:pt idx="81">
                  <c:v>69.58951690843</c:v>
                </c:pt>
                <c:pt idx="82">
                  <c:v>69.62571942086</c:v>
                </c:pt>
                <c:pt idx="83">
                  <c:v>69.66192193328</c:v>
                </c:pt>
                <c:pt idx="84">
                  <c:v>69.69812444571</c:v>
                </c:pt>
                <c:pt idx="85">
                  <c:v>69.73432695813</c:v>
                </c:pt>
                <c:pt idx="86">
                  <c:v>69.77052947056</c:v>
                </c:pt>
                <c:pt idx="87">
                  <c:v>69.80673198298</c:v>
                </c:pt>
                <c:pt idx="88">
                  <c:v>69.8429344954</c:v>
                </c:pt>
                <c:pt idx="89">
                  <c:v>69.87913700783</c:v>
                </c:pt>
                <c:pt idx="90">
                  <c:v>69.91533952025</c:v>
                </c:pt>
                <c:pt idx="91">
                  <c:v>69.95154203268</c:v>
                </c:pt>
                <c:pt idx="92">
                  <c:v>69.9877445451</c:v>
                </c:pt>
                <c:pt idx="93">
                  <c:v>70.02394705753</c:v>
                </c:pt>
                <c:pt idx="94">
                  <c:v>70.06014956995</c:v>
                </c:pt>
                <c:pt idx="95">
                  <c:v>70.09635208237</c:v>
                </c:pt>
                <c:pt idx="96">
                  <c:v>70.1325545948</c:v>
                </c:pt>
                <c:pt idx="97">
                  <c:v>70.16875710722</c:v>
                </c:pt>
                <c:pt idx="98">
                  <c:v>70.20495961965</c:v>
                </c:pt>
                <c:pt idx="99">
                  <c:v>70.24116213207</c:v>
                </c:pt>
                <c:pt idx="100">
                  <c:v>70.2773646445</c:v>
                </c:pt>
                <c:pt idx="101">
                  <c:v>70.31356715692</c:v>
                </c:pt>
                <c:pt idx="102">
                  <c:v>70.34976966935</c:v>
                </c:pt>
                <c:pt idx="103">
                  <c:v>70.38597218177</c:v>
                </c:pt>
                <c:pt idx="104">
                  <c:v>70.42217469419</c:v>
                </c:pt>
                <c:pt idx="105">
                  <c:v>70.45837720662</c:v>
                </c:pt>
                <c:pt idx="106">
                  <c:v>70.49457971904</c:v>
                </c:pt>
                <c:pt idx="107">
                  <c:v>70.53078223147</c:v>
                </c:pt>
                <c:pt idx="108">
                  <c:v>70.56698474389</c:v>
                </c:pt>
                <c:pt idx="109">
                  <c:v>70.60318725632</c:v>
                </c:pt>
                <c:pt idx="110">
                  <c:v>70.63938976874</c:v>
                </c:pt>
                <c:pt idx="111">
                  <c:v>70.67559228116</c:v>
                </c:pt>
                <c:pt idx="112">
                  <c:v>70.71179479359</c:v>
                </c:pt>
                <c:pt idx="113">
                  <c:v>70.74799730601</c:v>
                </c:pt>
                <c:pt idx="114">
                  <c:v>70.78419981844</c:v>
                </c:pt>
                <c:pt idx="115">
                  <c:v>70.82040233086</c:v>
                </c:pt>
                <c:pt idx="116">
                  <c:v>70.85660484329</c:v>
                </c:pt>
                <c:pt idx="117">
                  <c:v>70.89280735571</c:v>
                </c:pt>
                <c:pt idx="118">
                  <c:v>70.92900986813</c:v>
                </c:pt>
                <c:pt idx="119">
                  <c:v>70.96521238056</c:v>
                </c:pt>
                <c:pt idx="120">
                  <c:v>71.00141489298</c:v>
                </c:pt>
                <c:pt idx="121">
                  <c:v>71.03761740541</c:v>
                </c:pt>
                <c:pt idx="122">
                  <c:v>71.07381991783</c:v>
                </c:pt>
                <c:pt idx="123">
                  <c:v>71.11002243026</c:v>
                </c:pt>
                <c:pt idx="124">
                  <c:v>71.14622494268</c:v>
                </c:pt>
                <c:pt idx="125">
                  <c:v>71.18242745511</c:v>
                </c:pt>
                <c:pt idx="126">
                  <c:v>71.21862996753</c:v>
                </c:pt>
                <c:pt idx="127">
                  <c:v>71.25483247995</c:v>
                </c:pt>
                <c:pt idx="128">
                  <c:v>71.25483247995</c:v>
                </c:pt>
                <c:pt idx="129">
                  <c:v>71.21862996753</c:v>
                </c:pt>
                <c:pt idx="130">
                  <c:v>71.18242745511</c:v>
                </c:pt>
                <c:pt idx="131">
                  <c:v>71.14622494268</c:v>
                </c:pt>
                <c:pt idx="132">
                  <c:v>71.11002243026</c:v>
                </c:pt>
                <c:pt idx="133">
                  <c:v>71.07381991783</c:v>
                </c:pt>
                <c:pt idx="134">
                  <c:v>71.03761740541</c:v>
                </c:pt>
                <c:pt idx="135">
                  <c:v>71.00141489298</c:v>
                </c:pt>
                <c:pt idx="136">
                  <c:v>70.96521238056</c:v>
                </c:pt>
                <c:pt idx="137">
                  <c:v>70.92900986813</c:v>
                </c:pt>
                <c:pt idx="138">
                  <c:v>70.89280735571</c:v>
                </c:pt>
                <c:pt idx="139">
                  <c:v>70.85660484329</c:v>
                </c:pt>
                <c:pt idx="140">
                  <c:v>70.82040233086</c:v>
                </c:pt>
                <c:pt idx="141">
                  <c:v>70.78419981844</c:v>
                </c:pt>
                <c:pt idx="142">
                  <c:v>70.74799730601</c:v>
                </c:pt>
                <c:pt idx="143">
                  <c:v>70.71179479359</c:v>
                </c:pt>
                <c:pt idx="144">
                  <c:v>70.67559228116</c:v>
                </c:pt>
                <c:pt idx="145">
                  <c:v>70.63938976874</c:v>
                </c:pt>
                <c:pt idx="146">
                  <c:v>70.60318725632</c:v>
                </c:pt>
                <c:pt idx="147">
                  <c:v>70.56698474389</c:v>
                </c:pt>
                <c:pt idx="148">
                  <c:v>70.53078223147</c:v>
                </c:pt>
                <c:pt idx="149">
                  <c:v>70.49457971904</c:v>
                </c:pt>
                <c:pt idx="150">
                  <c:v>70.45837720662</c:v>
                </c:pt>
                <c:pt idx="151">
                  <c:v>70.42217469419</c:v>
                </c:pt>
                <c:pt idx="152">
                  <c:v>70.38597218177</c:v>
                </c:pt>
                <c:pt idx="153">
                  <c:v>70.34976966935</c:v>
                </c:pt>
                <c:pt idx="154">
                  <c:v>70.31356715692</c:v>
                </c:pt>
                <c:pt idx="155">
                  <c:v>70.2773646445</c:v>
                </c:pt>
                <c:pt idx="156">
                  <c:v>70.24116213207</c:v>
                </c:pt>
                <c:pt idx="157">
                  <c:v>70.20495961965</c:v>
                </c:pt>
                <c:pt idx="158">
                  <c:v>70.16875710722</c:v>
                </c:pt>
                <c:pt idx="159">
                  <c:v>70.1325545948</c:v>
                </c:pt>
                <c:pt idx="160">
                  <c:v>70.09635208237</c:v>
                </c:pt>
                <c:pt idx="161">
                  <c:v>70.06014956995</c:v>
                </c:pt>
                <c:pt idx="162">
                  <c:v>70.02394705753</c:v>
                </c:pt>
                <c:pt idx="163">
                  <c:v>69.9877445451</c:v>
                </c:pt>
                <c:pt idx="164">
                  <c:v>69.95154203268</c:v>
                </c:pt>
                <c:pt idx="165">
                  <c:v>69.91533952025</c:v>
                </c:pt>
                <c:pt idx="166">
                  <c:v>69.87913700783</c:v>
                </c:pt>
                <c:pt idx="167">
                  <c:v>69.8429344954</c:v>
                </c:pt>
                <c:pt idx="168">
                  <c:v>69.80673198298</c:v>
                </c:pt>
                <c:pt idx="169">
                  <c:v>69.77052947056</c:v>
                </c:pt>
                <c:pt idx="170">
                  <c:v>69.73432695813</c:v>
                </c:pt>
                <c:pt idx="171">
                  <c:v>69.69812444571</c:v>
                </c:pt>
                <c:pt idx="172">
                  <c:v>69.66192193328</c:v>
                </c:pt>
                <c:pt idx="173">
                  <c:v>69.62571942086</c:v>
                </c:pt>
                <c:pt idx="174">
                  <c:v>69.58951690843</c:v>
                </c:pt>
                <c:pt idx="175">
                  <c:v>69.55331439601</c:v>
                </c:pt>
                <c:pt idx="176">
                  <c:v>69.51711188359</c:v>
                </c:pt>
                <c:pt idx="177">
                  <c:v>69.48090937116</c:v>
                </c:pt>
                <c:pt idx="178">
                  <c:v>69.44470685874</c:v>
                </c:pt>
                <c:pt idx="179">
                  <c:v>69.40850434631</c:v>
                </c:pt>
                <c:pt idx="180">
                  <c:v>69.37230183389</c:v>
                </c:pt>
                <c:pt idx="181">
                  <c:v>69.33609932146</c:v>
                </c:pt>
                <c:pt idx="182">
                  <c:v>69.29989680904</c:v>
                </c:pt>
                <c:pt idx="183">
                  <c:v>69.26369429661</c:v>
                </c:pt>
                <c:pt idx="184">
                  <c:v>69.22749178419</c:v>
                </c:pt>
                <c:pt idx="185">
                  <c:v>69.19128927177</c:v>
                </c:pt>
                <c:pt idx="186">
                  <c:v>69.15508675934</c:v>
                </c:pt>
                <c:pt idx="187">
                  <c:v>69.11888424692</c:v>
                </c:pt>
                <c:pt idx="188">
                  <c:v>69.08268173449</c:v>
                </c:pt>
                <c:pt idx="189">
                  <c:v>69.04647922207</c:v>
                </c:pt>
                <c:pt idx="190">
                  <c:v>69.01027670964</c:v>
                </c:pt>
                <c:pt idx="191">
                  <c:v>68.97407419722</c:v>
                </c:pt>
                <c:pt idx="192">
                  <c:v>68.9378716848</c:v>
                </c:pt>
                <c:pt idx="193">
                  <c:v>68.90166917237</c:v>
                </c:pt>
                <c:pt idx="194">
                  <c:v>68.86546665995</c:v>
                </c:pt>
                <c:pt idx="195">
                  <c:v>68.82926414752</c:v>
                </c:pt>
                <c:pt idx="196">
                  <c:v>68.7930616351</c:v>
                </c:pt>
                <c:pt idx="197">
                  <c:v>68.75685912267</c:v>
                </c:pt>
                <c:pt idx="198">
                  <c:v>68.72065661025</c:v>
                </c:pt>
                <c:pt idx="199">
                  <c:v>68.68445409783</c:v>
                </c:pt>
                <c:pt idx="200">
                  <c:v>68.6482515854</c:v>
                </c:pt>
                <c:pt idx="201">
                  <c:v>68.61204907298</c:v>
                </c:pt>
                <c:pt idx="202">
                  <c:v>68.57584656055</c:v>
                </c:pt>
                <c:pt idx="203">
                  <c:v>68.53964404813</c:v>
                </c:pt>
                <c:pt idx="204">
                  <c:v>68.5034415357</c:v>
                </c:pt>
                <c:pt idx="205">
                  <c:v>68.46723902328</c:v>
                </c:pt>
                <c:pt idx="206">
                  <c:v>68.43103651085</c:v>
                </c:pt>
                <c:pt idx="207">
                  <c:v>68.39483399843</c:v>
                </c:pt>
                <c:pt idx="208">
                  <c:v>68.35863148601</c:v>
                </c:pt>
                <c:pt idx="209">
                  <c:v>68.32242897358</c:v>
                </c:pt>
                <c:pt idx="210">
                  <c:v>68.28622646116</c:v>
                </c:pt>
                <c:pt idx="211">
                  <c:v>68.25002394873</c:v>
                </c:pt>
                <c:pt idx="212">
                  <c:v>68.21382143631</c:v>
                </c:pt>
                <c:pt idx="213">
                  <c:v>68.17761892388</c:v>
                </c:pt>
                <c:pt idx="214">
                  <c:v>68.14141641146</c:v>
                </c:pt>
                <c:pt idx="215">
                  <c:v>68.10521389904</c:v>
                </c:pt>
                <c:pt idx="216">
                  <c:v>68.06901138661</c:v>
                </c:pt>
                <c:pt idx="217">
                  <c:v>68.03280887419</c:v>
                </c:pt>
                <c:pt idx="218">
                  <c:v>67.99660636176</c:v>
                </c:pt>
                <c:pt idx="219">
                  <c:v>67.96040384934</c:v>
                </c:pt>
                <c:pt idx="220">
                  <c:v>67.92420133691</c:v>
                </c:pt>
                <c:pt idx="221">
                  <c:v>67.88799882449</c:v>
                </c:pt>
                <c:pt idx="222">
                  <c:v>67.85179631207</c:v>
                </c:pt>
                <c:pt idx="223">
                  <c:v>67.81559379964</c:v>
                </c:pt>
                <c:pt idx="224">
                  <c:v>67.77939128722</c:v>
                </c:pt>
                <c:pt idx="225">
                  <c:v>67.74318877479</c:v>
                </c:pt>
                <c:pt idx="226">
                  <c:v>67.70698626237</c:v>
                </c:pt>
                <c:pt idx="227">
                  <c:v>67.67078374994</c:v>
                </c:pt>
                <c:pt idx="228">
                  <c:v>67.63458123752</c:v>
                </c:pt>
                <c:pt idx="229">
                  <c:v>67.59837872509</c:v>
                </c:pt>
                <c:pt idx="230">
                  <c:v>67.56217621267</c:v>
                </c:pt>
                <c:pt idx="231">
                  <c:v>67.52597370025</c:v>
                </c:pt>
                <c:pt idx="232">
                  <c:v>67.48977118782</c:v>
                </c:pt>
                <c:pt idx="233">
                  <c:v>67.4535686754</c:v>
                </c:pt>
                <c:pt idx="234">
                  <c:v>67.41736616297</c:v>
                </c:pt>
                <c:pt idx="235">
                  <c:v>67.38116365055</c:v>
                </c:pt>
                <c:pt idx="236">
                  <c:v>67.34496113812</c:v>
                </c:pt>
                <c:pt idx="237">
                  <c:v>67.3087586257</c:v>
                </c:pt>
                <c:pt idx="238">
                  <c:v>67.27255611328</c:v>
                </c:pt>
                <c:pt idx="239">
                  <c:v>67.23635360085</c:v>
                </c:pt>
                <c:pt idx="240">
                  <c:v>67.20015108843</c:v>
                </c:pt>
                <c:pt idx="241">
                  <c:v>67.163948576</c:v>
                </c:pt>
                <c:pt idx="242">
                  <c:v>67.12774606358</c:v>
                </c:pt>
                <c:pt idx="243">
                  <c:v>67.09154355115</c:v>
                </c:pt>
                <c:pt idx="244">
                  <c:v>67.05534103873</c:v>
                </c:pt>
                <c:pt idx="245">
                  <c:v>67.01913852631</c:v>
                </c:pt>
                <c:pt idx="246">
                  <c:v>66.98293601388</c:v>
                </c:pt>
                <c:pt idx="247">
                  <c:v>66.94673350146</c:v>
                </c:pt>
                <c:pt idx="248">
                  <c:v>66.91053098903</c:v>
                </c:pt>
                <c:pt idx="249">
                  <c:v>66.87432847661</c:v>
                </c:pt>
                <c:pt idx="250">
                  <c:v>66.83812596418</c:v>
                </c:pt>
                <c:pt idx="251">
                  <c:v>66.80192345176</c:v>
                </c:pt>
                <c:pt idx="252">
                  <c:v>66.76572093933</c:v>
                </c:pt>
                <c:pt idx="253">
                  <c:v>66.72951842691</c:v>
                </c:pt>
                <c:pt idx="254">
                  <c:v>66.69331591449</c:v>
                </c:pt>
                <c:pt idx="255">
                  <c:v>66.65711340206</c:v>
                </c:pt>
                <c:pt idx="256">
                  <c:v>66.65711340206</c:v>
                </c:pt>
              </c:numCache>
            </c:numRef>
          </c:yVal>
        </c:ser>
        <c:ser>
          <c:idx val="6"/>
          <c:order val="6"/>
          <c:tx>
            <c:v>C1.7</c:v>
          </c:tx>
          <c:spPr>
            <a:solidFill>
              <a:srgbClr val="E377C2"/>
            </a:solidFill>
            <a:ln w="23813">
              <a:solidFill>
                <a:srgbClr val="E377C2"/>
              </a:solidFill>
            </a:ln>
          </c:spPr>
          <c:marker>
            <c:symbol val="none"/>
          </c:marker>
          <c:xVal>
            <c:numRef>
              <c:f>'Chart Data'!$M$2:$M$258</c:f>
              <c:numCache>
                <c:formatCode>General</c:formatCode>
                <c:ptCount val="257"/>
                <c:pt idx="0">
                  <c:v>5.567838389392</c:v>
                </c:pt>
                <c:pt idx="1">
                  <c:v>5.565911212624</c:v>
                </c:pt>
                <c:pt idx="2">
                  <c:v>5.564093323998</c:v>
                </c:pt>
                <c:pt idx="3">
                  <c:v>5.56238534684</c:v>
                </c:pt>
                <c:pt idx="4">
                  <c:v>5.560787781571</c:v>
                </c:pt>
                <c:pt idx="5">
                  <c:v>5.559301004874</c:v>
                </c:pt>
                <c:pt idx="6">
                  <c:v>5.557925269098</c:v>
                </c:pt>
                <c:pt idx="7">
                  <c:v>5.556660701877</c:v>
                </c:pt>
                <c:pt idx="8">
                  <c:v>5.555507305996</c:v>
                </c:pt>
                <c:pt idx="9">
                  <c:v>5.554464959478</c:v>
                </c:pt>
                <c:pt idx="10">
                  <c:v>5.553533415911</c:v>
                </c:pt>
                <c:pt idx="11">
                  <c:v>5.55271230501</c:v>
                </c:pt>
                <c:pt idx="12">
                  <c:v>5.552001133405</c:v>
                </c:pt>
                <c:pt idx="13">
                  <c:v>5.55139928568</c:v>
                </c:pt>
                <c:pt idx="14">
                  <c:v>5.55090602562</c:v>
                </c:pt>
                <c:pt idx="15">
                  <c:v>5.550520497717</c:v>
                </c:pt>
                <c:pt idx="16">
                  <c:v>5.550241728876</c:v>
                </c:pt>
                <c:pt idx="17">
                  <c:v>5.550068630369</c:v>
                </c:pt>
                <c:pt idx="18">
                  <c:v>5.55</c:v>
                </c:pt>
                <c:pt idx="19">
                  <c:v>5.550034524486</c:v>
                </c:pt>
                <c:pt idx="20">
                  <c:v>5.550170782058</c:v>
                </c:pt>
                <c:pt idx="21">
                  <c:v>5.550407245266</c:v>
                </c:pt>
                <c:pt idx="22">
                  <c:v>5.550742283989</c:v>
                </c:pt>
                <c:pt idx="23">
                  <c:v>5.551174168637</c:v>
                </c:pt>
                <c:pt idx="24">
                  <c:v>5.551701073545</c:v>
                </c:pt>
                <c:pt idx="25">
                  <c:v>5.552321080553</c:v>
                </c:pt>
                <c:pt idx="26">
                  <c:v>5.553032182756</c:v>
                </c:pt>
                <c:pt idx="27">
                  <c:v>5.553832288421</c:v>
                </c:pt>
                <c:pt idx="28">
                  <c:v>5.554719225067</c:v>
                </c:pt>
                <c:pt idx="29">
                  <c:v>5.555690743689</c:v>
                </c:pt>
                <c:pt idx="30">
                  <c:v>5.556744523128</c:v>
                </c:pt>
                <c:pt idx="31">
                  <c:v>5.557878174563</c:v>
                </c:pt>
                <c:pt idx="32">
                  <c:v>5.559089246135</c:v>
                </c:pt>
                <c:pt idx="33">
                  <c:v>5.560375227674</c:v>
                </c:pt>
                <c:pt idx="34">
                  <c:v>5.561733555525</c:v>
                </c:pt>
                <c:pt idx="35">
                  <c:v>5.563161617472</c:v>
                </c:pt>
                <c:pt idx="36">
                  <c:v>5.564656757725</c:v>
                </c:pt>
                <c:pt idx="37">
                  <c:v>5.566216281992</c:v>
                </c:pt>
                <c:pt idx="38">
                  <c:v>5.567837462594</c:v>
                </c:pt>
                <c:pt idx="39">
                  <c:v>5.569517543625</c:v>
                </c:pt>
                <c:pt idx="40">
                  <c:v>5.571253746151</c:v>
                </c:pt>
                <c:pt idx="41">
                  <c:v>5.573043273424</c:v>
                </c:pt>
                <c:pt idx="42">
                  <c:v>5.574883316107</c:v>
                </c:pt>
                <c:pt idx="43">
                  <c:v>5.576771057495</c:v>
                </c:pt>
                <c:pt idx="44">
                  <c:v>5.578703678724</c:v>
                </c:pt>
                <c:pt idx="45">
                  <c:v>5.580678363951</c:v>
                </c:pt>
                <c:pt idx="46">
                  <c:v>5.582692305498</c:v>
                </c:pt>
                <c:pt idx="47">
                  <c:v>5.584742708942</c:v>
                </c:pt>
                <c:pt idx="48">
                  <c:v>5.586826798155</c:v>
                </c:pt>
                <c:pt idx="49">
                  <c:v>5.58894182026</c:v>
                </c:pt>
                <c:pt idx="50">
                  <c:v>5.591085050508</c:v>
                </c:pt>
                <c:pt idx="51">
                  <c:v>5.593253797065</c:v>
                </c:pt>
                <c:pt idx="52">
                  <c:v>5.595445405693</c:v>
                </c:pt>
                <c:pt idx="53">
                  <c:v>5.597657264309</c:v>
                </c:pt>
                <c:pt idx="54">
                  <c:v>5.599886807433</c:v>
                </c:pt>
                <c:pt idx="55">
                  <c:v>5.60213152049</c:v>
                </c:pt>
                <c:pt idx="56">
                  <c:v>5.604388943973</c:v>
                </c:pt>
                <c:pt idx="57">
                  <c:v>5.606656677458</c:v>
                </c:pt>
                <c:pt idx="58">
                  <c:v>5.608932383448</c:v>
                </c:pt>
                <c:pt idx="59">
                  <c:v>5.611213791061</c:v>
                </c:pt>
                <c:pt idx="60">
                  <c:v>5.613498699529</c:v>
                </c:pt>
                <c:pt idx="61">
                  <c:v>5.615784981526</c:v>
                </c:pt>
                <c:pt idx="62">
                  <c:v>5.618070586293</c:v>
                </c:pt>
                <c:pt idx="63">
                  <c:v>5.62035354258</c:v>
                </c:pt>
                <c:pt idx="64">
                  <c:v>5.622631961375</c:v>
                </c:pt>
                <c:pt idx="65">
                  <c:v>5.624904038433</c:v>
                </c:pt>
                <c:pt idx="66">
                  <c:v>5.627168056591</c:v>
                </c:pt>
                <c:pt idx="67">
                  <c:v>5.629422387869</c:v>
                </c:pt>
                <c:pt idx="68">
                  <c:v>5.631665495349</c:v>
                </c:pt>
                <c:pt idx="69">
                  <c:v>5.633895934836</c:v>
                </c:pt>
                <c:pt idx="70">
                  <c:v>5.636112356295</c:v>
                </c:pt>
                <c:pt idx="71">
                  <c:v>5.638313505055</c:v>
                </c:pt>
                <c:pt idx="72">
                  <c:v>5.640498222799</c:v>
                </c:pt>
                <c:pt idx="73">
                  <c:v>5.642665448314</c:v>
                </c:pt>
                <c:pt idx="74">
                  <c:v>5.64481421802</c:v>
                </c:pt>
                <c:pt idx="75">
                  <c:v>5.64694366627</c:v>
                </c:pt>
                <c:pt idx="76">
                  <c:v>5.649053025427</c:v>
                </c:pt>
                <c:pt idx="77">
                  <c:v>5.651141625712</c:v>
                </c:pt>
                <c:pt idx="78">
                  <c:v>5.653208894833</c:v>
                </c:pt>
                <c:pt idx="79">
                  <c:v>5.655254357397</c:v>
                </c:pt>
                <c:pt idx="80">
                  <c:v>5.6572776341</c:v>
                </c:pt>
                <c:pt idx="81">
                  <c:v>5.65927844071</c:v>
                </c:pt>
                <c:pt idx="82">
                  <c:v>5.661256586842</c:v>
                </c:pt>
                <c:pt idx="83">
                  <c:v>5.663211974528</c:v>
                </c:pt>
                <c:pt idx="84">
                  <c:v>5.665144596588</c:v>
                </c:pt>
                <c:pt idx="85">
                  <c:v>5.667054534818</c:v>
                </c:pt>
                <c:pt idx="86">
                  <c:v>5.668941957979</c:v>
                </c:pt>
                <c:pt idx="87">
                  <c:v>5.670807119619</c:v>
                </c:pt>
                <c:pt idx="88">
                  <c:v>5.672650355715</c:v>
                </c:pt>
                <c:pt idx="89">
                  <c:v>5.674472082155</c:v>
                </c:pt>
                <c:pt idx="90">
                  <c:v>5.676272792061</c:v>
                </c:pt>
                <c:pt idx="91">
                  <c:v>5.678053052964</c:v>
                </c:pt>
                <c:pt idx="92">
                  <c:v>5.679813503839</c:v>
                </c:pt>
                <c:pt idx="93">
                  <c:v>5.681554852007</c:v>
                </c:pt>
                <c:pt idx="94">
                  <c:v>5.683277869917</c:v>
                </c:pt>
                <c:pt idx="95">
                  <c:v>5.684983391807</c:v>
                </c:pt>
                <c:pt idx="96">
                  <c:v>5.686672310273</c:v>
                </c:pt>
                <c:pt idx="97">
                  <c:v>5.688345572732</c:v>
                </c:pt>
                <c:pt idx="98">
                  <c:v>5.690004177803</c:v>
                </c:pt>
                <c:pt idx="99">
                  <c:v>5.691649171618</c:v>
                </c:pt>
                <c:pt idx="100">
                  <c:v>5.693281644061</c:v>
                </c:pt>
                <c:pt idx="101">
                  <c:v>5.694902724952</c:v>
                </c:pt>
                <c:pt idx="102">
                  <c:v>5.696513580191</c:v>
                </c:pt>
                <c:pt idx="103">
                  <c:v>5.69811540786</c:v>
                </c:pt>
                <c:pt idx="104">
                  <c:v>5.699709434305</c:v>
                </c:pt>
                <c:pt idx="105">
                  <c:v>5.701296910197</c:v>
                </c:pt>
                <c:pt idx="106">
                  <c:v>5.702879106592</c:v>
                </c:pt>
                <c:pt idx="107">
                  <c:v>5.704457310991</c:v>
                </c:pt>
                <c:pt idx="108">
                  <c:v>5.706032823419</c:v>
                </c:pt>
                <c:pt idx="109">
                  <c:v>5.707606952523</c:v>
                </c:pt>
                <c:pt idx="110">
                  <c:v>5.709181011701</c:v>
                </c:pt>
                <c:pt idx="111">
                  <c:v>5.710756315279</c:v>
                </c:pt>
                <c:pt idx="112">
                  <c:v>5.712334174732</c:v>
                </c:pt>
                <c:pt idx="113">
                  <c:v>5.713915894972</c:v>
                </c:pt>
                <c:pt idx="114">
                  <c:v>5.715502770691</c:v>
                </c:pt>
                <c:pt idx="115">
                  <c:v>5.717096082796</c:v>
                </c:pt>
                <c:pt idx="116">
                  <c:v>5.718697094915</c:v>
                </c:pt>
                <c:pt idx="117">
                  <c:v>5.720307050002</c:v>
                </c:pt>
                <c:pt idx="118">
                  <c:v>5.721927167031</c:v>
                </c:pt>
                <c:pt idx="119">
                  <c:v>5.723558637811</c:v>
                </c:pt>
                <c:pt idx="120">
                  <c:v>5.725202623897</c:v>
                </c:pt>
                <c:pt idx="121">
                  <c:v>5.726860253625</c:v>
                </c:pt>
                <c:pt idx="122">
                  <c:v>5.728532619276</c:v>
                </c:pt>
                <c:pt idx="123">
                  <c:v>5.730220774359</c:v>
                </c:pt>
                <c:pt idx="124">
                  <c:v>5.731925731034</c:v>
                </c:pt>
                <c:pt idx="125">
                  <c:v>5.733648457676</c:v>
                </c:pt>
                <c:pt idx="126">
                  <c:v>5.735389876571</c:v>
                </c:pt>
                <c:pt idx="127">
                  <c:v>5.73715086177</c:v>
                </c:pt>
                <c:pt idx="128">
                  <c:v>6.26284913823</c:v>
                </c:pt>
                <c:pt idx="129">
                  <c:v>6.264610123429</c:v>
                </c:pt>
                <c:pt idx="130">
                  <c:v>6.266351542324</c:v>
                </c:pt>
                <c:pt idx="131">
                  <c:v>6.268074268966</c:v>
                </c:pt>
                <c:pt idx="132">
                  <c:v>6.269779225641</c:v>
                </c:pt>
                <c:pt idx="133">
                  <c:v>6.271467380724</c:v>
                </c:pt>
                <c:pt idx="134">
                  <c:v>6.273139746375</c:v>
                </c:pt>
                <c:pt idx="135">
                  <c:v>6.274797376103</c:v>
                </c:pt>
                <c:pt idx="136">
                  <c:v>6.276441362189</c:v>
                </c:pt>
                <c:pt idx="137">
                  <c:v>6.278072832969</c:v>
                </c:pt>
                <c:pt idx="138">
                  <c:v>6.279692949998</c:v>
                </c:pt>
                <c:pt idx="139">
                  <c:v>6.281302905085</c:v>
                </c:pt>
                <c:pt idx="140">
                  <c:v>6.282903917204</c:v>
                </c:pt>
                <c:pt idx="141">
                  <c:v>6.284497229309</c:v>
                </c:pt>
                <c:pt idx="142">
                  <c:v>6.286084105028</c:v>
                </c:pt>
                <c:pt idx="143">
                  <c:v>6.287665825268</c:v>
                </c:pt>
                <c:pt idx="144">
                  <c:v>6.289243684721</c:v>
                </c:pt>
                <c:pt idx="145">
                  <c:v>6.290818988299</c:v>
                </c:pt>
                <c:pt idx="146">
                  <c:v>6.292393047477</c:v>
                </c:pt>
                <c:pt idx="147">
                  <c:v>6.293967176581</c:v>
                </c:pt>
                <c:pt idx="148">
                  <c:v>6.295542689009</c:v>
                </c:pt>
                <c:pt idx="149">
                  <c:v>6.297120893408</c:v>
                </c:pt>
                <c:pt idx="150">
                  <c:v>6.298703089803</c:v>
                </c:pt>
                <c:pt idx="151">
                  <c:v>6.300290565695</c:v>
                </c:pt>
                <c:pt idx="152">
                  <c:v>6.30188459214</c:v>
                </c:pt>
                <c:pt idx="153">
                  <c:v>6.303486419809</c:v>
                </c:pt>
                <c:pt idx="154">
                  <c:v>6.305097275048</c:v>
                </c:pt>
                <c:pt idx="155">
                  <c:v>6.306718355939</c:v>
                </c:pt>
                <c:pt idx="156">
                  <c:v>6.308350828382</c:v>
                </c:pt>
                <c:pt idx="157">
                  <c:v>6.309995822197</c:v>
                </c:pt>
                <c:pt idx="158">
                  <c:v>6.311654427268</c:v>
                </c:pt>
                <c:pt idx="159">
                  <c:v>6.313327689727</c:v>
                </c:pt>
                <c:pt idx="160">
                  <c:v>6.315016608193</c:v>
                </c:pt>
                <c:pt idx="161">
                  <c:v>6.316722130083</c:v>
                </c:pt>
                <c:pt idx="162">
                  <c:v>6.318445147993</c:v>
                </c:pt>
                <c:pt idx="163">
                  <c:v>6.320186496161</c:v>
                </c:pt>
                <c:pt idx="164">
                  <c:v>6.321946947036</c:v>
                </c:pt>
                <c:pt idx="165">
                  <c:v>6.323727207939</c:v>
                </c:pt>
                <c:pt idx="166">
                  <c:v>6.325527917845</c:v>
                </c:pt>
                <c:pt idx="167">
                  <c:v>6.327349644285</c:v>
                </c:pt>
                <c:pt idx="168">
                  <c:v>6.329192880381</c:v>
                </c:pt>
                <c:pt idx="169">
                  <c:v>6.331058042021</c:v>
                </c:pt>
                <c:pt idx="170">
                  <c:v>6.332945465182</c:v>
                </c:pt>
                <c:pt idx="171">
                  <c:v>6.334855403412</c:v>
                </c:pt>
                <c:pt idx="172">
                  <c:v>6.336788025472</c:v>
                </c:pt>
                <c:pt idx="173">
                  <c:v>6.338743413158</c:v>
                </c:pt>
                <c:pt idx="174">
                  <c:v>6.34072155929</c:v>
                </c:pt>
                <c:pt idx="175">
                  <c:v>6.3427223659</c:v>
                </c:pt>
                <c:pt idx="176">
                  <c:v>6.344745642603</c:v>
                </c:pt>
                <c:pt idx="177">
                  <c:v>6.346791105167</c:v>
                </c:pt>
                <c:pt idx="178">
                  <c:v>6.348858374288</c:v>
                </c:pt>
                <c:pt idx="179">
                  <c:v>6.350946974573</c:v>
                </c:pt>
                <c:pt idx="180">
                  <c:v>6.35305633373</c:v>
                </c:pt>
                <c:pt idx="181">
                  <c:v>6.35518578198</c:v>
                </c:pt>
                <c:pt idx="182">
                  <c:v>6.357334551686</c:v>
                </c:pt>
                <c:pt idx="183">
                  <c:v>6.359501777201</c:v>
                </c:pt>
                <c:pt idx="184">
                  <c:v>6.361686494945</c:v>
                </c:pt>
                <c:pt idx="185">
                  <c:v>6.363887643705</c:v>
                </c:pt>
                <c:pt idx="186">
                  <c:v>6.366104065164</c:v>
                </c:pt>
                <c:pt idx="187">
                  <c:v>6.368334504651</c:v>
                </c:pt>
                <c:pt idx="188">
                  <c:v>6.370577612131</c:v>
                </c:pt>
                <c:pt idx="189">
                  <c:v>6.372831943409</c:v>
                </c:pt>
                <c:pt idx="190">
                  <c:v>6.375095961567</c:v>
                </c:pt>
                <c:pt idx="191">
                  <c:v>6.377368038625</c:v>
                </c:pt>
                <c:pt idx="192">
                  <c:v>6.37964645742</c:v>
                </c:pt>
                <c:pt idx="193">
                  <c:v>6.381929413707</c:v>
                </c:pt>
                <c:pt idx="194">
                  <c:v>6.384215018474</c:v>
                </c:pt>
                <c:pt idx="195">
                  <c:v>6.386501300471</c:v>
                </c:pt>
                <c:pt idx="196">
                  <c:v>6.388786208939</c:v>
                </c:pt>
                <c:pt idx="197">
                  <c:v>6.391067616552</c:v>
                </c:pt>
                <c:pt idx="198">
                  <c:v>6.393343322542</c:v>
                </c:pt>
                <c:pt idx="199">
                  <c:v>6.395611056027</c:v>
                </c:pt>
                <c:pt idx="200">
                  <c:v>6.39786847951</c:v>
                </c:pt>
                <c:pt idx="201">
                  <c:v>6.400113192567</c:v>
                </c:pt>
                <c:pt idx="202">
                  <c:v>6.402342735691</c:v>
                </c:pt>
                <c:pt idx="203">
                  <c:v>6.404554594307</c:v>
                </c:pt>
                <c:pt idx="204">
                  <c:v>6.406746202935</c:v>
                </c:pt>
                <c:pt idx="205">
                  <c:v>6.408914949492</c:v>
                </c:pt>
                <c:pt idx="206">
                  <c:v>6.41105817974</c:v>
                </c:pt>
                <c:pt idx="207">
                  <c:v>6.413173201845</c:v>
                </c:pt>
                <c:pt idx="208">
                  <c:v>6.415257291058</c:v>
                </c:pt>
                <c:pt idx="209">
                  <c:v>6.417307694502</c:v>
                </c:pt>
                <c:pt idx="210">
                  <c:v>6.419321636049</c:v>
                </c:pt>
                <c:pt idx="211">
                  <c:v>6.421296321276</c:v>
                </c:pt>
                <c:pt idx="212">
                  <c:v>6.423228942505</c:v>
                </c:pt>
                <c:pt idx="213">
                  <c:v>6.425116683893</c:v>
                </c:pt>
                <c:pt idx="214">
                  <c:v>6.426956726576</c:v>
                </c:pt>
                <c:pt idx="215">
                  <c:v>6.428746253849</c:v>
                </c:pt>
                <c:pt idx="216">
                  <c:v>6.430482456375</c:v>
                </c:pt>
                <c:pt idx="217">
                  <c:v>6.432162537406</c:v>
                </c:pt>
                <c:pt idx="218">
                  <c:v>6.433783718008</c:v>
                </c:pt>
                <c:pt idx="219">
                  <c:v>6.435343242275</c:v>
                </c:pt>
                <c:pt idx="220">
                  <c:v>6.436838382528</c:v>
                </c:pt>
                <c:pt idx="221">
                  <c:v>6.438266444475</c:v>
                </c:pt>
                <c:pt idx="222">
                  <c:v>6.439624772326</c:v>
                </c:pt>
                <c:pt idx="223">
                  <c:v>6.440910753865</c:v>
                </c:pt>
                <c:pt idx="224">
                  <c:v>6.442121825437</c:v>
                </c:pt>
                <c:pt idx="225">
                  <c:v>6.443255476872</c:v>
                </c:pt>
                <c:pt idx="226">
                  <c:v>6.444309256311</c:v>
                </c:pt>
                <c:pt idx="227">
                  <c:v>6.445280774933</c:v>
                </c:pt>
                <c:pt idx="228">
                  <c:v>6.446167711579</c:v>
                </c:pt>
                <c:pt idx="229">
                  <c:v>6.446967817244</c:v>
                </c:pt>
                <c:pt idx="230">
                  <c:v>6.447678919447</c:v>
                </c:pt>
                <c:pt idx="231">
                  <c:v>6.448298926455</c:v>
                </c:pt>
                <c:pt idx="232">
                  <c:v>6.448825831363</c:v>
                </c:pt>
                <c:pt idx="233">
                  <c:v>6.449257716011</c:v>
                </c:pt>
                <c:pt idx="234">
                  <c:v>6.449592754734</c:v>
                </c:pt>
                <c:pt idx="235">
                  <c:v>6.449829217942</c:v>
                </c:pt>
                <c:pt idx="236">
                  <c:v>6.449965475514</c:v>
                </c:pt>
                <c:pt idx="237">
                  <c:v>6.45</c:v>
                </c:pt>
                <c:pt idx="238">
                  <c:v>6.449931369631</c:v>
                </c:pt>
                <c:pt idx="239">
                  <c:v>6.449758271124</c:v>
                </c:pt>
                <c:pt idx="240">
                  <c:v>6.449479502283</c:v>
                </c:pt>
                <c:pt idx="241">
                  <c:v>6.44909397438</c:v>
                </c:pt>
                <c:pt idx="242">
                  <c:v>6.44860071432</c:v>
                </c:pt>
                <c:pt idx="243">
                  <c:v>6.447998866595</c:v>
                </c:pt>
                <c:pt idx="244">
                  <c:v>6.44728769499</c:v>
                </c:pt>
                <c:pt idx="245">
                  <c:v>6.446466584089</c:v>
                </c:pt>
                <c:pt idx="246">
                  <c:v>6.445535040522</c:v>
                </c:pt>
                <c:pt idx="247">
                  <c:v>6.444492694004</c:v>
                </c:pt>
                <c:pt idx="248">
                  <c:v>6.443339298123</c:v>
                </c:pt>
                <c:pt idx="249">
                  <c:v>6.442074730902</c:v>
                </c:pt>
                <c:pt idx="250">
                  <c:v>6.440698995126</c:v>
                </c:pt>
                <c:pt idx="251">
                  <c:v>6.439212218429</c:v>
                </c:pt>
                <c:pt idx="252">
                  <c:v>6.43761465316</c:v>
                </c:pt>
                <c:pt idx="253">
                  <c:v>6.435906676002</c:v>
                </c:pt>
                <c:pt idx="254">
                  <c:v>6.434088787376</c:v>
                </c:pt>
                <c:pt idx="255">
                  <c:v>6.432161610608</c:v>
                </c:pt>
                <c:pt idx="256">
                  <c:v>5.567838389392</c:v>
                </c:pt>
              </c:numCache>
            </c:numRef>
          </c:xVal>
          <c:yVal>
            <c:numRef>
              <c:f>'Chart Data'!$N$2:$N$258</c:f>
              <c:numCache>
                <c:formatCode>0.0</c:formatCode>
                <c:ptCount val="257"/>
                <c:pt idx="0">
                  <c:v>68.96175257732</c:v>
                </c:pt>
                <c:pt idx="1">
                  <c:v>69.18430887421</c:v>
                </c:pt>
                <c:pt idx="2">
                  <c:v>69.40686517111</c:v>
                </c:pt>
                <c:pt idx="3">
                  <c:v>69.629421468</c:v>
                </c:pt>
                <c:pt idx="4">
                  <c:v>69.85197776489</c:v>
                </c:pt>
                <c:pt idx="5">
                  <c:v>70.07453406178</c:v>
                </c:pt>
                <c:pt idx="6">
                  <c:v>70.29709035868</c:v>
                </c:pt>
                <c:pt idx="7">
                  <c:v>70.51964665557</c:v>
                </c:pt>
                <c:pt idx="8">
                  <c:v>70.74220295246</c:v>
                </c:pt>
                <c:pt idx="9">
                  <c:v>70.96475924936</c:v>
                </c:pt>
                <c:pt idx="10">
                  <c:v>71.18731554625</c:v>
                </c:pt>
                <c:pt idx="11">
                  <c:v>71.40987184314</c:v>
                </c:pt>
                <c:pt idx="12">
                  <c:v>71.63242814003</c:v>
                </c:pt>
                <c:pt idx="13">
                  <c:v>71.85498443693</c:v>
                </c:pt>
                <c:pt idx="14">
                  <c:v>72.07754073382</c:v>
                </c:pt>
                <c:pt idx="15">
                  <c:v>72.30009703071</c:v>
                </c:pt>
                <c:pt idx="16">
                  <c:v>72.52265332761</c:v>
                </c:pt>
                <c:pt idx="17">
                  <c:v>72.7452096245</c:v>
                </c:pt>
                <c:pt idx="18">
                  <c:v>72.96776592139</c:v>
                </c:pt>
                <c:pt idx="19">
                  <c:v>73.19032221828</c:v>
                </c:pt>
                <c:pt idx="20">
                  <c:v>73.41287851518</c:v>
                </c:pt>
                <c:pt idx="21">
                  <c:v>73.63543481207</c:v>
                </c:pt>
                <c:pt idx="22">
                  <c:v>73.85799110896</c:v>
                </c:pt>
                <c:pt idx="23">
                  <c:v>74.08054740586</c:v>
                </c:pt>
                <c:pt idx="24">
                  <c:v>74.30310370275</c:v>
                </c:pt>
                <c:pt idx="25">
                  <c:v>74.52565999964</c:v>
                </c:pt>
                <c:pt idx="26">
                  <c:v>74.74821629653</c:v>
                </c:pt>
                <c:pt idx="27">
                  <c:v>74.97077259343</c:v>
                </c:pt>
                <c:pt idx="28">
                  <c:v>75.19332889032</c:v>
                </c:pt>
                <c:pt idx="29">
                  <c:v>75.41588518721</c:v>
                </c:pt>
                <c:pt idx="30">
                  <c:v>75.63844148411</c:v>
                </c:pt>
                <c:pt idx="31">
                  <c:v>75.860997781</c:v>
                </c:pt>
                <c:pt idx="32">
                  <c:v>76.08355407789</c:v>
                </c:pt>
                <c:pt idx="33">
                  <c:v>76.30611037478</c:v>
                </c:pt>
                <c:pt idx="34">
                  <c:v>76.52866667168</c:v>
                </c:pt>
                <c:pt idx="35">
                  <c:v>76.75122296857</c:v>
                </c:pt>
                <c:pt idx="36">
                  <c:v>76.97377926546</c:v>
                </c:pt>
                <c:pt idx="37">
                  <c:v>77.19633556236</c:v>
                </c:pt>
                <c:pt idx="38">
                  <c:v>77.41889185925</c:v>
                </c:pt>
                <c:pt idx="39">
                  <c:v>77.64144815614</c:v>
                </c:pt>
                <c:pt idx="40">
                  <c:v>77.86400445303</c:v>
                </c:pt>
                <c:pt idx="41">
                  <c:v>78.08656074993</c:v>
                </c:pt>
                <c:pt idx="42">
                  <c:v>78.30911704682</c:v>
                </c:pt>
                <c:pt idx="43">
                  <c:v>78.53167334371</c:v>
                </c:pt>
                <c:pt idx="44">
                  <c:v>78.75422964061</c:v>
                </c:pt>
                <c:pt idx="45">
                  <c:v>78.9767859375</c:v>
                </c:pt>
                <c:pt idx="46">
                  <c:v>79.19934223439</c:v>
                </c:pt>
                <c:pt idx="47">
                  <c:v>79.42189853128</c:v>
                </c:pt>
                <c:pt idx="48">
                  <c:v>79.64445482818</c:v>
                </c:pt>
                <c:pt idx="49">
                  <c:v>79.86701112507</c:v>
                </c:pt>
                <c:pt idx="50">
                  <c:v>80.08956742196</c:v>
                </c:pt>
                <c:pt idx="51">
                  <c:v>80.31212371886</c:v>
                </c:pt>
                <c:pt idx="52">
                  <c:v>80.53468001575</c:v>
                </c:pt>
                <c:pt idx="53">
                  <c:v>80.75723631264</c:v>
                </c:pt>
                <c:pt idx="54">
                  <c:v>80.97979260953</c:v>
                </c:pt>
                <c:pt idx="55">
                  <c:v>81.20234890643</c:v>
                </c:pt>
                <c:pt idx="56">
                  <c:v>81.42490520332</c:v>
                </c:pt>
                <c:pt idx="57">
                  <c:v>81.64746150021</c:v>
                </c:pt>
                <c:pt idx="58">
                  <c:v>81.87001779711</c:v>
                </c:pt>
                <c:pt idx="59">
                  <c:v>82.092574094</c:v>
                </c:pt>
                <c:pt idx="60">
                  <c:v>82.31513039089</c:v>
                </c:pt>
                <c:pt idx="61">
                  <c:v>82.53768668779</c:v>
                </c:pt>
                <c:pt idx="62">
                  <c:v>82.76024298468</c:v>
                </c:pt>
                <c:pt idx="63">
                  <c:v>82.98279928157</c:v>
                </c:pt>
                <c:pt idx="64">
                  <c:v>83.20535557846</c:v>
                </c:pt>
                <c:pt idx="65">
                  <c:v>83.42791187536</c:v>
                </c:pt>
                <c:pt idx="66">
                  <c:v>83.65046817225</c:v>
                </c:pt>
                <c:pt idx="67">
                  <c:v>83.87302446914</c:v>
                </c:pt>
                <c:pt idx="68">
                  <c:v>84.09558076604</c:v>
                </c:pt>
                <c:pt idx="69">
                  <c:v>84.31813706293</c:v>
                </c:pt>
                <c:pt idx="70">
                  <c:v>84.54069335982</c:v>
                </c:pt>
                <c:pt idx="71">
                  <c:v>84.76324965671</c:v>
                </c:pt>
                <c:pt idx="72">
                  <c:v>84.98580595361</c:v>
                </c:pt>
                <c:pt idx="73">
                  <c:v>85.2083622505</c:v>
                </c:pt>
                <c:pt idx="74">
                  <c:v>85.43091854739</c:v>
                </c:pt>
                <c:pt idx="75">
                  <c:v>85.65347484429</c:v>
                </c:pt>
                <c:pt idx="76">
                  <c:v>85.87603114118</c:v>
                </c:pt>
                <c:pt idx="77">
                  <c:v>86.09858743807</c:v>
                </c:pt>
                <c:pt idx="78">
                  <c:v>86.32114373496</c:v>
                </c:pt>
                <c:pt idx="79">
                  <c:v>86.54370003186</c:v>
                </c:pt>
                <c:pt idx="80">
                  <c:v>86.76625632875</c:v>
                </c:pt>
                <c:pt idx="81">
                  <c:v>86.98881262564</c:v>
                </c:pt>
                <c:pt idx="82">
                  <c:v>87.21136892254</c:v>
                </c:pt>
                <c:pt idx="83">
                  <c:v>87.43392521943</c:v>
                </c:pt>
                <c:pt idx="84">
                  <c:v>87.65648151632</c:v>
                </c:pt>
                <c:pt idx="85">
                  <c:v>87.87903781321</c:v>
                </c:pt>
                <c:pt idx="86">
                  <c:v>88.10159411011</c:v>
                </c:pt>
                <c:pt idx="87">
                  <c:v>88.324150407</c:v>
                </c:pt>
                <c:pt idx="88">
                  <c:v>88.54670670389</c:v>
                </c:pt>
                <c:pt idx="89">
                  <c:v>88.76926300079</c:v>
                </c:pt>
                <c:pt idx="90">
                  <c:v>88.99181929768</c:v>
                </c:pt>
                <c:pt idx="91">
                  <c:v>89.21437559457</c:v>
                </c:pt>
                <c:pt idx="92">
                  <c:v>89.43693189146</c:v>
                </c:pt>
                <c:pt idx="93">
                  <c:v>89.65948818836</c:v>
                </c:pt>
                <c:pt idx="94">
                  <c:v>89.88204448525</c:v>
                </c:pt>
                <c:pt idx="95">
                  <c:v>90.10460078214</c:v>
                </c:pt>
                <c:pt idx="96">
                  <c:v>90.32715707904</c:v>
                </c:pt>
                <c:pt idx="97">
                  <c:v>90.54971337593</c:v>
                </c:pt>
                <c:pt idx="98">
                  <c:v>90.77226967282</c:v>
                </c:pt>
                <c:pt idx="99">
                  <c:v>90.99482596971</c:v>
                </c:pt>
                <c:pt idx="100">
                  <c:v>91.21738226661</c:v>
                </c:pt>
                <c:pt idx="101">
                  <c:v>91.4399385635</c:v>
                </c:pt>
                <c:pt idx="102">
                  <c:v>91.66249486039</c:v>
                </c:pt>
                <c:pt idx="103">
                  <c:v>91.88505115729</c:v>
                </c:pt>
                <c:pt idx="104">
                  <c:v>92.10760745418</c:v>
                </c:pt>
                <c:pt idx="105">
                  <c:v>92.33016375107</c:v>
                </c:pt>
                <c:pt idx="106">
                  <c:v>92.55272004796</c:v>
                </c:pt>
                <c:pt idx="107">
                  <c:v>92.77527634486</c:v>
                </c:pt>
                <c:pt idx="108">
                  <c:v>92.99783264175</c:v>
                </c:pt>
                <c:pt idx="109">
                  <c:v>93.22038893864</c:v>
                </c:pt>
                <c:pt idx="110">
                  <c:v>93.44294523554</c:v>
                </c:pt>
                <c:pt idx="111">
                  <c:v>93.66550153243</c:v>
                </c:pt>
                <c:pt idx="112">
                  <c:v>93.88805782932</c:v>
                </c:pt>
                <c:pt idx="113">
                  <c:v>94.11061412621</c:v>
                </c:pt>
                <c:pt idx="114">
                  <c:v>94.33317042311</c:v>
                </c:pt>
                <c:pt idx="115">
                  <c:v>94.55572672</c:v>
                </c:pt>
                <c:pt idx="116">
                  <c:v>94.77828301689</c:v>
                </c:pt>
                <c:pt idx="117">
                  <c:v>95.00083931379</c:v>
                </c:pt>
                <c:pt idx="118">
                  <c:v>95.22339561068</c:v>
                </c:pt>
                <c:pt idx="119">
                  <c:v>95.44595190757</c:v>
                </c:pt>
                <c:pt idx="120">
                  <c:v>95.66850820446</c:v>
                </c:pt>
                <c:pt idx="121">
                  <c:v>95.89106450136</c:v>
                </c:pt>
                <c:pt idx="122">
                  <c:v>96.11362079825</c:v>
                </c:pt>
                <c:pt idx="123">
                  <c:v>96.33617709514</c:v>
                </c:pt>
                <c:pt idx="124">
                  <c:v>96.55873339204</c:v>
                </c:pt>
                <c:pt idx="125">
                  <c:v>96.78128968893</c:v>
                </c:pt>
                <c:pt idx="126">
                  <c:v>97.00384598582</c:v>
                </c:pt>
                <c:pt idx="127">
                  <c:v>97.22640228271</c:v>
                </c:pt>
                <c:pt idx="128">
                  <c:v>97.22640228271</c:v>
                </c:pt>
                <c:pt idx="129">
                  <c:v>97.00384598582</c:v>
                </c:pt>
                <c:pt idx="130">
                  <c:v>96.78128968893</c:v>
                </c:pt>
                <c:pt idx="131">
                  <c:v>96.55873339204</c:v>
                </c:pt>
                <c:pt idx="132">
                  <c:v>96.33617709514</c:v>
                </c:pt>
                <c:pt idx="133">
                  <c:v>96.11362079825</c:v>
                </c:pt>
                <c:pt idx="134">
                  <c:v>95.89106450136</c:v>
                </c:pt>
                <c:pt idx="135">
                  <c:v>95.66850820446</c:v>
                </c:pt>
                <c:pt idx="136">
                  <c:v>95.44595190757</c:v>
                </c:pt>
                <c:pt idx="137">
                  <c:v>95.22339561068</c:v>
                </c:pt>
                <c:pt idx="138">
                  <c:v>95.00083931379</c:v>
                </c:pt>
                <c:pt idx="139">
                  <c:v>94.77828301689</c:v>
                </c:pt>
                <c:pt idx="140">
                  <c:v>94.55572672</c:v>
                </c:pt>
                <c:pt idx="141">
                  <c:v>94.33317042311</c:v>
                </c:pt>
                <c:pt idx="142">
                  <c:v>94.11061412621</c:v>
                </c:pt>
                <c:pt idx="143">
                  <c:v>93.88805782932</c:v>
                </c:pt>
                <c:pt idx="144">
                  <c:v>93.66550153243</c:v>
                </c:pt>
                <c:pt idx="145">
                  <c:v>93.44294523554</c:v>
                </c:pt>
                <c:pt idx="146">
                  <c:v>93.22038893864</c:v>
                </c:pt>
                <c:pt idx="147">
                  <c:v>92.99783264175</c:v>
                </c:pt>
                <c:pt idx="148">
                  <c:v>92.77527634486</c:v>
                </c:pt>
                <c:pt idx="149">
                  <c:v>92.55272004796</c:v>
                </c:pt>
                <c:pt idx="150">
                  <c:v>92.33016375107</c:v>
                </c:pt>
                <c:pt idx="151">
                  <c:v>92.10760745418</c:v>
                </c:pt>
                <c:pt idx="152">
                  <c:v>91.88505115729</c:v>
                </c:pt>
                <c:pt idx="153">
                  <c:v>91.66249486039</c:v>
                </c:pt>
                <c:pt idx="154">
                  <c:v>91.4399385635</c:v>
                </c:pt>
                <c:pt idx="155">
                  <c:v>91.21738226661</c:v>
                </c:pt>
                <c:pt idx="156">
                  <c:v>90.99482596971</c:v>
                </c:pt>
                <c:pt idx="157">
                  <c:v>90.77226967282</c:v>
                </c:pt>
                <c:pt idx="158">
                  <c:v>90.54971337593</c:v>
                </c:pt>
                <c:pt idx="159">
                  <c:v>90.32715707904</c:v>
                </c:pt>
                <c:pt idx="160">
                  <c:v>90.10460078214</c:v>
                </c:pt>
                <c:pt idx="161">
                  <c:v>89.88204448525</c:v>
                </c:pt>
                <c:pt idx="162">
                  <c:v>89.65948818836</c:v>
                </c:pt>
                <c:pt idx="163">
                  <c:v>89.43693189146</c:v>
                </c:pt>
                <c:pt idx="164">
                  <c:v>89.21437559457</c:v>
                </c:pt>
                <c:pt idx="165">
                  <c:v>88.99181929768</c:v>
                </c:pt>
                <c:pt idx="166">
                  <c:v>88.76926300079</c:v>
                </c:pt>
                <c:pt idx="167">
                  <c:v>88.54670670389</c:v>
                </c:pt>
                <c:pt idx="168">
                  <c:v>88.324150407</c:v>
                </c:pt>
                <c:pt idx="169">
                  <c:v>88.10159411011</c:v>
                </c:pt>
                <c:pt idx="170">
                  <c:v>87.87903781321</c:v>
                </c:pt>
                <c:pt idx="171">
                  <c:v>87.65648151632</c:v>
                </c:pt>
                <c:pt idx="172">
                  <c:v>87.43392521943</c:v>
                </c:pt>
                <c:pt idx="173">
                  <c:v>87.21136892254</c:v>
                </c:pt>
                <c:pt idx="174">
                  <c:v>86.98881262564</c:v>
                </c:pt>
                <c:pt idx="175">
                  <c:v>86.76625632875</c:v>
                </c:pt>
                <c:pt idx="176">
                  <c:v>86.54370003186</c:v>
                </c:pt>
                <c:pt idx="177">
                  <c:v>86.32114373496</c:v>
                </c:pt>
                <c:pt idx="178">
                  <c:v>86.09858743807</c:v>
                </c:pt>
                <c:pt idx="179">
                  <c:v>85.87603114118</c:v>
                </c:pt>
                <c:pt idx="180">
                  <c:v>85.65347484429</c:v>
                </c:pt>
                <c:pt idx="181">
                  <c:v>85.43091854739</c:v>
                </c:pt>
                <c:pt idx="182">
                  <c:v>85.2083622505</c:v>
                </c:pt>
                <c:pt idx="183">
                  <c:v>84.98580595361</c:v>
                </c:pt>
                <c:pt idx="184">
                  <c:v>84.76324965671</c:v>
                </c:pt>
                <c:pt idx="185">
                  <c:v>84.54069335982</c:v>
                </c:pt>
                <c:pt idx="186">
                  <c:v>84.31813706293</c:v>
                </c:pt>
                <c:pt idx="187">
                  <c:v>84.09558076604</c:v>
                </c:pt>
                <c:pt idx="188">
                  <c:v>83.87302446914</c:v>
                </c:pt>
                <c:pt idx="189">
                  <c:v>83.65046817225</c:v>
                </c:pt>
                <c:pt idx="190">
                  <c:v>83.42791187536</c:v>
                </c:pt>
                <c:pt idx="191">
                  <c:v>83.20535557846</c:v>
                </c:pt>
                <c:pt idx="192">
                  <c:v>82.98279928157</c:v>
                </c:pt>
                <c:pt idx="193">
                  <c:v>82.76024298468</c:v>
                </c:pt>
                <c:pt idx="194">
                  <c:v>82.53768668779</c:v>
                </c:pt>
                <c:pt idx="195">
                  <c:v>82.31513039089</c:v>
                </c:pt>
                <c:pt idx="196">
                  <c:v>82.092574094</c:v>
                </c:pt>
                <c:pt idx="197">
                  <c:v>81.87001779711</c:v>
                </c:pt>
                <c:pt idx="198">
                  <c:v>81.64746150021</c:v>
                </c:pt>
                <c:pt idx="199">
                  <c:v>81.42490520332</c:v>
                </c:pt>
                <c:pt idx="200">
                  <c:v>81.20234890643</c:v>
                </c:pt>
                <c:pt idx="201">
                  <c:v>80.97979260953</c:v>
                </c:pt>
                <c:pt idx="202">
                  <c:v>80.75723631264</c:v>
                </c:pt>
                <c:pt idx="203">
                  <c:v>80.53468001575</c:v>
                </c:pt>
                <c:pt idx="204">
                  <c:v>80.31212371886</c:v>
                </c:pt>
                <c:pt idx="205">
                  <c:v>80.08956742196</c:v>
                </c:pt>
                <c:pt idx="206">
                  <c:v>79.86701112507</c:v>
                </c:pt>
                <c:pt idx="207">
                  <c:v>79.64445482818</c:v>
                </c:pt>
                <c:pt idx="208">
                  <c:v>79.42189853128</c:v>
                </c:pt>
                <c:pt idx="209">
                  <c:v>79.19934223439</c:v>
                </c:pt>
                <c:pt idx="210">
                  <c:v>78.9767859375</c:v>
                </c:pt>
                <c:pt idx="211">
                  <c:v>78.75422964061</c:v>
                </c:pt>
                <c:pt idx="212">
                  <c:v>78.53167334371</c:v>
                </c:pt>
                <c:pt idx="213">
                  <c:v>78.30911704682</c:v>
                </c:pt>
                <c:pt idx="214">
                  <c:v>78.08656074993</c:v>
                </c:pt>
                <c:pt idx="215">
                  <c:v>77.86400445303</c:v>
                </c:pt>
                <c:pt idx="216">
                  <c:v>77.64144815614</c:v>
                </c:pt>
                <c:pt idx="217">
                  <c:v>77.41889185925</c:v>
                </c:pt>
                <c:pt idx="218">
                  <c:v>77.19633556236</c:v>
                </c:pt>
                <c:pt idx="219">
                  <c:v>76.97377926546</c:v>
                </c:pt>
                <c:pt idx="220">
                  <c:v>76.75122296857</c:v>
                </c:pt>
                <c:pt idx="221">
                  <c:v>76.52866667168</c:v>
                </c:pt>
                <c:pt idx="222">
                  <c:v>76.30611037478</c:v>
                </c:pt>
                <c:pt idx="223">
                  <c:v>76.08355407789</c:v>
                </c:pt>
                <c:pt idx="224">
                  <c:v>75.860997781</c:v>
                </c:pt>
                <c:pt idx="225">
                  <c:v>75.63844148411</c:v>
                </c:pt>
                <c:pt idx="226">
                  <c:v>75.41588518721</c:v>
                </c:pt>
                <c:pt idx="227">
                  <c:v>75.19332889032</c:v>
                </c:pt>
                <c:pt idx="228">
                  <c:v>74.97077259343</c:v>
                </c:pt>
                <c:pt idx="229">
                  <c:v>74.74821629653</c:v>
                </c:pt>
                <c:pt idx="230">
                  <c:v>74.52565999964</c:v>
                </c:pt>
                <c:pt idx="231">
                  <c:v>74.30310370275</c:v>
                </c:pt>
                <c:pt idx="232">
                  <c:v>74.08054740586</c:v>
                </c:pt>
                <c:pt idx="233">
                  <c:v>73.85799110896</c:v>
                </c:pt>
                <c:pt idx="234">
                  <c:v>73.63543481207</c:v>
                </c:pt>
                <c:pt idx="235">
                  <c:v>73.41287851518</c:v>
                </c:pt>
                <c:pt idx="236">
                  <c:v>73.19032221828</c:v>
                </c:pt>
                <c:pt idx="237">
                  <c:v>72.96776592139</c:v>
                </c:pt>
                <c:pt idx="238">
                  <c:v>72.7452096245</c:v>
                </c:pt>
                <c:pt idx="239">
                  <c:v>72.52265332761</c:v>
                </c:pt>
                <c:pt idx="240">
                  <c:v>72.30009703071</c:v>
                </c:pt>
                <c:pt idx="241">
                  <c:v>72.07754073382</c:v>
                </c:pt>
                <c:pt idx="242">
                  <c:v>71.85498443693</c:v>
                </c:pt>
                <c:pt idx="243">
                  <c:v>71.63242814003</c:v>
                </c:pt>
                <c:pt idx="244">
                  <c:v>71.40987184314</c:v>
                </c:pt>
                <c:pt idx="245">
                  <c:v>71.18731554625</c:v>
                </c:pt>
                <c:pt idx="246">
                  <c:v>70.96475924936</c:v>
                </c:pt>
                <c:pt idx="247">
                  <c:v>70.74220295246</c:v>
                </c:pt>
                <c:pt idx="248">
                  <c:v>70.51964665557</c:v>
                </c:pt>
                <c:pt idx="249">
                  <c:v>70.29709035868</c:v>
                </c:pt>
                <c:pt idx="250">
                  <c:v>70.07453406178</c:v>
                </c:pt>
                <c:pt idx="251">
                  <c:v>69.85197776489</c:v>
                </c:pt>
                <c:pt idx="252">
                  <c:v>69.629421468</c:v>
                </c:pt>
                <c:pt idx="253">
                  <c:v>69.40686517111</c:v>
                </c:pt>
                <c:pt idx="254">
                  <c:v>69.18430887421</c:v>
                </c:pt>
                <c:pt idx="255">
                  <c:v>68.96175257732</c:v>
                </c:pt>
                <c:pt idx="256">
                  <c:v>68.96175257732</c:v>
                </c:pt>
              </c:numCache>
            </c:numRef>
          </c:yVal>
        </c:ser>
        <c:ser>
          <c:idx val="7"/>
          <c:order val="7"/>
          <c:tx>
            <c:v>C1.8</c:v>
          </c:tx>
          <c:spPr>
            <a:solidFill>
              <a:srgbClr val="7F7F7F"/>
            </a:solidFill>
            <a:ln w="23813">
              <a:solidFill>
                <a:srgbClr val="7F7F7F"/>
              </a:solidFill>
            </a:ln>
          </c:spPr>
          <c:marker>
            <c:symbol val="none"/>
          </c:marker>
          <c:xVal>
            <c:numRef>
              <c:f>'Chart Data'!$O$2:$O$3</c:f>
              <c:numCache>
                <c:formatCode>General</c:formatCode>
                <c:ptCount val="2"/>
                <c:pt idx="0">
                  <c:v>6.55</c:v>
                </c:pt>
                <c:pt idx="1">
                  <c:v>7.45</c:v>
                </c:pt>
              </c:numCache>
            </c:numRef>
          </c:xVal>
          <c:yVal>
            <c:numRef>
              <c:f>'Chart Data'!$P$2:$P$3</c:f>
              <c:numCache>
                <c:formatCode>0.0</c:formatCode>
                <c:ptCount val="2"/>
                <c:pt idx="0">
                  <c:v>94.77484893799</c:v>
                </c:pt>
                <c:pt idx="1">
                  <c:v>94.77484893799</c:v>
                </c:pt>
              </c:numCache>
            </c:numRef>
          </c:yVal>
        </c:ser>
        <c:ser>
          <c:idx val="8"/>
          <c:order val="8"/>
          <c:tx>
            <c:v>Displayed models</c:v>
          </c:tx>
          <c:spPr>
            <a:solidFill>
              <a:srgbClr val="111111"/>
            </a:solidFill>
            <a:ln w="0">
              <a:noFill/>
            </a:ln>
          </c:spPr>
          <c:marker>
            <c:symbol val="circle"/>
            <c:size val="8"/>
            <c:spPr>
              <a:solidFill>
                <a:srgbClr val="111111"/>
              </a:solidFill>
              <a:ln w="9525">
                <a:solidFill>
                  <a:srgbClr val="111111"/>
                </a:solidFill>
              </a:ln>
            </c:spPr>
          </c:marker>
          <c:xVal>
            <c:numRef>
              <c:f>'Chart Data'!$Q$2:$Q$34</c:f>
              <c:numCache>
                <c:formatCode>General</c:formatCode>
                <c:ptCount val="33"/>
                <c:pt idx="0">
                  <c:v>-0.28</c:v>
                </c:pt>
                <c:pt idx="1">
                  <c:v>-0.14</c:v>
                </c:pt>
                <c:pt idx="2">
                  <c:v>0</c:v>
                </c:pt>
                <c:pt idx="3">
                  <c:v>0.14</c:v>
                </c:pt>
                <c:pt idx="4">
                  <c:v>0.28</c:v>
                </c:pt>
                <c:pt idx="5">
                  <c:v>0.72</c:v>
                </c:pt>
                <c:pt idx="6">
                  <c:v>0.86</c:v>
                </c:pt>
                <c:pt idx="7">
                  <c:v>1</c:v>
                </c:pt>
                <c:pt idx="8">
                  <c:v>1.14</c:v>
                </c:pt>
                <c:pt idx="9">
                  <c:v>1.28</c:v>
                </c:pt>
                <c:pt idx="10">
                  <c:v>1.72</c:v>
                </c:pt>
                <c:pt idx="11">
                  <c:v>1.86</c:v>
                </c:pt>
                <c:pt idx="12">
                  <c:v>2</c:v>
                </c:pt>
                <c:pt idx="13">
                  <c:v>2.14</c:v>
                </c:pt>
                <c:pt idx="14">
                  <c:v>2.28</c:v>
                </c:pt>
                <c:pt idx="15">
                  <c:v>2.72</c:v>
                </c:pt>
                <c:pt idx="16">
                  <c:v>2.86</c:v>
                </c:pt>
                <c:pt idx="17">
                  <c:v>3</c:v>
                </c:pt>
                <c:pt idx="18">
                  <c:v>3.14</c:v>
                </c:pt>
                <c:pt idx="19">
                  <c:v>3.28</c:v>
                </c:pt>
                <c:pt idx="20">
                  <c:v>3.72</c:v>
                </c:pt>
                <c:pt idx="21">
                  <c:v>3.86</c:v>
                </c:pt>
                <c:pt idx="22">
                  <c:v>4</c:v>
                </c:pt>
                <c:pt idx="23">
                  <c:v>4.14</c:v>
                </c:pt>
                <c:pt idx="24">
                  <c:v>4.28</c:v>
                </c:pt>
                <c:pt idx="25">
                  <c:v>4.72</c:v>
                </c:pt>
                <c:pt idx="26">
                  <c:v>4.906666666667</c:v>
                </c:pt>
                <c:pt idx="27">
                  <c:v>5.093333333333</c:v>
                </c:pt>
                <c:pt idx="28">
                  <c:v>5.28</c:v>
                </c:pt>
                <c:pt idx="29">
                  <c:v>5.72</c:v>
                </c:pt>
                <c:pt idx="30">
                  <c:v>6</c:v>
                </c:pt>
                <c:pt idx="31">
                  <c:v>6.28</c:v>
                </c:pt>
                <c:pt idx="32">
                  <c:v>7</c:v>
                </c:pt>
              </c:numCache>
            </c:numRef>
          </c:xVal>
          <c:yVal>
            <c:numRef>
              <c:f>'Chart Data'!$R$2:$R$34</c:f>
              <c:numCache>
                <c:formatCode>0.0</c:formatCode>
                <c:ptCount val="33"/>
                <c:pt idx="0">
                  <c:v>97.99364471436</c:v>
                </c:pt>
                <c:pt idx="1">
                  <c:v>97.96875762939</c:v>
                </c:pt>
                <c:pt idx="2">
                  <c:v>97.95471191406</c:v>
                </c:pt>
                <c:pt idx="3">
                  <c:v>97.93730926514</c:v>
                </c:pt>
                <c:pt idx="4">
                  <c:v>97.93086242676</c:v>
                </c:pt>
                <c:pt idx="5">
                  <c:v>97.83178710938</c:v>
                </c:pt>
                <c:pt idx="6">
                  <c:v>97.73513793945</c:v>
                </c:pt>
                <c:pt idx="7">
                  <c:v>97.71634674072</c:v>
                </c:pt>
                <c:pt idx="8">
                  <c:v>97.63535308838</c:v>
                </c:pt>
                <c:pt idx="9">
                  <c:v>97.63290405273</c:v>
                </c:pt>
                <c:pt idx="10">
                  <c:v>71.96054546455</c:v>
                </c:pt>
                <c:pt idx="11">
                  <c:v>71.87888378659</c:v>
                </c:pt>
                <c:pt idx="12">
                  <c:v>71.79511200498</c:v>
                </c:pt>
                <c:pt idx="13">
                  <c:v>71.76757381461</c:v>
                </c:pt>
                <c:pt idx="14">
                  <c:v>71.73298896803</c:v>
                </c:pt>
                <c:pt idx="15">
                  <c:v>71.54213417783</c:v>
                </c:pt>
                <c:pt idx="16">
                  <c:v>71.43666036674</c:v>
                </c:pt>
                <c:pt idx="17">
                  <c:v>71.33975010592</c:v>
                </c:pt>
                <c:pt idx="18">
                  <c:v>71.32669222274</c:v>
                </c:pt>
                <c:pt idx="19">
                  <c:v>71.22564696833</c:v>
                </c:pt>
                <c:pt idx="20">
                  <c:v>97.48149871826</c:v>
                </c:pt>
                <c:pt idx="21">
                  <c:v>75.07422252011</c:v>
                </c:pt>
                <c:pt idx="22">
                  <c:v>70.59263576438</c:v>
                </c:pt>
                <c:pt idx="23">
                  <c:v>70.46416854331</c:v>
                </c:pt>
                <c:pt idx="24">
                  <c:v>70.44229771671</c:v>
                </c:pt>
                <c:pt idx="25">
                  <c:v>71.25483247995</c:v>
                </c:pt>
                <c:pt idx="26">
                  <c:v>70.79597938144</c:v>
                </c:pt>
                <c:pt idx="27">
                  <c:v>70.4506185567</c:v>
                </c:pt>
                <c:pt idx="28">
                  <c:v>66.65711340206</c:v>
                </c:pt>
                <c:pt idx="29">
                  <c:v>97.22640228271</c:v>
                </c:pt>
                <c:pt idx="30">
                  <c:v>73.46608247423</c:v>
                </c:pt>
                <c:pt idx="31">
                  <c:v>68.96175257732</c:v>
                </c:pt>
                <c:pt idx="32">
                  <c:v>94.77484893799</c:v>
                </c:pt>
              </c:numCache>
            </c:numRef>
          </c:yVal>
        </c:ser>
        <c:axId val="48650112"/>
        <c:axId val="48672768"/>
      </c:scatterChart>
      <c:valAx>
        <c:axId val="48672768"/>
        <c:scaling>
          <c:orientation val="minMax"/>
          <c:max val="100"/>
          <c:min val="35"/>
        </c:scaling>
        <c:delete val="0"/>
        <c:axPos val="l"/>
        <c:majorGridlines>
          <c:spPr>
            <a:ln w="4763">
              <a:solidFill>
                <a:srgbClr val="EEEEEE"/>
              </a:solidFill>
            </a:ln>
          </c:spPr>
        </c:majorGridlines>
        <c:title>
          <c:tx>
            <c:rich>
              <a:bodyPr/>
              <a:lstStyle/>
              <a:p>
                <a:r>
                  <a:rPr sz="1500">
                    <a:solidFill>
                      <a:srgbClr val="222222"/>
                    </a:solidFill>
                    <a:latin typeface="DejaVu Sans"/>
                    <a:ea typeface="DejaVu Sans"/>
                    <a:cs typeface="DejaVu Sans"/>
                  </a:rPr>
                  <a:t>&lt;pLDDT&gt;</a:t>
                </a:r>
              </a:p>
            </c:rich>
          </c:tx>
          <c:overlay val="0"/>
          <c:txPr>
            <a:bodyPr anchorCtr="1"/>
            <a:lstStyle/>
            <a:p>
              <a:pPr>
                <a:defRPr sz="1500">
                  <a:solidFill>
                    <a:srgbClr val="222222"/>
                  </a:solidFill>
                  <a:latin typeface="DejaVu Sans"/>
                  <a:ea typeface="DejaVu Sans"/>
                  <a:cs typeface="DejaVu Sans"/>
                </a:defRPr>
              </a:pPr>
            </a:p>
          </c:txPr>
        </c:title>
        <c:numFmt formatCode="0.0"/>
        <c:majorTickMark val="none"/>
        <c:minorTickMark val="none"/>
        <c:spPr>
          <a:ln w="9525">
            <a:solidFill>
              <a:srgbClr val="D4D4D4"/>
            </a:solidFill>
            <a:prstDash val="solid"/>
          </a:ln>
        </c:spPr>
        <c:txPr>
          <a:bodyPr anchorCtr="1"/>
          <a:lstStyle/>
          <a:p>
            <a:pPr>
              <a:defRPr sz="1200">
                <a:solidFill>
                  <a:srgbClr val="222222"/>
                </a:solidFill>
                <a:latin typeface="DejaVu Sans"/>
                <a:ea typeface="DejaVu Sans"/>
                <a:cs typeface="DejaVu Sans"/>
              </a:defRPr>
            </a:pPr>
          </a:p>
        </c:txPr>
        <c:crossAx val="48650112"/>
        <c:crossesAt val="-0.65"/>
        <c:majorUnit val="5"/>
      </c:valAx>
      <c:valAx>
        <c:axId val="48650112"/>
        <c:scaling>
          <c:orientation val="minMax"/>
          <c:max val="7.65"/>
          <c:min val="-0.65"/>
        </c:scaling>
        <c:delete val="0"/>
        <c:axPos val="b"/>
        <c:numFmt formatCode="General"/>
        <c:majorTickMark val="none"/>
        <c:minorTickMark val="none"/>
        <c:tickLblPos val="none"/>
        <c:spPr>
          <a:ln w="9525">
            <a:solidFill>
              <a:srgbClr val="555555"/>
            </a:solidFill>
          </a:ln>
        </c:spPr>
        <c:txPr>
          <a:bodyPr anchorCtr="1"/>
          <a:lstStyle/>
          <a:p>
            <a:pPr>
              <a:defRPr>
                <a:solidFill>
                  <a:srgbClr val="666666"/>
                </a:solidFill>
              </a:defRPr>
            </a:pPr>
          </a:p>
        </c:txPr>
        <c:crossAx val="48672768"/>
        <c:crossesAt val="35"/>
      </c:valAx>
      <c:spPr>
        <a:solidFill>
          <a:srgbClr val="FFFFFF"/>
        </a:solidFill>
        <a:ln w="0">
          <a:noFill/>
        </a:ln>
      </c:spPr>
    </c:plotArea>
    <c:plotVisOnly val="1"/>
  </c:chart>
  <c:spPr>
    <a:solidFill>
      <a:srgbClr val="FFFFFF"/>
    </a:solidFill>
    <a:ln w="0">
      <a:noFill/>
    </a:ln>
  </c:spPr>
  <c:externalData r:id="rIdConfidenceData">
    <c:autoUpdate val="0"/>
  </c:externalData>
</c:chartSpace>
</file>

<file path=ppt/workflow_addition_13_workflow-pptx-lhap4l6l/notesMasters/_rels/notesMaster1.xml.rels><?xml version='1.0' encoding='utf-8'?>
<Relationships xmlns="http://schemas.openxmlformats.org/package/2006/relationships"><Relationship Type="http://schemas.openxmlformats.org/officeDocument/2006/relationships/theme" Target="theme/theme3.xml" Id="R8ebfd45907de4392" /></Relationships>
</file>

<file path=ppt/workflow_addition_13_workflow-pptx-lhap4l6l/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3_workflow-pptx-lhap4l6l/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3_workflow-pptx-lhap4l6l/notesSlides/_rels/notesSlide1.xml.rels><?xml version='1.0' encoding='utf-8'?>
<Relationships xmlns="http://schemas.openxmlformats.org/package/2006/relationships"><Relationship Type="http://schemas.openxmlformats.org/officeDocument/2006/relationships/slide" Target="../../slides/slide14.xml" Id="R8902d962aa23402f" /><Relationship Type="http://schemas.openxmlformats.org/officeDocument/2006/relationships/notesMaster" Target="../notesMasters/notesMaster1.xml" Id="R75bc0948ee074aeb" /></Relationships>
</file>

<file path=ppt/workflow_addition_13_workflow-pptx-lhap4l6l/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{"ensemble_panels":[{"image":"[private source path] C1.1","crop":{"left":0.21055555555555552,"top":0.2381818181818182,"right":0.24500000000000002,"bottom":0.15727272727272726},"display_width":980.0000000000001,"display_height":665.0000000000001,"cluster_label":"C1.1","selected_count":5},{"image":"[private source path] C1.2","crop":{"left":0.21055555555555552,"top":0.2381818181818182,"right":0.24500000000000002,"bottom":0.15727272727272726},"display_width":980.0000000000001,"display_height":665.0000000000001,"cluster_label":"C1.2","selected_count":5},{"image":"[private source path] C1.3","crop":{"left":0.21055555555555552,"top":0.2381818181818182,"right":0.24500000000000002,"bottom":0.15727272727272726},"display_width":980.0000000000001,"display_height":665.0000000000001,"cluster_label":"C1.3","selected_count":5},{"image":"[private source path] C1.4","crop":{"left":0.21055555555555552,"top":0.2381818181818182,"right":0.24500000000000002,"bottom":0.15727272727272726},"display_width":980.0000000000001,"display_height":665.0000000000001,"cluster_label":"C1.4","selected_count":5},{"image":"[private source path] C1.5","crop":{"left":0.21055555555555552,"top":0.2381818181818182,"right":0.24500000000000002,"bottom":0.15727272727272726},"display_width":980.0000000000001,"display_height":665.0000000000001,"cluster_label":"C1.5","selected_count":5}],"caption":"Figure 13. Cluster ensembles (up to 5 models each), aligned to each full-cluster Cα RMSD medoid. Eligible models ranked by &lt;pLDDT&gt;; representative selection follows the recorded source scope. Detected terminal residues are excluded from fitting and medoid selection; all residues remain visible. Unscored-only clusters show their unscored structural medoid without a confidence violin."}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3_workflow-pptx-lhap4l6l/slideLayouts/_rels/slideLayout1.xml.rels><?xml version='1.0' encoding='utf-8'?>
<Relationships xmlns="http://schemas.openxmlformats.org/package/2006/relationships"><Relationship Type="http://schemas.openxmlformats.org/officeDocument/2006/relationships/slideMaster" Target="../slideMasters/slideMaster1.xml" Id="Rae4fd18aac8c4409" /></Relationships>
</file>

<file path=ppt/workflow_addition_13_workflow-pptx-lhap4l6l/slideLayouts/_rels/slideLayout2.xml.rels><?xml version='1.0' encoding='utf-8'?>
<Relationships xmlns="http://schemas.openxmlformats.org/package/2006/relationships"><Relationship Type="http://schemas.openxmlformats.org/officeDocument/2006/relationships/slideMaster" Target="../slideMasters/slideMaster1.xml" Id="R6972b78ae32f4629" /></Relationships>
</file>

<file path=ppt/workflow_addition_13_workflow-pptx-lhap4l6l/slideLayouts/_rels/slideLayout3.xml.rels><?xml version='1.0' encoding='utf-8'?>
<Relationships xmlns="http://schemas.openxmlformats.org/package/2006/relationships"><Relationship Type="http://schemas.openxmlformats.org/officeDocument/2006/relationships/slideMaster" Target="../slideMasters/slideMaster1.xml" Id="Rf7d1e722852f48bf" /></Relationships>
</file>

<file path=ppt/workflow_addition_13_workflow-pptx-lhap4l6l/slideLayouts/_rels/slideLayout4.xml.rels><?xml version='1.0' encoding='utf-8'?>
<Relationships xmlns="http://schemas.openxmlformats.org/package/2006/relationships"><Relationship Type="http://schemas.openxmlformats.org/officeDocument/2006/relationships/slideMaster" Target="../slideMasters/slideMaster1.xml" Id="R360c3f4c4e614ce7" /></Relationships>
</file>

<file path=ppt/workflow_addition_13_workflow-pptx-lhap4l6l/slideLayouts/_rels/slideLayout5.xml.rels><?xml version='1.0' encoding='utf-8'?>
<Relationships xmlns="http://schemas.openxmlformats.org/package/2006/relationships"><Relationship Type="http://schemas.openxmlformats.org/officeDocument/2006/relationships/slideMaster" Target="../slideMasters/slideMaster1.xml" Id="R36f0c4075af34be8" /></Relationships>
</file>

<file path=ppt/workflow_addition_13_workflow-pptx-lhap4l6l/slideLayouts/_rels/slideLayout6.xml.rels><?xml version='1.0' encoding='utf-8'?>
<Relationships xmlns="http://schemas.openxmlformats.org/package/2006/relationships"><Relationship Type="http://schemas.openxmlformats.org/officeDocument/2006/relationships/slideMaster" Target="../slideMasters/slideMaster1.xml" Id="R1997255103a244cd" /></Relationships>
</file>

<file path=ppt/workflow_addition_13_workflow-pptx-lhap4l6l/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CE3671-BB14-411B-8C80-7ADF25DA032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AB8C5F-243F-4B20-A676-78A89EDBDA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3_workflow-pptx-lhap4l6l/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E3D43E2-FA61-4E79-96A3-4C74B501A2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3_workflow-pptx-lhap4l6l/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BAA01B-219F-41AD-8E80-0DC305987E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CD4A93-1DE2-44E5-8212-AA084068A2F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3_workflow-pptx-lhap4l6l/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CC70B72-9916-4D6C-B2FA-D5ADA60E0E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A6A62-3BE5-436A-BC93-CAB88E3B62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BCFFA8E-5DFE-43BB-9D2F-881B27300AA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3_workflow-pptx-lhap4l6l/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B6B5A7-1804-4CD6-B5B3-95D235683C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9A5F03-1DDA-4C3E-943D-9910EBC939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3_workflow-pptx-lhap4l6l/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3_workflow-pptx-lhap4l6l/slideMasters/_rels/slideMaster1.xml.rels><?xml version='1.0' encoding='utf-8'?>
<Relationships xmlns="http://schemas.openxmlformats.org/package/2006/relationships"><Relationship Type="http://schemas.openxmlformats.org/officeDocument/2006/relationships/theme" Target="theme/theme2.xml" Id="Rf81f444df6f3401f" /><Relationship Type="http://schemas.openxmlformats.org/officeDocument/2006/relationships/slideLayout" Target="../slideLayouts/slideLayout1.xml" Id="R9f283b0b48dd41e0" /><Relationship Type="http://schemas.openxmlformats.org/officeDocument/2006/relationships/slideLayout" Target="../slideLayouts/slideLayout2.xml" Id="R64c88558346b4a24" /><Relationship Type="http://schemas.openxmlformats.org/officeDocument/2006/relationships/slideLayout" Target="../slideLayouts/slideLayout3.xml" Id="R3008d4bc16ff4f35" /><Relationship Type="http://schemas.openxmlformats.org/officeDocument/2006/relationships/slideLayout" Target="../slideLayouts/slideLayout4.xml" Id="R816ce2cf6f3d45f6" /><Relationship Type="http://schemas.openxmlformats.org/officeDocument/2006/relationships/slideLayout" Target="../slideLayouts/slideLayout5.xml" Id="R8f905350a3684b78" /><Relationship Type="http://schemas.openxmlformats.org/officeDocument/2006/relationships/slideLayout" Target="../slideLayouts/slideLayout6.xml" Id="Rf219c6b89ef941ae" /></Relationships>
</file>

<file path=ppt/workflow_addition_13_workflow-pptx-lhap4l6l/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283b0b48dd41e0"/>
    <p:sldLayoutId xmlns:r="http://schemas.openxmlformats.org/officeDocument/2006/relationships" id="2147483650" r:id="R64c88558346b4a24"/>
    <p:sldLayoutId xmlns:r="http://schemas.openxmlformats.org/officeDocument/2006/relationships" id="2147483651" r:id="R3008d4bc16ff4f35"/>
    <p:sldLayoutId xmlns:r="http://schemas.openxmlformats.org/officeDocument/2006/relationships" id="2147483652" r:id="R816ce2cf6f3d45f6"/>
    <p:sldLayoutId xmlns:r="http://schemas.openxmlformats.org/officeDocument/2006/relationships" id="2147483653" r:id="R8f905350a3684b78"/>
    <p:sldLayoutId xmlns:r="http://schemas.openxmlformats.org/officeDocument/2006/relationships" id="2147483654" r:id="Rf219c6b89ef941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3_workflow-pptx-lhap4l6l/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4_workflow-pptx-lhap4l6l/notesMasters/_rels/notesMaster1.xml.rels><?xml version='1.0' encoding='utf-8'?>
<Relationships xmlns="http://schemas.openxmlformats.org/package/2006/relationships"><Relationship Type="http://schemas.openxmlformats.org/officeDocument/2006/relationships/theme" Target="theme/theme3.xml" Id="R0422f0df2e334318" /></Relationships>
</file>

<file path=ppt/workflow_addition_14_workflow-pptx-lhap4l6l/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4_workflow-pptx-lhap4l6l/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4_workflow-pptx-lhap4l6l/notesSlides/_rels/notesSlide1.xml.rels><?xml version='1.0' encoding='utf-8'?>
<Relationships xmlns="http://schemas.openxmlformats.org/package/2006/relationships"><Relationship Type="http://schemas.openxmlformats.org/officeDocument/2006/relationships/slide" Target="../../slides/slide15.xml" Id="R76e3dbfcd83844b6" /><Relationship Type="http://schemas.openxmlformats.org/officeDocument/2006/relationships/notesMaster" Target="../notesMasters/notesMaster1.xml" Id="R2d7b58426f824047" /></Relationships>
</file>

<file path=ppt/workflow_addition_14_workflow-pptx-lhap4l6l/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{"ensemble_panels":[{"image":"[private source path] C1.6","crop":{"left":0.21055555555555552,"top":0.2381818181818182,"right":0.24500000000000002,"bottom":0.15727272727272726},"display_width":980.0000000000001,"display_height":665.0000000000001,"cluster_label":"C1.6","selected_count":4},{"image":"[private source path] C1.7","crop":{"left":0.21055555555555552,"top":0.2381818181818182,"right":0.24500000000000002,"bottom":0.15727272727272726},"display_width":980.0000000000001,"display_height":665.0000000000001,"cluster_label":"C1.7","selected_count":3},{"image":"[private source path] C1.8","crop":{"left":0.21055555555555552,"top":0.2381818181818182,"right":0.24500000000000002,"bottom":0.15727272727272726},"display_width":980.0000000000001,"display_height":665.0000000000001,"cluster_label":"C1.8","selected_count":1},{"image":"[private source path] C1.9 (unscored medoid)","crop":{"left":0.21055555555555552,"top":0.2381818181818182,"right":0.24500000000000002,"bottom":0.15727272727272726},"display_width":980.0000000000001,"display_height":665.0000000000001,"cluster_label":"C1.9","selected_count":1}],"caption":"Figure 14. Cluster ensembles (up to 5 models each), aligned to each full-cluster Cα RMSD medoid. Eligible models ranked by &lt;pLDDT&gt;; representative selection follows the recorded source scope. Detected terminal residues are excluded from fitting and medoid selection; all residues remain visible. Unscored-only clusters show their unscored structural medoid without a confidence violin."}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4_workflow-pptx-lhap4l6l/slideLayouts/_rels/slideLayout1.xml.rels><?xml version='1.0' encoding='utf-8'?>
<Relationships xmlns="http://schemas.openxmlformats.org/package/2006/relationships"><Relationship Type="http://schemas.openxmlformats.org/officeDocument/2006/relationships/slideMaster" Target="../slideMasters/slideMaster1.xml" Id="R45c66333b92c4564" /></Relationships>
</file>

<file path=ppt/workflow_addition_14_workflow-pptx-lhap4l6l/slideLayouts/_rels/slideLayout2.xml.rels><?xml version='1.0' encoding='utf-8'?>
<Relationships xmlns="http://schemas.openxmlformats.org/package/2006/relationships"><Relationship Type="http://schemas.openxmlformats.org/officeDocument/2006/relationships/slideMaster" Target="../slideMasters/slideMaster1.xml" Id="R0475feeb5a4e4663" /></Relationships>
</file>

<file path=ppt/workflow_addition_14_workflow-pptx-lhap4l6l/slideLayouts/_rels/slideLayout3.xml.rels><?xml version='1.0' encoding='utf-8'?>
<Relationships xmlns="http://schemas.openxmlformats.org/package/2006/relationships"><Relationship Type="http://schemas.openxmlformats.org/officeDocument/2006/relationships/slideMaster" Target="../slideMasters/slideMaster1.xml" Id="Rfb32580e7c3f439a" /></Relationships>
</file>

<file path=ppt/workflow_addition_14_workflow-pptx-lhap4l6l/slideLayouts/_rels/slideLayout4.xml.rels><?xml version='1.0' encoding='utf-8'?>
<Relationships xmlns="http://schemas.openxmlformats.org/package/2006/relationships"><Relationship Type="http://schemas.openxmlformats.org/officeDocument/2006/relationships/slideMaster" Target="../slideMasters/slideMaster1.xml" Id="R86239607399c4ca0" /></Relationships>
</file>

<file path=ppt/workflow_addition_14_workflow-pptx-lhap4l6l/slideLayouts/_rels/slideLayout5.xml.rels><?xml version='1.0' encoding='utf-8'?>
<Relationships xmlns="http://schemas.openxmlformats.org/package/2006/relationships"><Relationship Type="http://schemas.openxmlformats.org/officeDocument/2006/relationships/slideMaster" Target="../slideMasters/slideMaster1.xml" Id="R09f2b50614f04559" /></Relationships>
</file>

<file path=ppt/workflow_addition_14_workflow-pptx-lhap4l6l/slideLayouts/_rels/slideLayout6.xml.rels><?xml version='1.0' encoding='utf-8'?>
<Relationships xmlns="http://schemas.openxmlformats.org/package/2006/relationships"><Relationship Type="http://schemas.openxmlformats.org/officeDocument/2006/relationships/slideMaster" Target="../slideMasters/slideMaster1.xml" Id="R67ffadfea6f04995" /></Relationships>
</file>

<file path=ppt/workflow_addition_14_workflow-pptx-lhap4l6l/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97C02B-6AF4-437E-8CC4-DF3491129ED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726156-FEFF-4B20-8B92-B2E6A637BB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4_workflow-pptx-lhap4l6l/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80CB97-2276-4E12-AC4B-AB4D585D7C2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4_workflow-pptx-lhap4l6l/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6C340C-2344-4001-A0BB-494AED56BD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56D2DB-653F-4F30-BD47-0D90540BC70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4_workflow-pptx-lhap4l6l/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9239FD-1202-4C0B-8CBB-E129AC1061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78C0BF-28E3-419C-8B41-E034EF0B69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C6238B-6D0C-4DA2-9D04-A7EB7B09BB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4_workflow-pptx-lhap4l6l/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20E7D7-018E-467C-ABE8-C4F239FFFF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227F31-097B-44CF-9047-AC0459E4AD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4_workflow-pptx-lhap4l6l/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4_workflow-pptx-lhap4l6l/slideMasters/_rels/slideMaster1.xml.rels><?xml version='1.0' encoding='utf-8'?>
<Relationships xmlns="http://schemas.openxmlformats.org/package/2006/relationships"><Relationship Type="http://schemas.openxmlformats.org/officeDocument/2006/relationships/theme" Target="theme/theme2.xml" Id="R08971cd67ccc4ae2" /><Relationship Type="http://schemas.openxmlformats.org/officeDocument/2006/relationships/slideLayout" Target="../slideLayouts/slideLayout1.xml" Id="R87c63376547c4870" /><Relationship Type="http://schemas.openxmlformats.org/officeDocument/2006/relationships/slideLayout" Target="../slideLayouts/slideLayout2.xml" Id="R9546ca6711e84ac1" /><Relationship Type="http://schemas.openxmlformats.org/officeDocument/2006/relationships/slideLayout" Target="../slideLayouts/slideLayout3.xml" Id="R3b152d851c3c42e9" /><Relationship Type="http://schemas.openxmlformats.org/officeDocument/2006/relationships/slideLayout" Target="../slideLayouts/slideLayout4.xml" Id="Ra56f240802754d77" /><Relationship Type="http://schemas.openxmlformats.org/officeDocument/2006/relationships/slideLayout" Target="../slideLayouts/slideLayout5.xml" Id="Rc3ac3690d3e148d3" /><Relationship Type="http://schemas.openxmlformats.org/officeDocument/2006/relationships/slideLayout" Target="../slideLayouts/slideLayout6.xml" Id="Rfe4f12610fc54599" /></Relationships>
</file>

<file path=ppt/workflow_addition_14_workflow-pptx-lhap4l6l/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c63376547c4870"/>
    <p:sldLayoutId xmlns:r="http://schemas.openxmlformats.org/officeDocument/2006/relationships" id="2147483650" r:id="R9546ca6711e84ac1"/>
    <p:sldLayoutId xmlns:r="http://schemas.openxmlformats.org/officeDocument/2006/relationships" id="2147483651" r:id="R3b152d851c3c42e9"/>
    <p:sldLayoutId xmlns:r="http://schemas.openxmlformats.org/officeDocument/2006/relationships" id="2147483652" r:id="Ra56f240802754d77"/>
    <p:sldLayoutId xmlns:r="http://schemas.openxmlformats.org/officeDocument/2006/relationships" id="2147483653" r:id="Rc3ac3690d3e148d3"/>
    <p:sldLayoutId xmlns:r="http://schemas.openxmlformats.org/officeDocument/2006/relationships" id="2147483654" r:id="Rfe4f12610fc545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4_workflow-pptx-lhap4l6l/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6_workflow-pptx-znjhz9x8/notesMasters/_rels/notesMaster1.xml.rels><?xml version='1.0' encoding='utf-8'?>
<Relationships xmlns="http://schemas.openxmlformats.org/package/2006/relationships"><Relationship Type="http://schemas.openxmlformats.org/officeDocument/2006/relationships/theme" Target="theme/theme3.xml" Id="Rf598abd743474120" /></Relationships>
</file>

<file path=ppt/workflow_addition_16_workflow-pptx-znjhz9x8/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6_workflow-pptx-znjhz9x8/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6_workflow-pptx-znjhz9x8/notesSlides/_rels/notesSlide1.xml.rels><?xml version='1.0' encoding='utf-8'?>
<Relationships xmlns="http://schemas.openxmlformats.org/package/2006/relationships"><Relationship Type="http://schemas.openxmlformats.org/officeDocument/2006/relationships/slide" Target="../../slides/slide17.xml" Id="R7c80daad918049ad" /><Relationship Type="http://schemas.openxmlformats.org/officeDocument/2006/relationships/notesMaster" Target="../notesMasters/notesMaster1.xml" Id="Raacf1fcf454c4df1" /></Relationships>
</file>

<file path=ppt/workflow_addition_16_workflow-pptx-znjhz9x8/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Bonsai: [{"points":[{"model":"PaT90_bmr7191__AlphaFlowMD__0077","vertex":44,"x":0.36590240408303626,"y":0.25268933530508475,"radius_pixels":9.001028747788695,"sector":0,"sector_count":1},{"model":"PaT90_bmr7191__AlphaFlowMD__0836","vertex":50,"x":0.22337661008654194,"y":0.23859371256879516,"radius_pixels":9.001028747788695,"sector":0,"sector_count":1},{"model":"PaT90_bmr7191__AlphaFlowMD__0187","vertex":45,"x":0.3425236526130227,"y":0.15678294573643414,"radius_pixels":9.001028747788695,"sector":0,"sector_count":1},{"model":"PaT90_bmr7191__AlphaFlowMD__0795","vertex":51,"x":0.17592514818082583,"y":0.22315526660710286,"radius_pixels":9.001028747788695,"sector":0,"sector_count":1},{"model":"PaT90_bmr7191__AlphaFlowMD__0632","vertex":47,"x":0.2624104343542011,"y":0.2369725041322307,"radius_pixels":9.001028747788695,"sector":0,"sector_count":1},{"model":"PaT90_bmr7191__AlphaFlowMD__0742","vertex":21,"x":0.6653965014175242,"y":0.8274300396730014,"radius_pixels":9.001028747788695,"sector":0,"sector_count":1},{"model":"PaT90_bmr7191__AlphaFlowMD__0812","vertex":24,"x":0.8868196410160856,"y":0.9029069767441861,"radius_pixels":9.001028747788695,"sector":0,"sector_count":1},{"model":"PaT90_bmr7191__AlphaFlowMD__0363","vertex":25,"x":0.7796266883930658,"y":0.8207719766621727,"radius_pixels":9.001028747788695,"sector":0,"sector_count":1},{"model":"PaT90_bmr7191__AlphaFlowMD__0634","vertex":18,"x":0.5870683324470203,"y":0.72458304765745,"radius_pixels":9.001028747788695,"sector":0,"sector_count":1},{"model":"PaT90_bmr7191__AlphaFlowMD__0371","vertex":22,"x":0.7144498059549163,"y":0.8525334806377645,"radius_pixels":9.001028747788695,"sector":0,"sector_count":1},{"model":"PaT90_bmr7191__AFCluster__0931","vertex":13,"x":0.42167932098795996,"y":0.506574562311447,"radius_pixels":9.001028747788695,"sector":0,"sector_count":1},{"model":"PaT90_bmr7191__AFCluster__0847","vertex":14,"x":0.42501381222340073,"y":0.5117886189420581,"radius_pixels":9.001028747788695,"sector":0,"sector_count":1},{"model":"PaT90_bmr7191__AFCluster__0455","vertex":11,"x":0.4101219618394996,"y":0.5111259300643121,"radius_pixels":9.001028747788695,"sector":0,"sector_count":1},{"model":"PaT90_bmr7191__AFCluster__0735","vertex":5,"x":0.41995475903851276,"y":0.49095627405036874,"radius_pixels":9.001028747788695,"sector":0,"sector_count":1},{"model":"PaT90_bmr7191__AFCluster__0427","vertex":6,"x":0.41995475903851276,"y":0.49511896532005445,"radius_pixels":9.001028747788695,"sector":0,"sector_count":1},{"model":"PaT90_bmr7191__SPEACHAF__0615","vertex":57,"x":0.14259462509860688,"y":0.2615688535102654,"radius_pixels":9.001028747788695,"sector":0,"sector_count":1},{"model":"PaT90_bmr7191__SPEACHAF__0735","vertex":53,"x":0.1433788135815308,"y":0.26089718368587556,"radius_pixels":9.001028747788695,"sector":0,"sector_count":1},{"model":"PaT90_bmr7191__SPEACHAF__0575","vertex":56,"x":0.14102635453921356,"y":0.26095343845787683,"radius_pixels":9.001028747788695,"sector":0,"sector_count":1},{"model":"PaT90_bmr7191__SPEACHAF__0935","vertex":58,"x":0.13791576028853636,"y":0.26123194689087176,"radius_pixels":9.001028747788695,"sector":0,"sector_count":1},{"model":"PaT90_bmr7191__SPEACHAF__0455","vertex":54,"x":0.14582855011566034,"y":0.2619141257353256,"radius_pixels":9.001028747788695,"sector":0,"sector_count":1},{"model":"PaT90_bmr7191__AlphaFlowMD__0107","vertex":41,"x":0.4416540675498809,"y":0.3923456901840539,"radius_pixels":9.001028747788695,"sector":0,"sector_count":1},{"model":"PaT90_bmr7191__AFSample3__0612","vertex":37,"x":0.4808600093938148,"y":0.40260008659542673,"radius_pixels":9.001028747788695,"sector":0,"sector_count":1},{"model":"PaT90_bmr7191__SPEACHAF__0780","vertex":35,"x":0.49961637879371346,"y":0.41355962585393274,"radius_pixels":9.001028747788695,"sector":0,"sector_count":1},{"model":"PaT90_bmr7191__SPEACHAF__0700","vertex":29,"x":0.4805593107185567,"y":0.41709216790494447,"radius_pixels":9.001028747788695,"sector":0,"sector_count":1},{"model":"PaT90_bmr7191__SPEACHAF__0980","vertex":34,"x":0.48740350027950397,"y":0.41630635175723035,"radius_pixels":9.001028747788695,"sector":0,"sector_count":1},{"model":"PaT90_bmr7191__AFCluster__0511","vertex":12,"x":0.4075571473549287,"y":0.5158287293043184,"radius_pixels":9.001028747788695,"sector":0,"sector_count":1},{"model":"PaT90_bmr7191__AFSample2__0704","vertex":3,"x":0.3543069977361055,"y":0.4920058937497116,"radius_pixels":9.001028747788695,"sector":0,"sector_count":1},{"model":"PaT90_bmr7191__AFSample2__0541","vertex":9,"x":0.3691448424691528,"y":0.5253012132583921,"radius_pixels":9.001028747788695,"sector":0,"sector_count":1},{"model":"PaT90_bmr7191__AFSample2__0056","vertex":4,"x":0.3591255690217488,"y":0.4974310661131663,"radius_pixels":9.001028747788695,"sector":0,"sector_count":1},{"model":"PaT90_bmr7191__AlphaFlowMD__0283","vertex":39,"x":0.46533183903164477,"y":0.3944228361415308,"radius_pixels":9.001028747788695,"sector":0,"sector_count":1},{"model":"PaT90_bmr7191__AFSample2__0882","vertex":31,"x":0.5187047089482738,"y":0.4193939027885483,"radius_pixels":9.001028747788695,"sector":0,"sector_count":1},{"model":"PaT90_bmr7191__AFSample2__0584","vertex":27,"x":0.46287447084583333,"y":0.43997248207751616,"radius_pixels":9.001028747788695,"sector":0,"sector_count":1},{"model":"PaT90_bmr7191__AlphaFlowPDB__0024","vertex":16,"x":0.46287829468780606,"y":0.5736020902023261,"radius_pixels":9.001028747788695,"sector":0,"sector_count":1},{"model":"PaT90_bmr7191__BioEMU__0264","vertex":33,"x":0.614698547167343,"y":0.4071686140537022,"radius_pixels":9.001028747788695,"sector":0,"sector_count":1}],"labels":[],"group_labels":[{"group":"B2","box":[0.5611558539764415,0.708726499623752,0.8921885337150037,0.7654319259803415]},{"group":"B3","box":[0.26026121962858867,0.3474285059105763,0.634627232700484,0.40413393226716543]},{"group":"B1","box":[0.02090522875816987,0.12455732661182345,0.3952712418300652,0.18126275296841257]}],"image":"[private source path] [B3]","x":0.6530777811580977,"y":0.9029069767441861},{"model":"PaT90_bmr7191__AFSample2__0056","text":"C6.4 [B3]","x":0.6530777811580977,"y":0.880297157622739},{"model":"PaT90_bmr7191__AFSample2__0541","text":"C6.3 [B3]","x":0.6530777811580977,"y":0.857687338501292},{"model":"PaT90_bmr7191__AFCluster__0455","text":"C3.3 [B3]","x":0.6530777811580977,"y":0.8350775193798449},{"model":"PaT90_bmr7191__AFCluster__0511","text":"C6.1 [B3]","x":0.6530777811580977,"y":0.8124677002583979},{"model":"PaT90_bmr7191__AFCluster__0735","text":"C3.4 [B3]","x":0.6530777811580977,"y":0.789857881136951},{"model":"PaT90_bmr7191__AFCluster__0427","text":"C3.5 [B3]","x":0.6530777811580977,"y":0.7672480620155038},{"model":"PaT90_bmr7191__AlphaFlowPDB__0024","text":"C8.1 [B3]","x":0.6530777811580977,"y":0.7446382428940569},{"model":"PaT90_bmr7191__AlphaFlowMD__0634","text":"C2.4 [B2]","x":0.6530777811580977,"y":0.7220284237726098},{"model":"PaT90_bmr7191__AFCluster__0931","text":"C3.1 [B3]","x":0.6530777811580977,"y":0.6994186046511628},{"model":"PaT90_bmr7191__AFCluster__0847","text":"C3.2 [B3]","x":0.6530777811580977,"y":0.6768087855297158},{"model":"PaT90_bmr7191__AlphaFlowMD__0742","text":"C2.1 [B2]","x":0.6530777811580977,"y":0.6541989664082687},{"model":"PaT90_bmr7191__AlphaFlowMD__0371","text":"C2.5 [B2]","x":0.6530777811580977,"y":0.6315891472868217},{"model":"PaT90_bmr7191__AlphaFlowMD__0812","text":"C2.2 [B2]","x":0.6530777811580977,"y":0.6089793281653746},{"model":"PaT90_bmr7191__AlphaFlowMD__0363","text":"C2.3 [B2]","x":0.6530777811580977,"y":0.5863695090439276},{"model":"PaT90_bmr7191__AFSample2__0584","text":"C7.3 [B3]","x":0.6530777811580977,"y":0.5637596899224806},{"model":"PaT90_bmr7191__AFSample2__0882","text":"C7.2 [B3]","x":0.6530777811580977,"y":0.5411498708010336},{"model":"PaT90_bmr7191__SPEACHAF__0700","text":"C5.4 [B3]","x":0.6530777811580977,"y":0.5185400516795865},{"model":"PaT90_bmr7191__BioEMU__0264","text":"C9.1 [B3]","x":0.6530777811580977,"y":0.4959302325581394},{"model":"PaT90_bmr7191__SPEACHAF__0780","text":"C5.3 [B3]","x":0.6530777811580977,"y":0.4733204134366925},{"model":"PaT90_bmr7191__SPEACHAF__0980","text":"C5.5 [B3]","x":0.6530777811580977,"y":0.45071059431524546},{"model":"PaT90_bmr7191__AFSample3__0612","text":"C5.2 [B3]","x":0.6530777811580977,"y":0.4281007751937984},{"model":"PaT90_bmr7191__AlphaFlowMD__0283","text":"C7.1 [B3]","x":0.6530777811580977,"y":0.40549095607235136},{"model":"PaT90_bmr7191__AlphaFlowMD__0107","text":"C5.1 [B3]","x":0.6530777811580977,"y":0.3828811369509043},{"model":"PaT90_bmr7191__AlphaFlowMD__0077","text":"C1.1 [B1]","x":0.6530777811580977,"y":0.36027131782945726},{"model":"PaT90_bmr7191__AlphaFlowMD__0187","text":"C1.3 [B1]","x":0.6530777811580977,"y":0.3376614987080102},{"model":"PaT90_bmr7191__AlphaFlowMD__0632","text":"C1.5 [B1]","x":0.6530777811580977,"y":0.3150516795865633},{"model":"PaT90_bmr7191__AlphaFlowMD__0836","text":"C1.2 [B1]","x":0.6530777811580977,"y":0.29244186046511617},{"model":"PaT90_bmr7191__AlphaFlowMD__0795","text":"C1.4 [B1]","x":0.6530777811580977,"y":0.2698320413436692},{"model":"PaT90_bmr7191__SPEACHAF__0735","text":"C4.2 [B1]","x":0.6530777811580977,"y":0.24722222222222207},{"model":"PaT90_bmr7191__SPEACHAF__0575","text":"C4.3 [B1]","x":0.6530777811580977,"y":0.22461240310077515},{"model":"PaT90_bmr7191__SPEACHAF__0455","text":"C4.5 [B1]","x":0.6530777811580977,"y":0.2020025839793281},{"model":"PaT90_bmr7191__SPEACHAF__0615","text":"C4.1 [B1]","x":0.6530777811580977,"y":0.17939276485788105},{"model":"PaT90_bmr7191__SPEACHAF__0935","text":"C4.4 [B1]","x":0.6530777811580977,"y":0.15678294573643403}],"group_labels":[],"image":"[private source path] dendrogram","layout":"ly_dendrogram_ladderized","sha256":"5411b2858c3cab8a2c114e3bc8f3735d20542a73a91f81c7cfdcced9d6c5b52e"}]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6_workflow-pptx-znjhz9x8/slideLayouts/_rels/slideLayout1.xml.rels><?xml version='1.0' encoding='utf-8'?>
<Relationships xmlns="http://schemas.openxmlformats.org/package/2006/relationships"><Relationship Type="http://schemas.openxmlformats.org/officeDocument/2006/relationships/slideMaster" Target="../slideMasters/slideMaster1.xml" Id="Rc18128429ee0487d" /></Relationships>
</file>

<file path=ppt/workflow_addition_16_workflow-pptx-znjhz9x8/slideLayouts/_rels/slideLayout2.xml.rels><?xml version='1.0' encoding='utf-8'?>
<Relationships xmlns="http://schemas.openxmlformats.org/package/2006/relationships"><Relationship Type="http://schemas.openxmlformats.org/officeDocument/2006/relationships/slideMaster" Target="../slideMasters/slideMaster1.xml" Id="Rcec88ae467064cf2" /></Relationships>
</file>

<file path=ppt/workflow_addition_16_workflow-pptx-znjhz9x8/slideLayouts/_rels/slideLayout3.xml.rels><?xml version='1.0' encoding='utf-8'?>
<Relationships xmlns="http://schemas.openxmlformats.org/package/2006/relationships"><Relationship Type="http://schemas.openxmlformats.org/officeDocument/2006/relationships/slideMaster" Target="../slideMasters/slideMaster1.xml" Id="Rf24b560c5ec04d3f" /></Relationships>
</file>

<file path=ppt/workflow_addition_16_workflow-pptx-znjhz9x8/slideLayouts/_rels/slideLayout4.xml.rels><?xml version='1.0' encoding='utf-8'?>
<Relationships xmlns="http://schemas.openxmlformats.org/package/2006/relationships"><Relationship Type="http://schemas.openxmlformats.org/officeDocument/2006/relationships/slideMaster" Target="../slideMasters/slideMaster1.xml" Id="Ra19b6079c27c44f7" /></Relationships>
</file>

<file path=ppt/workflow_addition_16_workflow-pptx-znjhz9x8/slideLayouts/_rels/slideLayout5.xml.rels><?xml version='1.0' encoding='utf-8'?>
<Relationships xmlns="http://schemas.openxmlformats.org/package/2006/relationships"><Relationship Type="http://schemas.openxmlformats.org/officeDocument/2006/relationships/slideMaster" Target="../slideMasters/slideMaster1.xml" Id="R700dd0e0e6d242d2" /></Relationships>
</file>

<file path=ppt/workflow_addition_16_workflow-pptx-znjhz9x8/slideLayouts/_rels/slideLayout6.xml.rels><?xml version='1.0' encoding='utf-8'?>
<Relationships xmlns="http://schemas.openxmlformats.org/package/2006/relationships"><Relationship Type="http://schemas.openxmlformats.org/officeDocument/2006/relationships/slideMaster" Target="../slideMasters/slideMaster1.xml" Id="Rc8205af9aca94345" /></Relationships>
</file>

<file path=ppt/workflow_addition_16_workflow-pptx-znjhz9x8/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504589-A488-4F93-B1C2-3E83600087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4F571AA-9E66-4658-8798-5BE6D32273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6_workflow-pptx-znjhz9x8/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4233ED-3B16-4D0E-8153-13A7019C845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6_workflow-pptx-znjhz9x8/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FFEDD0-C840-47B8-900B-7FD6D021FF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EF1674-8DCC-4F86-87C1-15A544DD636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6_workflow-pptx-znjhz9x8/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02E5FE-7255-4EE0-86F4-8409166321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CA4448-1F66-442D-9788-F04CCF8114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DC0A78-96EA-4884-A414-067B45AA4AC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6_workflow-pptx-znjhz9x8/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C41E6F-0914-4B3D-8667-9D490B47C6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30A8BD-B862-4B5F-9089-C81922ECE3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6_workflow-pptx-znjhz9x8/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6_workflow-pptx-znjhz9x8/slideMasters/_rels/slideMaster1.xml.rels><?xml version='1.0' encoding='utf-8'?>
<Relationships xmlns="http://schemas.openxmlformats.org/package/2006/relationships"><Relationship Type="http://schemas.openxmlformats.org/officeDocument/2006/relationships/theme" Target="theme/theme2.xml" Id="Re3dd307087cf41f9" /><Relationship Type="http://schemas.openxmlformats.org/officeDocument/2006/relationships/slideLayout" Target="../slideLayouts/slideLayout1.xml" Id="R468ef7ffab8140eb" /><Relationship Type="http://schemas.openxmlformats.org/officeDocument/2006/relationships/slideLayout" Target="../slideLayouts/slideLayout2.xml" Id="R54f9823c64e043f7" /><Relationship Type="http://schemas.openxmlformats.org/officeDocument/2006/relationships/slideLayout" Target="../slideLayouts/slideLayout3.xml" Id="R52d4fc70a0614afd" /><Relationship Type="http://schemas.openxmlformats.org/officeDocument/2006/relationships/slideLayout" Target="../slideLayouts/slideLayout4.xml" Id="R780e01363c0e4d9a" /><Relationship Type="http://schemas.openxmlformats.org/officeDocument/2006/relationships/slideLayout" Target="../slideLayouts/slideLayout5.xml" Id="Rc8e0138c450e4b50" /><Relationship Type="http://schemas.openxmlformats.org/officeDocument/2006/relationships/slideLayout" Target="../slideLayouts/slideLayout6.xml" Id="Ra0ae1677a77e40da" /></Relationships>
</file>

<file path=ppt/workflow_addition_16_workflow-pptx-znjhz9x8/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8ef7ffab8140eb"/>
    <p:sldLayoutId xmlns:r="http://schemas.openxmlformats.org/officeDocument/2006/relationships" id="2147483650" r:id="R54f9823c64e043f7"/>
    <p:sldLayoutId xmlns:r="http://schemas.openxmlformats.org/officeDocument/2006/relationships" id="2147483651" r:id="R52d4fc70a0614afd"/>
    <p:sldLayoutId xmlns:r="http://schemas.openxmlformats.org/officeDocument/2006/relationships" id="2147483652" r:id="R780e01363c0e4d9a"/>
    <p:sldLayoutId xmlns:r="http://schemas.openxmlformats.org/officeDocument/2006/relationships" id="2147483653" r:id="Rc8e0138c450e4b50"/>
    <p:sldLayoutId xmlns:r="http://schemas.openxmlformats.org/officeDocument/2006/relationships" id="2147483654" r:id="Ra0ae1677a77e40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6_workflow-pptx-znjhz9x8/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22</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2026-10-27T23:58:44.8710000Z</dcterms:created>
  <dcterms:modified xsi:type="dcterms:W3CDTF">2026-10-27T23:58:44.8710000Z</dcterms:modified>
</coreProperties>
</file>