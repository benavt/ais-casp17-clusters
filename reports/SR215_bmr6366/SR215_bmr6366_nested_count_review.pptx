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01-scope.png</a:t>
            </a:r>
          </a:p>
          <a:p>
            <a:r>
              <a:t>Two-level analysis. Child labels identify subsets of primary Cluster 1. The candidate cuts remain exploratory and await per-target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02-tm-tradeoffs.png</a:t>
            </a:r>
          </a:p>
          <a:p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03-contrast-populations.png</a:t>
            </a:r>
          </a:p>
          <a:p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04-all-counts.png</a:t>
            </a:r>
          </a:p>
          <a:p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projections-whole.png</a:t>
            </a:r>
          </a:p>
          <a:p>
            <a:r>
              <a:t>Automatic child baseline: 3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projections-k2.png</a:t>
            </a:r>
          </a:p>
          <a:p>
            <a:r>
              <a:t>Exploratory K=2: 2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projections-k5.png</a:t>
            </a:r>
          </a:p>
          <a:p>
            <a:r>
              <a:t>Exploratory K=5: 5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projections-k10.png</a:t>
            </a:r>
          </a:p>
          <a:p>
            <a:r>
              <a:t>Exploratory K=10: 10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projections-k15.png</a:t>
            </a:r>
          </a:p>
          <a:p>
            <a:r>
              <a:t>Exploratory K=15: 15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projections-k20.png</a:t>
            </a:r>
          </a:p>
          <a:p>
            <a:r>
              <a:t>Exploratory K=20: 20 child clusters among 10,120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tm-K10.png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tm-K15.png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SR215_bmr6366</a:t>
            </a:r>
          </a:p>
          <a:p>
            <a:r>
              <a:t>Source figure: tm-K20.png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609600"/>
            <a:ext cx="96774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Two-level analysis. Child labels identify subsets of primary Cluster 1. The candidate cuts remain exploratory and await per-target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m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ntrast-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ll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609600"/>
            <a:ext cx="8602133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Automatic child baseline: 3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K=2: 2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K=5: 5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K=10: 10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K=15: 15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K=20: 20 child clusters among 10,120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