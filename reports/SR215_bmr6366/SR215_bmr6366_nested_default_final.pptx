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gif" ContentType="image/gif"/>
  <Override PartName="/ppt/domain_variance/slideMasters/slideMaster1.xml" ContentType="application/vnd.openxmlformats-officedocument.presentationml.slideMaster+xml"/>
  <Override PartName="/ppt/domain_variance/slideMasters/theme/theme2.xml" ContentType="application/vnd.openxmlformats-officedocument.theme+xml"/>
  <Override PartName="/ppt/domain_variance/slideLayouts/slideLayout1.xml" ContentType="application/vnd.openxmlformats-officedocument.presentationml.slideLayout+xml"/>
  <Override PartName="/ppt/domain_variance/slideLayouts/slideLayout2.xml" ContentType="application/vnd.openxmlformats-officedocument.presentationml.slideLayout+xml"/>
  <Override PartName="/ppt/domain_variance/slideLayouts/slideLayout3.xml" ContentType="application/vnd.openxmlformats-officedocument.presentationml.slideLayout+xml"/>
  <Override PartName="/ppt/domain_variance/slideLayouts/slideLayout4.xml" ContentType="application/vnd.openxmlformats-officedocument.presentationml.slideLayout+xml"/>
  <Override PartName="/ppt/domain_variance/slideLayouts/slideLayout5.xml" ContentType="application/vnd.openxmlformats-officedocument.presentationml.slideLayout+xml"/>
  <Override PartName="/ppt/domain_variance/slideLayouts/slideLayout6.xml" ContentType="application/vnd.openxmlformats-officedocument.presentationml.slideLayout+xml"/>
  <Override PartName="/ppt/domain_variance/notesMasters/notesMaster1.xml" ContentType="application/vnd.openxmlformats-officedocument.presentationml.notesMaster+xml"/>
  <Override PartName="/ppt/domain_variance/notesMasters/theme/theme3.xml" ContentType="application/vnd.openxmlformats-officedocument.theme+xml"/>
  <Override PartName="/ppt/slides/slide15.xml" ContentType="application/vnd.openxmlformats-officedocument.presentationml.slide+xml"/>
  <Override PartName="/ppt/domain_variance/notesSlides/notesSlide1.xml" ContentType="application/vnd.openxmlformats-officedocument.presentationml.notesSlide+xml"/>
  <Override PartName="/ppt/workflow_addition_15_workflow-pptx-k7_h60i0/slideMasters/slideMaster1.xml" ContentType="application/vnd.openxmlformats-officedocument.presentationml.slideMaster+xml"/>
  <Override PartName="/ppt/workflow_addition_15_workflow-pptx-k7_h60i0/slideMasters/theme/theme2.xml" ContentType="application/vnd.openxmlformats-officedocument.theme+xml"/>
  <Override PartName="/ppt/workflow_addition_15_workflow-pptx-k7_h60i0/slideLayouts/slideLayout1.xml" ContentType="application/vnd.openxmlformats-officedocument.presentationml.slideLayout+xml"/>
  <Override PartName="/ppt/workflow_addition_15_workflow-pptx-k7_h60i0/slideLayouts/slideLayout2.xml" ContentType="application/vnd.openxmlformats-officedocument.presentationml.slideLayout+xml"/>
  <Override PartName="/ppt/workflow_addition_15_workflow-pptx-k7_h60i0/slideLayouts/slideLayout3.xml" ContentType="application/vnd.openxmlformats-officedocument.presentationml.slideLayout+xml"/>
  <Override PartName="/ppt/workflow_addition_15_workflow-pptx-k7_h60i0/slideLayouts/slideLayout4.xml" ContentType="application/vnd.openxmlformats-officedocument.presentationml.slideLayout+xml"/>
  <Override PartName="/ppt/workflow_addition_15_workflow-pptx-k7_h60i0/slideLayouts/slideLayout5.xml" ContentType="application/vnd.openxmlformats-officedocument.presentationml.slideLayout+xml"/>
  <Override PartName="/ppt/workflow_addition_15_workflow-pptx-k7_h60i0/slideLayouts/slideLayout6.xml" ContentType="application/vnd.openxmlformats-officedocument.presentationml.slideLayout+xml"/>
  <Override PartName="/ppt/workflow_addition_15_workflow-pptx-k7_h60i0/notesMasters/notesMaster1.xml" ContentType="application/vnd.openxmlformats-officedocument.presentationml.notesMaster+xml"/>
  <Override PartName="/ppt/workflow_addition_15_workflow-pptx-k7_h60i0/notesMasters/theme/theme3.xml" ContentType="application/vnd.openxmlformats-officedocument.theme+xml"/>
  <Override PartName="/ppt/slides/slide16.xml" ContentType="application/vnd.openxmlformats-officedocument.presentationml.slide+xml"/>
  <Override PartName="/ppt/workflow_addition_15_workflow-pptx-k7_h60i0/notesSlides/notesSlide1.xml" ContentType="application/vnd.openxmlformats-officedocument.presentationml.notesSlide+xml"/>
  <Override PartName="/ppt/workflow_addition_16_workflow-pptx-k7_h60i0/slideMasters/slideMaster1.xml" ContentType="application/vnd.openxmlformats-officedocument.presentationml.slideMaster+xml"/>
  <Override PartName="/ppt/workflow_addition_16_workflow-pptx-k7_h60i0/slideMasters/theme/theme2.xml" ContentType="application/vnd.openxmlformats-officedocument.theme+xml"/>
  <Override PartName="/ppt/workflow_addition_16_workflow-pptx-k7_h60i0/slideLayouts/slideLayout1.xml" ContentType="application/vnd.openxmlformats-officedocument.presentationml.slideLayout+xml"/>
  <Override PartName="/ppt/workflow_addition_16_workflow-pptx-k7_h60i0/slideLayouts/slideLayout2.xml" ContentType="application/vnd.openxmlformats-officedocument.presentationml.slideLayout+xml"/>
  <Override PartName="/ppt/workflow_addition_16_workflow-pptx-k7_h60i0/slideLayouts/slideLayout3.xml" ContentType="application/vnd.openxmlformats-officedocument.presentationml.slideLayout+xml"/>
  <Override PartName="/ppt/workflow_addition_16_workflow-pptx-k7_h60i0/slideLayouts/slideLayout4.xml" ContentType="application/vnd.openxmlformats-officedocument.presentationml.slideLayout+xml"/>
  <Override PartName="/ppt/workflow_addition_16_workflow-pptx-k7_h60i0/slideLayouts/slideLayout5.xml" ContentType="application/vnd.openxmlformats-officedocument.presentationml.slideLayout+xml"/>
  <Override PartName="/ppt/workflow_addition_16_workflow-pptx-k7_h60i0/slideLayouts/slideLayout6.xml" ContentType="application/vnd.openxmlformats-officedocument.presentationml.slideLayout+xml"/>
  <Override PartName="/ppt/workflow_addition_16_workflow-pptx-k7_h60i0/notesMasters/notesMaster1.xml" ContentType="application/vnd.openxmlformats-officedocument.presentationml.notesMaster+xml"/>
  <Override PartName="/ppt/workflow_addition_16_workflow-pptx-k7_h60i0/notesMasters/theme/theme3.xml" ContentType="application/vnd.openxmlformats-officedocument.theme+xml"/>
  <Override PartName="/ppt/slides/slide17.xml" ContentType="application/vnd.openxmlformats-officedocument.presentationml.slide+xml"/>
  <Override PartName="/ppt/workflow_addition_16_workflow-pptx-k7_h60i0/slides/charts/chart1.xml" ContentType="application/vnd.openxmlformats-officedocument.drawingml.chart+xml"/>
  <Override PartName="/ppt/workflow_addition_16_workflow-pptx-k7_h60i0/notesSlides/notesSlide1.xml" ContentType="application/vnd.openxmlformats-officedocument.presentationml.notesSlide+xml"/>
  <Override PartName="/ppt/workflow_addition_16_workflow-pptx-k7_h60i0/embeddings/confidence-chart-1.xlsx" ContentType="application/vnd.openxmlformats-officedocument.spreadsheetml.sheet"/>
  <Override PartName="/ppt/tm_heatmap/slideMasters/slideMaster1.xml" ContentType="application/vnd.openxmlformats-officedocument.presentationml.slideMaster+xml"/>
  <Override PartName="/ppt/tm_heatmap/slideMasters/theme/theme2.xml" ContentType="application/vnd.openxmlformats-officedocument.theme+xml"/>
  <Override PartName="/ppt/tm_heatmap/slideLayouts/slideLayout1.xml" ContentType="application/vnd.openxmlformats-officedocument.presentationml.slideLayout+xml"/>
  <Override PartName="/ppt/tm_heatmap/slideLayouts/slideLayout2.xml" ContentType="application/vnd.openxmlformats-officedocument.presentationml.slideLayout+xml"/>
  <Override PartName="/ppt/tm_heatmap/slideLayouts/slideLayout3.xml" ContentType="application/vnd.openxmlformats-officedocument.presentationml.slideLayout+xml"/>
  <Override PartName="/ppt/tm_heatmap/slideLayouts/slideLayout4.xml" ContentType="application/vnd.openxmlformats-officedocument.presentationml.slideLayout+xml"/>
  <Override PartName="/ppt/tm_heatmap/slideLayouts/slideLayout5.xml" ContentType="application/vnd.openxmlformats-officedocument.presentationml.slideLayout+xml"/>
  <Override PartName="/ppt/tm_heatmap/slideLayouts/slideLayout6.xml" ContentType="application/vnd.openxmlformats-officedocument.presentationml.slideLayout+xml"/>
  <Override PartName="/ppt/tm_heatmap/notesMasters/notesMaster1.xml" ContentType="application/vnd.openxmlformats-officedocument.presentationml.notesMaster+xml"/>
  <Override PartName="/ppt/tm_heatmap/notesMasters/theme/theme3.xml" ContentType="application/vnd.openxmlformats-officedocument.theme+xml"/>
  <Override PartName="/ppt/slides/slide18.xml" ContentType="application/vnd.openxmlformats-officedocument.presentationml.slide+xml"/>
  <Override PartName="/ppt/tm_heatmap/notesSlides/notesSlide1.xml" ContentType="application/vnd.openxmlformats-officedocument.presentationml.notesSlide+xml"/>
  <Override PartName="/ppt/workflow_addition_18_workflow-pptx-ldikpxj_/slideMasters/slideMaster1.xml" ContentType="application/vnd.openxmlformats-officedocument.presentationml.slideMaster+xml"/>
  <Override PartName="/ppt/workflow_addition_18_workflow-pptx-ldikpxj_/slideMasters/theme/theme2.xml" ContentType="application/vnd.openxmlformats-officedocument.theme+xml"/>
  <Override PartName="/ppt/workflow_addition_18_workflow-pptx-ldikpxj_/slideLayouts/slideLayout1.xml" ContentType="application/vnd.openxmlformats-officedocument.presentationml.slideLayout+xml"/>
  <Override PartName="/ppt/workflow_addition_18_workflow-pptx-ldikpxj_/slideLayouts/slideLayout2.xml" ContentType="application/vnd.openxmlformats-officedocument.presentationml.slideLayout+xml"/>
  <Override PartName="/ppt/workflow_addition_18_workflow-pptx-ldikpxj_/slideLayouts/slideLayout3.xml" ContentType="application/vnd.openxmlformats-officedocument.presentationml.slideLayout+xml"/>
  <Override PartName="/ppt/workflow_addition_18_workflow-pptx-ldikpxj_/slideLayouts/slideLayout4.xml" ContentType="application/vnd.openxmlformats-officedocument.presentationml.slideLayout+xml"/>
  <Override PartName="/ppt/workflow_addition_18_workflow-pptx-ldikpxj_/slideLayouts/slideLayout5.xml" ContentType="application/vnd.openxmlformats-officedocument.presentationml.slideLayout+xml"/>
  <Override PartName="/ppt/workflow_addition_18_workflow-pptx-ldikpxj_/slideLayouts/slideLayout6.xml" ContentType="application/vnd.openxmlformats-officedocument.presentationml.slideLayout+xml"/>
  <Override PartName="/ppt/workflow_addition_18_workflow-pptx-ldikpxj_/notesMasters/notesMaster1.xml" ContentType="application/vnd.openxmlformats-officedocument.presentationml.notesMaster+xml"/>
  <Override PartName="/ppt/workflow_addition_18_workflow-pptx-ldikpxj_/notesMasters/theme/theme3.xml" ContentType="application/vnd.openxmlformats-officedocument.theme+xml"/>
  <Override PartName="/ppt/slides/slide19.xml" ContentType="application/vnd.openxmlformats-officedocument.presentationml.slide+xml"/>
  <Override PartName="/ppt/workflow_addition_18_workflow-pptx-ldikpxj_/notesSlides/notesSlide1.xml" ContentType="application/vnd.openxmlformats-officedocument.presentationml.notesSlide+xml"/>
  <Default Extension="bin" ContentType="application/vnd.openxmlformats-officedocument.presentationml.printerSettings"/>
  <Default Extension="jpeg" ContentType="image/jpeg"/>
  <Override PartName="/ppt/introduction_title/notesMasters/notesMaster1.xml" ContentType="application/vnd.openxmlformats-officedocument.presentationml.notesMaster+xml"/>
  <Override PartName="/ppt/introduction_title/notesSlides/notesSlide1.xml" ContentType="application/vnd.openxmlformats-officedocument.presentationml.notesSlide+xml"/>
  <Override PartName="/ppt/introduction_title/slideLayouts/slideLayout1.xml" ContentType="application/vnd.openxmlformats-officedocument.presentationml.slideLayout+xml"/>
  <Override PartName="/ppt/introduction_title/slideLayouts/slideLayout10.xml" ContentType="application/vnd.openxmlformats-officedocument.presentationml.slideLayout+xml"/>
  <Override PartName="/ppt/introduction_title/slideLayouts/slideLayout11.xml" ContentType="application/vnd.openxmlformats-officedocument.presentationml.slideLayout+xml"/>
  <Override PartName="/ppt/introduction_title/slideLayouts/slideLayout2.xml" ContentType="application/vnd.openxmlformats-officedocument.presentationml.slideLayout+xml"/>
  <Override PartName="/ppt/introduction_title/slideLayouts/slideLayout3.xml" ContentType="application/vnd.openxmlformats-officedocument.presentationml.slideLayout+xml"/>
  <Override PartName="/ppt/introduction_title/slideLayouts/slideLayout4.xml" ContentType="application/vnd.openxmlformats-officedocument.presentationml.slideLayout+xml"/>
  <Override PartName="/ppt/introduction_title/slideLayouts/slideLayout5.xml" ContentType="application/vnd.openxmlformats-officedocument.presentationml.slideLayout+xml"/>
  <Override PartName="/ppt/introduction_title/slideLayouts/slideLayout6.xml" ContentType="application/vnd.openxmlformats-officedocument.presentationml.slideLayout+xml"/>
  <Override PartName="/ppt/introduction_title/slideLayouts/slideLayout7.xml" ContentType="application/vnd.openxmlformats-officedocument.presentationml.slideLayout+xml"/>
  <Override PartName="/ppt/introduction_title/slideLayouts/slideLayout8.xml" ContentType="application/vnd.openxmlformats-officedocument.presentationml.slideLayout+xml"/>
  <Override PartName="/ppt/introduction_title/slideLayouts/slideLayout9.xml" ContentType="application/vnd.openxmlformats-officedocument.presentationml.slideLayout+xml"/>
  <Override PartName="/ppt/introduction_title/slideMasters/slideMaster1.xml" ContentType="application/vnd.openxmlformats-officedocument.presentationml.slideMaster+xml"/>
  <Override PartName="/ppt/slides/slide20.xml" ContentType="application/vnd.openxmlformats-officedocument.presentationml.slide+xml"/>
  <Override PartName="/ppt/introduction_title/theme/theme1.xml" ContentType="application/vnd.openxmlformats-officedocument.theme+xml"/>
  <Override PartName="/ppt/introduction_title/theme/theme2.xml" ContentType="application/vnd.openxmlformats-officedocument.theme+xml"/>
  <Override PartName="/ppt/introduction_methodology/notesMasters/notesMaster1.xml" ContentType="application/vnd.openxmlformats-officedocument.presentationml.notesMaster+xml"/>
  <Override PartName="/ppt/introduction_methodology/notesSlides/notesSlide1.xml" ContentType="application/vnd.openxmlformats-officedocument.presentationml.notesSlide+xml"/>
  <Override PartName="/ppt/introduction_methodology/slideLayouts/slideLayout1.xml" ContentType="application/vnd.openxmlformats-officedocument.presentationml.slideLayout+xml"/>
  <Override PartName="/ppt/introduction_methodology/slideLayouts/slideLayout10.xml" ContentType="application/vnd.openxmlformats-officedocument.presentationml.slideLayout+xml"/>
  <Override PartName="/ppt/introduction_methodology/slideLayouts/slideLayout11.xml" ContentType="application/vnd.openxmlformats-officedocument.presentationml.slideLayout+xml"/>
  <Override PartName="/ppt/introduction_methodology/slideLayouts/slideLayout2.xml" ContentType="application/vnd.openxmlformats-officedocument.presentationml.slideLayout+xml"/>
  <Override PartName="/ppt/introduction_methodology/slideLayouts/slideLayout3.xml" ContentType="application/vnd.openxmlformats-officedocument.presentationml.slideLayout+xml"/>
  <Override PartName="/ppt/introduction_methodology/slideLayouts/slideLayout4.xml" ContentType="application/vnd.openxmlformats-officedocument.presentationml.slideLayout+xml"/>
  <Override PartName="/ppt/introduction_methodology/slideLayouts/slideLayout5.xml" ContentType="application/vnd.openxmlformats-officedocument.presentationml.slideLayout+xml"/>
  <Override PartName="/ppt/introduction_methodology/slideLayouts/slideLayout6.xml" ContentType="application/vnd.openxmlformats-officedocument.presentationml.slideLayout+xml"/>
  <Override PartName="/ppt/introduction_methodology/slideLayouts/slideLayout7.xml" ContentType="application/vnd.openxmlformats-officedocument.presentationml.slideLayout+xml"/>
  <Override PartName="/ppt/introduction_methodology/slideLayouts/slideLayout8.xml" ContentType="application/vnd.openxmlformats-officedocument.presentationml.slideLayout+xml"/>
  <Override PartName="/ppt/introduction_methodology/slideLayouts/slideLayout9.xml" ContentType="application/vnd.openxmlformats-officedocument.presentationml.slideLayout+xml"/>
  <Override PartName="/ppt/introduction_methodology/slideMasters/slideMaster1.xml" ContentType="application/vnd.openxmlformats-officedocument.presentationml.slideMaster+xml"/>
  <Override PartName="/ppt/slides/slide21.xml" ContentType="application/vnd.openxmlformats-officedocument.presentationml.slide+xml"/>
  <Override PartName="/ppt/introduction_methodology/theme/theme1.xml" ContentType="application/vnd.openxmlformats-officedocument.theme+xml"/>
  <Override PartName="/ppt/introduction_methodology/theme/theme2.xml" ContentType="application/vnd.openxmlformats-officedocument.theme+xml"/>
  <Override PartName="/ppt/tm_group_21/notesMasters/notesMaster1.xml" ContentType="application/vnd.openxmlformats-officedocument.presentationml.notesMaster+xml"/>
  <Override PartName="/ppt/tm_group_21/notesSlides/notesSlide1.xml" ContentType="application/vnd.openxmlformats-officedocument.presentationml.notesSlide+xml"/>
  <Override PartName="/ppt/tm_group_21/slideLayouts/slideLayout1.xml" ContentType="application/vnd.openxmlformats-officedocument.presentationml.slideLayout+xml"/>
  <Override PartName="/ppt/tm_group_21/slideLayouts/slideLayout10.xml" ContentType="application/vnd.openxmlformats-officedocument.presentationml.slideLayout+xml"/>
  <Override PartName="/ppt/tm_group_21/slideLayouts/slideLayout11.xml" ContentType="application/vnd.openxmlformats-officedocument.presentationml.slideLayout+xml"/>
  <Override PartName="/ppt/tm_group_21/slideLayouts/slideLayout2.xml" ContentType="application/vnd.openxmlformats-officedocument.presentationml.slideLayout+xml"/>
  <Override PartName="/ppt/tm_group_21/slideLayouts/slideLayout3.xml" ContentType="application/vnd.openxmlformats-officedocument.presentationml.slideLayout+xml"/>
  <Override PartName="/ppt/tm_group_21/slideLayouts/slideLayout4.xml" ContentType="application/vnd.openxmlformats-officedocument.presentationml.slideLayout+xml"/>
  <Override PartName="/ppt/tm_group_21/slideLayouts/slideLayout5.xml" ContentType="application/vnd.openxmlformats-officedocument.presentationml.slideLayout+xml"/>
  <Override PartName="/ppt/tm_group_21/slideLayouts/slideLayout6.xml" ContentType="application/vnd.openxmlformats-officedocument.presentationml.slideLayout+xml"/>
  <Override PartName="/ppt/tm_group_21/slideLayouts/slideLayout7.xml" ContentType="application/vnd.openxmlformats-officedocument.presentationml.slideLayout+xml"/>
  <Override PartName="/ppt/tm_group_21/slideLayouts/slideLayout8.xml" ContentType="application/vnd.openxmlformats-officedocument.presentationml.slideLayout+xml"/>
  <Override PartName="/ppt/tm_group_21/slideLayouts/slideLayout9.xml" ContentType="application/vnd.openxmlformats-officedocument.presentationml.slideLayout+xml"/>
  <Override PartName="/ppt/tm_group_21/slideMasters/slideMaster1.xml" ContentType="application/vnd.openxmlformats-officedocument.presentationml.slideMaster+xml"/>
  <Override PartName="/ppt/slides/slide22.xml" ContentType="application/vnd.openxmlformats-officedocument.presentationml.slide+xml"/>
  <Override PartName="/ppt/tm_group_21/theme/theme1.xml" ContentType="application/vnd.openxmlformats-officedocument.theme+xml"/>
  <Override PartName="/ppt/tm_group_21/theme/theme2.xml" ContentType="application/vnd.openxmlformats-officedocument.theme+xml"/>
  <Override PartName="/ppt/pooled_animation_1/slideMasters/slideMaster1.xml" ContentType="application/vnd.openxmlformats-officedocument.presentationml.slideMaster+xml"/>
  <Override PartName="/ppt/pooled_animation_1/slideMasters/theme/theme2.xml" ContentType="application/vnd.openxmlformats-officedocument.theme+xml"/>
  <Override PartName="/ppt/pooled_animation_1/slideLayouts/slideLayout1.xml" ContentType="application/vnd.openxmlformats-officedocument.presentationml.slideLayout+xml"/>
  <Override PartName="/ppt/pooled_animation_1/slideLayouts/slideLayout2.xml" ContentType="application/vnd.openxmlformats-officedocument.presentationml.slideLayout+xml"/>
  <Override PartName="/ppt/pooled_animation_1/slideLayouts/slideLayout3.xml" ContentType="application/vnd.openxmlformats-officedocument.presentationml.slideLayout+xml"/>
  <Override PartName="/ppt/pooled_animation_1/slideLayouts/slideLayout4.xml" ContentType="application/vnd.openxmlformats-officedocument.presentationml.slideLayout+xml"/>
  <Override PartName="/ppt/pooled_animation_1/slideLayouts/slideLayout5.xml" ContentType="application/vnd.openxmlformats-officedocument.presentationml.slideLayout+xml"/>
  <Override PartName="/ppt/pooled_animation_1/slideLayouts/slideLayout6.xml" ContentType="application/vnd.openxmlformats-officedocument.presentationml.slideLayout+xml"/>
  <Override PartName="/ppt/pooled_animation_1/notesMasters/notesMaster1.xml" ContentType="application/vnd.openxmlformats-officedocument.presentationml.notesMaster+xml"/>
  <Override PartName="/ppt/pooled_animation_1/notesMasters/theme/theme3.xml" ContentType="application/vnd.openxmlformats-officedocument.theme+xml"/>
  <Override PartName="/ppt/slides/slide23.xml" ContentType="application/vnd.openxmlformats-officedocument.presentationml.slide+xml"/>
  <Override PartName="/ppt/pooled_animation_1/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61a49fef5a4873" /><Relationship Type="http://schemas.openxmlformats.org/officeDocument/2006/relationships/extended-properties" Target="/docProps/app.xml" Id="R50c98e98d9d4401f" /><Relationship Type="http://schemas.openxmlformats.org/officeDocument/2006/relationships/officeDocument" Target="/ppt/presentation.xml" Id="R6d6517de91224934" /></Relationships>
</file>

<file path=ppt/presentation.xml><?xml version="1.0" encoding="utf-8"?>
<p:presentation xmlns:p="http://schemas.openxmlformats.org/presentationml/2006/main" xmlns:r="http://schemas.openxmlformats.org/officeDocument/2006/relationships">
  <p:sldMasterIdLst>
    <p:sldMasterId id="2147483648" r:id="R306d0c7a06fa4130"/>
    <p:sldMasterId r:id="rIdTMHeatmapMaster15_7" id="2147483649"/>
    <p:sldMasterId r:id="rIdTMHeatmapMaster15_9" id="2147483650"/>
    <p:sldMasterId r:id="rIdTMHeatmapMaster16_8" id="2147483651"/>
    <p:sldMasterId r:id="rIdTMHeatmapMaster17_6" id="2147483652"/>
    <p:sldMasterId r:id="rIdTMHeatmapMaster18_9" id="2147483653"/>
    <p:sldMasterId r:id="rIdTMHeatmapMaster19_6" id="2147483654"/>
    <p:sldMasterId r:id="rIdTMHeatmapMaster20_6" id="2147483655"/>
    <p:sldMasterId r:id="rIdTMHeatmapMaster21_7" id="2147483656"/>
    <p:sldMasterId r:id="rIdTMHeatmapMaster22_8" id="2147483657"/>
  </p:sldMasterIdLst>
  <p:notesMasterIdLst>
    <p:notesMasterId r:id="R3494ffd21cc54f05"/>
  </p:notesMasterIdLst>
  <p:sldIdLst>
    <p:sldId r:id="rIdTMHeatmap19" id="275"/>
    <p:sldId r:id="rIdTMHeatmap20" id="276"/>
    <p:sldId id="256" r:id="Rd29de4a22afd4bbd"/>
    <p:sldId r:id="rIdTMHeatmap15" id="270"/>
    <p:sldId id="258" r:id="R4177ee35ab4a480c"/>
    <p:sldId id="259" r:id="Re406aac750c64fc1"/>
    <p:sldId id="260" r:id="R1dda2baae0e14212"/>
    <p:sldId id="261" r:id="R4eecaad6767746b2"/>
    <p:sldId id="262" r:id="Rebd2e0e57c7540b5"/>
    <p:sldId id="263" r:id="R7956ca3633ff4474"/>
    <p:sldId id="264" r:id="R4b0f472657324a86"/>
    <p:sldId id="265" r:id="R702fda3c603a47ed"/>
    <p:sldId id="266" r:id="Rd43e19d7682b4c36"/>
    <p:sldId id="267" r:id="R5e83544fb6b9404e"/>
    <p:sldId id="268" r:id="R954cf04d1dc64402"/>
    <p:sldId id="269" r:id="Re1ffc7e7a166482e"/>
    <p:sldId r:id="rIdTMHeatmap15Added" id="271"/>
    <p:sldId r:id="rIdTMHeatmap16" id="272"/>
    <p:sldId r:id="rIdTMHeatmap17" id="273"/>
    <p:sldId r:id="rIdTMHeatmap18" id="274"/>
    <p:sldId r:id="rIdTMHeatmap21" id="277"/>
    <p:sldId r:id="rIdTMHeatmap22" id="2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8729aa5a272c43f0" /><Relationship Type="http://schemas.openxmlformats.org/officeDocument/2006/relationships/slideMaster" Target="/ppt/slideMasters/slideMaster1.xml" Id="R306d0c7a06fa4130" /><Relationship Type="http://schemas.openxmlformats.org/officeDocument/2006/relationships/notesMaster" Target="/ppt/notesMasters/notesMaster1.xml" Id="R3494ffd21cc54f05" /><Relationship Type="http://schemas.openxmlformats.org/officeDocument/2006/relationships/presProps" Target="/ppt/presProps.xml" Id="Rc15ba0c971c64672" /><Relationship Type="http://schemas.openxmlformats.org/officeDocument/2006/relationships/tableStyles" Target="/ppt/tableStyles.xml" Id="R6035fb44a4db4f9e" /><Relationship Type="http://schemas.openxmlformats.org/officeDocument/2006/relationships/slide" Target="/ppt/slides/slide1.xml" Id="Rd29de4a22afd4bbd" /><Relationship Type="http://schemas.openxmlformats.org/officeDocument/2006/relationships/slide" Target="/ppt/slides/slide2.xml" Id="R486863d30b124d0d" /><Relationship Type="http://schemas.openxmlformats.org/officeDocument/2006/relationships/slide" Target="/ppt/slides/slide3.xml" Id="R4177ee35ab4a480c" /><Relationship Type="http://schemas.openxmlformats.org/officeDocument/2006/relationships/slide" Target="/ppt/slides/slide4.xml" Id="Re406aac750c64fc1" /><Relationship Type="http://schemas.openxmlformats.org/officeDocument/2006/relationships/slide" Target="/ppt/slides/slide5.xml" Id="R1dda2baae0e14212" /><Relationship Type="http://schemas.openxmlformats.org/officeDocument/2006/relationships/slide" Target="/ppt/slides/slide6.xml" Id="R4eecaad6767746b2" /><Relationship Type="http://schemas.openxmlformats.org/officeDocument/2006/relationships/slide" Target="/ppt/slides/slide7.xml" Id="Rebd2e0e57c7540b5" /><Relationship Type="http://schemas.openxmlformats.org/officeDocument/2006/relationships/slide" Target="/ppt/slides/slide8.xml" Id="R7956ca3633ff4474" /><Relationship Type="http://schemas.openxmlformats.org/officeDocument/2006/relationships/slide" Target="/ppt/slides/slide9.xml" Id="R4b0f472657324a86" /><Relationship Type="http://schemas.openxmlformats.org/officeDocument/2006/relationships/slide" Target="/ppt/slides/slide10.xml" Id="R702fda3c603a47ed" /><Relationship Type="http://schemas.openxmlformats.org/officeDocument/2006/relationships/slide" Target="/ppt/slides/slide11.xml" Id="Rd43e19d7682b4c36" /><Relationship Type="http://schemas.openxmlformats.org/officeDocument/2006/relationships/slide" Target="/ppt/slides/slide12.xml" Id="R5e83544fb6b9404e" /><Relationship Type="http://schemas.openxmlformats.org/officeDocument/2006/relationships/slide" Target="/ppt/slides/slide13.xml" Id="R954cf04d1dc64402" /><Relationship Type="http://schemas.openxmlformats.org/officeDocument/2006/relationships/slide" Target="/ppt/slides/slide14.xml" Id="Re1ffc7e7a166482e" /><Relationship Id="rIdTMHeatmap15" Type="http://schemas.openxmlformats.org/officeDocument/2006/relationships/slide" Target="slides/slide15.xml" /><Relationship Id="rIdTMHeatmapMaster15_7" Type="http://schemas.openxmlformats.org/officeDocument/2006/relationships/slideMaster" Target="domain_variance/slideMasters/slideMaster1.xml" /><Relationship Id="rIdTMHeatmap15Added" Type="http://schemas.openxmlformats.org/officeDocument/2006/relationships/slide" Target="slides/slide16.xml" /><Relationship Id="rIdTMHeatmapMaster15_9" Type="http://schemas.openxmlformats.org/officeDocument/2006/relationships/slideMaster" Target="workflow_addition_15_workflow-pptx-k7_h60i0/slideMasters/slideMaster1.xml" /><Relationship Id="rIdTMHeatmap16" Type="http://schemas.openxmlformats.org/officeDocument/2006/relationships/slide" Target="slides/slide17.xml" /><Relationship Id="rIdTMHeatmapMaster16_8" Type="http://schemas.openxmlformats.org/officeDocument/2006/relationships/slideMaster" Target="workflow_addition_16_workflow-pptx-k7_h60i0/slideMasters/slideMaster1.xml" /><Relationship Id="rIdTMHeatmap17" Type="http://schemas.openxmlformats.org/officeDocument/2006/relationships/slide" Target="slides/slide18.xml" /><Relationship Id="rIdTMHeatmapMaster17_6" Type="http://schemas.openxmlformats.org/officeDocument/2006/relationships/slideMaster" Target="tm_heatmap/slideMasters/slideMaster1.xml" /><Relationship Id="rIdTMHeatmap18" Type="http://schemas.openxmlformats.org/officeDocument/2006/relationships/slide" Target="slides/slide19.xml" /><Relationship Id="rIdTMHeatmapMaster18_9" Type="http://schemas.openxmlformats.org/officeDocument/2006/relationships/slideMaster" Target="workflow_addition_18_workflow-pptx-ldikpxj_/slideMasters/slideMaster1.xml" /><Relationship Id="rIdTMHeatmap19" Type="http://schemas.openxmlformats.org/officeDocument/2006/relationships/slide" Target="slides/slide20.xml" /><Relationship Id="rIdTMHeatmapMaster19_6" Type="http://schemas.openxmlformats.org/officeDocument/2006/relationships/slideMaster" Target="introduction_title/slideMasters/slideMaster1.xml" /><Relationship Id="rIdTMHeatmap20" Type="http://schemas.openxmlformats.org/officeDocument/2006/relationships/slide" Target="slides/slide21.xml" /><Relationship Id="rIdTMHeatmapMaster20_6" Type="http://schemas.openxmlformats.org/officeDocument/2006/relationships/slideMaster" Target="introduction_methodology/slideMasters/slideMaster1.xml" /><Relationship Id="rIdTMHeatmap21" Type="http://schemas.openxmlformats.org/officeDocument/2006/relationships/slide" Target="slides/slide22.xml" /><Relationship Id="rIdTMHeatmapMaster21_7" Type="http://schemas.openxmlformats.org/officeDocument/2006/relationships/slideMaster" Target="tm_group_21/slideMasters/slideMaster1.xml" /><Relationship Id="rIdTMHeatmap22" Type="http://schemas.openxmlformats.org/officeDocument/2006/relationships/slide" Target="slides/slide23.xml" /><Relationship Id="rIdTMHeatmapMaster22_8" Type="http://schemas.openxmlformats.org/officeDocument/2006/relationships/slideMaster" Target="pooled_animation_1/slideMasters/slideMaster1.xml" /></Relationships>
</file>

<file path=ppt/domain_variance/notesMasters/_rels/notesMaster1.xml.rels><?xml version='1.0' encoding='utf-8'?>
<Relationships xmlns="http://schemas.openxmlformats.org/package/2006/relationships"><Relationship Type="http://schemas.openxmlformats.org/officeDocument/2006/relationships/theme" Target="theme/theme3.xml" Id="R7ccc7c2895c74a6c" /></Relationships>
</file>

<file path=ppt/domain_variance/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domain_variance/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domain_variance/notesSlides/_rels/notesSlide1.xml.rels><?xml version='1.0' encoding='utf-8'?>
<Relationships xmlns="http://schemas.openxmlformats.org/package/2006/relationships"><Relationship Type="http://schemas.openxmlformats.org/officeDocument/2006/relationships/slide" Target="../../slides/slide15.xml" Id="R8c00587bf2a844a8" /><Relationship Type="http://schemas.openxmlformats.org/officeDocument/2006/relationships/notesMaster" Target="../notesMasters/notesMaster1.xml" Id="R45f77d4ce80f4588" /></Relationships>
</file>

<file path=ppt/domain_variance/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annotated variance evidence</a:t>
            </a:r>
          </a:p>
          <a:p xmlns:a="http://schemas.openxmlformats.org/drawingml/2006/main">
            <a:r>
              <a:t>Figure 2. Variance of Cα distances between shared residues across the model ensemble. Colored outlines and membership strips delineate the detected rigid cores, including discontinuous sequence 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domain_variance/slideLayouts/_rels/slideLayout1.xml.rels><?xml version='1.0' encoding='utf-8'?>
<Relationships xmlns="http://schemas.openxmlformats.org/package/2006/relationships"><Relationship Type="http://schemas.openxmlformats.org/officeDocument/2006/relationships/slideMaster" Target="../slideMasters/slideMaster1.xml" Id="R0eee61b6216b476a" /></Relationships>
</file>

<file path=ppt/domain_variance/slideLayouts/_rels/slideLayout2.xml.rels><?xml version='1.0' encoding='utf-8'?>
<Relationships xmlns="http://schemas.openxmlformats.org/package/2006/relationships"><Relationship Type="http://schemas.openxmlformats.org/officeDocument/2006/relationships/slideMaster" Target="../slideMasters/slideMaster1.xml" Id="Rfac71578aa244a79" /></Relationships>
</file>

<file path=ppt/domain_variance/slideLayouts/_rels/slideLayout3.xml.rels><?xml version='1.0' encoding='utf-8'?>
<Relationships xmlns="http://schemas.openxmlformats.org/package/2006/relationships"><Relationship Type="http://schemas.openxmlformats.org/officeDocument/2006/relationships/slideMaster" Target="../slideMasters/slideMaster1.xml" Id="Rac95ca87fe5f4a50" /></Relationships>
</file>

<file path=ppt/domain_variance/slideLayouts/_rels/slideLayout4.xml.rels><?xml version='1.0' encoding='utf-8'?>
<Relationships xmlns="http://schemas.openxmlformats.org/package/2006/relationships"><Relationship Type="http://schemas.openxmlformats.org/officeDocument/2006/relationships/slideMaster" Target="../slideMasters/slideMaster1.xml" Id="R3edb16e6c53e4f91" /></Relationships>
</file>

<file path=ppt/domain_variance/slideLayouts/_rels/slideLayout5.xml.rels><?xml version='1.0' encoding='utf-8'?>
<Relationships xmlns="http://schemas.openxmlformats.org/package/2006/relationships"><Relationship Type="http://schemas.openxmlformats.org/officeDocument/2006/relationships/slideMaster" Target="../slideMasters/slideMaster1.xml" Id="Ra4b030f3821f4d95" /></Relationships>
</file>

<file path=ppt/domain_variance/slideLayouts/_rels/slideLayout6.xml.rels><?xml version='1.0' encoding='utf-8'?>
<Relationships xmlns="http://schemas.openxmlformats.org/package/2006/relationships"><Relationship Type="http://schemas.openxmlformats.org/officeDocument/2006/relationships/slideMaster" Target="../slideMasters/slideMaster1.xml" Id="R2737c4457399476d" /></Relationships>
</file>

<file path=ppt/domain_variance/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012659-21BA-49D2-A994-2331133AFE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DEEE7B-24EF-4330-8D20-88C9F27AD8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F3F63F-224A-4386-8B7D-2918D99EE4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domain_variance/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307D2A-67C6-48FA-8117-E9E385A833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DB769F-AF47-4439-B101-D5F20D6C20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DCA75D8-F787-4601-BBC0-D900580B2F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5B8BA8-D242-4D83-9E76-D64B947518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B004E5-8C76-4FBE-8B92-D437C193DC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860990-A9F1-4D92-B6B4-B30ED64C21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7A9ADF-D045-4291-B580-FC512C9331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domain_variance/slideMasters/_rels/slideMaster1.xml.rels><?xml version='1.0' encoding='utf-8'?>
<Relationships xmlns="http://schemas.openxmlformats.org/package/2006/relationships"><Relationship Type="http://schemas.openxmlformats.org/officeDocument/2006/relationships/theme" Target="theme/theme2.xml" Id="R4c909807dad740cf" /><Relationship Type="http://schemas.openxmlformats.org/officeDocument/2006/relationships/slideLayout" Target="../slideLayouts/slideLayout1.xml" Id="Rbb392fc3d2354aab" /><Relationship Type="http://schemas.openxmlformats.org/officeDocument/2006/relationships/slideLayout" Target="../slideLayouts/slideLayout2.xml" Id="R25ea3488857a4831" /><Relationship Type="http://schemas.openxmlformats.org/officeDocument/2006/relationships/slideLayout" Target="../slideLayouts/slideLayout3.xml" Id="R14f44c27ff7b49ee" /><Relationship Type="http://schemas.openxmlformats.org/officeDocument/2006/relationships/slideLayout" Target="../slideLayouts/slideLayout4.xml" Id="R7cf6a310d2084276" /><Relationship Type="http://schemas.openxmlformats.org/officeDocument/2006/relationships/slideLayout" Target="../slideLayouts/slideLayout5.xml" Id="R47f09c7893cc4494" /><Relationship Type="http://schemas.openxmlformats.org/officeDocument/2006/relationships/slideLayout" Target="../slideLayouts/slideLayout6.xml" Id="Rdb77ae990723452e" /></Relationships>
</file>

<file path=ppt/domain_variance/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392fc3d2354aab"/>
    <p:sldLayoutId xmlns:r="http://schemas.openxmlformats.org/officeDocument/2006/relationships" id="2147483650" r:id="R25ea3488857a4831"/>
    <p:sldLayoutId xmlns:r="http://schemas.openxmlformats.org/officeDocument/2006/relationships" id="2147483651" r:id="R14f44c27ff7b49ee"/>
    <p:sldLayoutId xmlns:r="http://schemas.openxmlformats.org/officeDocument/2006/relationships" id="2147483652" r:id="R7cf6a310d2084276"/>
    <p:sldLayoutId xmlns:r="http://schemas.openxmlformats.org/officeDocument/2006/relationships" id="2147483653" r:id="R47f09c7893cc4494"/>
    <p:sldLayoutId xmlns:r="http://schemas.openxmlformats.org/officeDocument/2006/relationships" id="2147483654" r:id="Rdb77ae99072345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domain_variance/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introduction_methodology/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methodology/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methodology/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introduction_methodology/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"SR215 bmr6366 largest child", "comparison": "AFCluster vs AFSample2 vs AFSample3 vs BioEMU vs MD", "sampling_provenance": {"methods": {"AFCluster": 418, "AFSample2": 980, "AFSample3": 998, "BioEMU": 1990, "MD": 994}, "unassigned_or_reference_count": 4740, "source": "Exact clustering membership and configured model_origin rules"}, "sections": [{"title": "Sampling methods analyzed", "x": 48, "y": 88, "lines": [[["AFCluster", null], [": 418 analyzed models.", null]], [["AFSample2", "https://github.com/wallnerlab/AFsample2"], [": 980 analyzed models.", null]], [["AFSample3", "https://github.com/wallnerlab/afsample3/tree/507e8fd492379cb3996d1ba2e04794e8ce2191df"], [": 998 analyzed models.", null]], [["BioEMU", "https://github.com/microsoft/bioemu"], [": 1,990 analyzed models.", null]], [["MD", null], [": 994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[["15 representatives; 14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methodology/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methodology/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methodology/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methodology/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methodology/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methodology/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methodology/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methodology/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methodology/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methodology/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methodology/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methodology/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methodology/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methodology/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methodology/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title/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title/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introduction_title/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"SR215 bmr6366 largest child", "comparison": "AFCluster vs AFSample2 vs AFSample3 vs BioEMU vs MD", "sampling_provenance": {"methods": {"AFCluster": 418, "AFSample2": 980, "AFSample3": 998, "BioEMU": 1990, "MD": 994}, "unassigned_or_reference_count": 4740, "source": "Exact clustering membership and configured model_origin rules"}, "sections": [{"title": "Sampling methods analyzed", "x": 48, "y": 88, "lines": [[["AFCluster", null], [": 418 analyzed models.", null]], [["AFSample2", "https://github.com/wallnerlab/AFsample2"], [": 980 analyzed models.", null]], [["AFSample3", "https://github.com/wallnerlab/afsample3/tree/507e8fd492379cb3996d1ba2e04794e8ce2191df"], [": 998 analyzed models.", null]], [["BioEMU", "https://github.com/microsoft/bioemu"], [": 1,990 analyzed models.", null]], [["MD", null], [": 994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[["15 representatives; 14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title/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titl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titl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titl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titl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titl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titl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titl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titl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titl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titl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title/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titl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title/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20dbb12972e448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836e848a994cfb" /><Relationship Type="http://schemas.openxmlformats.org/officeDocument/2006/relationships/notesMaster" Target="/ppt/notesMasters/notesMaster1.xml" Id="Rd88861cf22dc43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23999ab9184f12" /><Relationship Type="http://schemas.openxmlformats.org/officeDocument/2006/relationships/notesMaster" Target="/ppt/notesMasters/notesMaster1.xml" Id="R04afb277fe5a45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a43dfe10774aea" /><Relationship Type="http://schemas.openxmlformats.org/officeDocument/2006/relationships/notesMaster" Target="/ppt/notesMasters/notesMaster1.xml" Id="Re80e0b9f0ace49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05e7459e264922" /><Relationship Type="http://schemas.openxmlformats.org/officeDocument/2006/relationships/notesMaster" Target="/ppt/notesMasters/notesMaster1.xml" Id="R36a75221575045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db2e9031b7464f" /><Relationship Type="http://schemas.openxmlformats.org/officeDocument/2006/relationships/notesMaster" Target="/ppt/notesMasters/notesMaster1.xml" Id="Ra2ca0b21cc9b4c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8469acd39942eb" /><Relationship Type="http://schemas.openxmlformats.org/officeDocument/2006/relationships/notesMaster" Target="/ppt/notesMasters/notesMaster1.xml" Id="Rb321344d0fe945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7222f172d849b7" /><Relationship Type="http://schemas.openxmlformats.org/officeDocument/2006/relationships/notesMaster" Target="/ppt/notesMasters/notesMaster1.xml" Id="R91c1055e448b4f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0bd9f0e0b44b24" /><Relationship Type="http://schemas.openxmlformats.org/officeDocument/2006/relationships/notesMaster" Target="/ppt/notesMasters/notesMaster1.xml" Id="R810b80d841f94b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8ed6f380dd4dc6" /><Relationship Type="http://schemas.openxmlformats.org/officeDocument/2006/relationships/notesMaster" Target="/ppt/notesMasters/notesMaster1.xml" Id="R448ddddf79bb42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3548a86fd3473e" /><Relationship Type="http://schemas.openxmlformats.org/officeDocument/2006/relationships/notesMaster" Target="/ppt/notesMasters/notesMaster1.xml" Id="R8ccbbfeb878846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af06f1197042a5" /><Relationship Type="http://schemas.openxmlformats.org/officeDocument/2006/relationships/notesMaster" Target="/ppt/notesMasters/notesMaster1.xml" Id="R948c90acd2fd48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902494aa504a88" /><Relationship Type="http://schemas.openxmlformats.org/officeDocument/2006/relationships/notesMaster" Target="/ppt/notesMasters/notesMaster1.xml" Id="R8702bd131bec46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e6c59e80f8407c" /><Relationship Type="http://schemas.openxmlformats.org/officeDocument/2006/relationships/notesMaster" Target="/ppt/notesMasters/notesMaster1.xml" Id="R0f5d4e47efb84e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b73fc9680e4cf5" /><Relationship Type="http://schemas.openxmlformats.org/officeDocument/2006/relationships/notesMaster" Target="/ppt/notesMasters/notesMaster1.xml" Id="R1f6c69760c5d45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visualize_distogram/median_matrix.png</a:t>
            </a:r>
          </a:p>
          <a:p xmlns:a="http://schemas.openxmlformats.org/drawingml/2006/main">
            <a:r>
              <a:t>Figure 1. Median Cα distance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visualize_distogram/variance_matrix.png</a:t>
            </a:r>
          </a:p>
          <a:p xmlns:a="http://schemas.openxmlformats.org/drawingml/2006/main">
            <a:r>
              <a:t>Figure 2. Variance of Cα distances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[{"scheme_key":"db_mean_plddt","scheme_name":"&lt;pLDDT&gt;","image":"[private source path] &lt;pLDDT&gt;","width":1134,"height":1000},{"scheme_key":"db_ptm","scheme_name":"pTM","image":"[private source path] pTM","width":1142,"height":1000}]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clustering/pca/pca_db_tm_colabfold12_rank1_chainA_res5_95_2c023cd6.png</a:t>
            </a:r>
          </a:p>
          <a:p xmlns:a="http://schemas.openxmlformats.org/drawingml/2006/main">
            <a:r>
              <a:t>Figure 4. PCA embedding of shared-residue distograms, colored by TM to ColabFold 12mer rank 1 chain A (5–95).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clustering/pca/pca_dbcat_ais_method_ae4ac7fd.png</a:t>
            </a:r>
          </a:p>
          <a:p xmlns:a="http://schemas.openxmlformats.org/drawingml/2006/main">
            <a:r>
              <a:t>Figure 5. PCA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[{"scheme_key":"workflow_umap_knn_clusters","scheme_name":"Child clusters within Cluster 1","image":"[private source path] Cluster labels","width":1913,"height":1119},{"scheme_key":"config::model_origin","scheme_name":"Model Origin","image":"[private source path] Model types","width":1757,"height":1119,"model_type_gif":"[private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[{"scheme_key":"db_mean_plddt","scheme_name":"&lt;pLDDT&gt;","image":"[private source path] &lt;pLDDT&gt;","width":1090,"height":1000},{"scheme_key":"db_ptm","scheme_name":"pTM","image":"[private source path] pTM","width":1098,"height":1000}]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clustering/umap/umap_db_tm_colabfold12_rank1_chainA_res5_95_2c023cd6.png</a:t>
            </a:r>
          </a:p>
          <a:p xmlns:a="http://schemas.openxmlformats.org/drawingml/2006/main">
            <a:r>
              <a:t>Figure 8. UMAP embedding of shared-residue distograms, colored by TM to ColabFold 12mer rank 1 chain A (5–95).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clustering/umap/umap_dbcat_ais_method_ae4ac7fd.png</a:t>
            </a:r>
          </a:p>
          <a:p xmlns:a="http://schemas.openxmlformats.org/drawingml/2006/main">
            <a:r>
              <a:t>Figure 9. UMAP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[{"scheme_key":"workflow_umap_knn_clusters","scheme_name":"Child clusters within Cluster 1","image":"[private source path] Cluster labels","width":1876,"height":1119},{"scheme_key":"config::model_origin","scheme_name":"Model Origin","image":"[private source path] Model types","width":1720,"height":1119,"model_type_gif":"[private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[{"scheme_key":"db_mean_plddt","scheme_name":"&lt;pLDDT&gt;","image":"[private source path] &lt;pLDDT&gt;","width":1115,"height":1000},{"scheme_key":"db_ptm","scheme_name":"pTM","image":"[private source path] pTM","width":1123,"height":1000}]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clustering/tsne/tsne_db_tm_colabfold12_rank1_chainA_res5_95_2c023cd6.png</a:t>
            </a:r>
          </a:p>
          <a:p xmlns:a="http://schemas.openxmlformats.org/drawingml/2006/main">
            <a:r>
              <a:t>Figure 12. t-SNE embedding of shared-residue distograms, colored by TM to ColabFold 12mer rank 1 chain A (5–95).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SR215_bmr6366_largest_child</a:t>
            </a:r>
          </a:p>
          <a:p xmlns:a="http://schemas.openxmlformats.org/drawingml/2006/main">
            <a:r>
              <a:t>Source figure: clustering/tsne/tsne_dbcat_ais_method_ae4ac7fd.png</a:t>
            </a:r>
          </a:p>
          <a:p xmlns:a="http://schemas.openxmlformats.org/drawingml/2006/main">
            <a:r>
              <a:t>Figure 13. t-SNE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Confidence panels: [{"scheme_key":"workflow_umap_knn_clusters","scheme_name":"Child clusters within Cluster 1","image":"[private source path] Cluster labels","width":1897,"height":1119},{"scheme_key":"config::model_origin","scheme_name":"Model Origin","image":"[private source path] Model types","width":1741,"height":1119,"model_type_gif":"[private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notesMasters/_rels/notesMaster1.xml.rels><?xml version='1.0' encoding='utf-8'?>
<Relationships xmlns="http://schemas.openxmlformats.org/package/2006/relationships"><Relationship Type="http://schemas.openxmlformats.org/officeDocument/2006/relationships/theme" Target="theme/theme3.xml" Id="R9de97bcda5b540d2" /></Relationships>
</file>

<file path=ppt/pooled_animation_1/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1/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1/notesSlides/_rels/notesSlide1.xml.rels><?xml version='1.0' encoding='utf-8'?>
<Relationships xmlns="http://schemas.openxmlformats.org/package/2006/relationships"><Relationship Type="http://schemas.openxmlformats.org/officeDocument/2006/relationships/slide" Target="../../slides/slide23.xml" Id="R2b6ad7087e3e463e" /><Relationship Type="http://schemas.openxmlformats.org/officeDocument/2006/relationships/notesMaster" Target="../notesMasters/notesMaster1.xml" Id="R35d70e2837964130" /></Relationships>
</file>

<file path=ppt/pooled_animation_1/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{"source_slide":21,"panels":[{"alt":"Pooled group 1 | whole_structure","gif":"[private source path] C-alpha RMSD; no additional fitting","metric_scope":"whole structure","input_order_cost":11.820873356719268}]}</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slideLayouts/_rels/slideLayout1.xml.rels><?xml version='1.0' encoding='utf-8'?>
<Relationships xmlns="http://schemas.openxmlformats.org/package/2006/relationships"><Relationship Type="http://schemas.openxmlformats.org/officeDocument/2006/relationships/slideMaster" Target="../slideMasters/slideMaster1.xml" Id="R14dc1a87955044c4" /></Relationships>
</file>

<file path=ppt/pooled_animation_1/slideLayouts/_rels/slideLayout2.xml.rels><?xml version='1.0' encoding='utf-8'?>
<Relationships xmlns="http://schemas.openxmlformats.org/package/2006/relationships"><Relationship Type="http://schemas.openxmlformats.org/officeDocument/2006/relationships/slideMaster" Target="../slideMasters/slideMaster1.xml" Id="R21630d7ce35c4fba" /></Relationships>
</file>

<file path=ppt/pooled_animation_1/slideLayouts/_rels/slideLayout3.xml.rels><?xml version='1.0' encoding='utf-8'?>
<Relationships xmlns="http://schemas.openxmlformats.org/package/2006/relationships"><Relationship Type="http://schemas.openxmlformats.org/officeDocument/2006/relationships/slideMaster" Target="../slideMasters/slideMaster1.xml" Id="Rbc7547d32f8349ad" /></Relationships>
</file>

<file path=ppt/pooled_animation_1/slideLayouts/_rels/slideLayout4.xml.rels><?xml version='1.0' encoding='utf-8'?>
<Relationships xmlns="http://schemas.openxmlformats.org/package/2006/relationships"><Relationship Type="http://schemas.openxmlformats.org/officeDocument/2006/relationships/slideMaster" Target="../slideMasters/slideMaster1.xml" Id="Rae8e61ca552e4a2b" /></Relationships>
</file>

<file path=ppt/pooled_animation_1/slideLayouts/_rels/slideLayout5.xml.rels><?xml version='1.0' encoding='utf-8'?>
<Relationships xmlns="http://schemas.openxmlformats.org/package/2006/relationships"><Relationship Type="http://schemas.openxmlformats.org/officeDocument/2006/relationships/slideMaster" Target="../slideMasters/slideMaster1.xml" Id="R84c5daf9410944a8" /></Relationships>
</file>

<file path=ppt/pooled_animation_1/slideLayouts/_rels/slideLayout6.xml.rels><?xml version='1.0' encoding='utf-8'?>
<Relationships xmlns="http://schemas.openxmlformats.org/package/2006/relationships"><Relationship Type="http://schemas.openxmlformats.org/officeDocument/2006/relationships/slideMaster" Target="../slideMasters/slideMaster1.xml" Id="R8e9a1680b0484230" /></Relationships>
</file>

<file path=ppt/pooled_animation_1/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EB3374-1C67-4422-9127-89C57B27B7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D18D9B-1A59-4BB0-A859-F60919FFB5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0899DE-2CC1-4E89-BAF1-A7984247D4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1/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2A700D-B155-4936-BF28-8500C8A75E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E7B40F-7CCD-4C63-968F-7F12F5C365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43D601-6D08-4B4B-A23B-486174BD8C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EA71DE-173C-445B-A69E-95BA0A32A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B27D39-F383-4F4C-93B6-0562C7DC60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3FA23B-A1F1-479A-AC99-56ADC874E4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B6FCCB-BC4F-49FD-9014-C785B60213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1/slideMasters/_rels/slideMaster1.xml.rels><?xml version='1.0' encoding='utf-8'?>
<Relationships xmlns="http://schemas.openxmlformats.org/package/2006/relationships"><Relationship Type="http://schemas.openxmlformats.org/officeDocument/2006/relationships/theme" Target="theme/theme2.xml" Id="R9ffa3b3defd847c9" /><Relationship Type="http://schemas.openxmlformats.org/officeDocument/2006/relationships/slideLayout" Target="../slideLayouts/slideLayout1.xml" Id="R814c13b495044bb8" /><Relationship Type="http://schemas.openxmlformats.org/officeDocument/2006/relationships/slideLayout" Target="../slideLayouts/slideLayout2.xml" Id="R95cd56a4dbfc4937" /><Relationship Type="http://schemas.openxmlformats.org/officeDocument/2006/relationships/slideLayout" Target="../slideLayouts/slideLayout3.xml" Id="R765b9740187c4edc" /><Relationship Type="http://schemas.openxmlformats.org/officeDocument/2006/relationships/slideLayout" Target="../slideLayouts/slideLayout4.xml" Id="R947066449b074d4a" /><Relationship Type="http://schemas.openxmlformats.org/officeDocument/2006/relationships/slideLayout" Target="../slideLayouts/slideLayout5.xml" Id="Rd9006a3b3e934998" /><Relationship Type="http://schemas.openxmlformats.org/officeDocument/2006/relationships/slideLayout" Target="../slideLayouts/slideLayout6.xml" Id="R4fd672ceed244b4b" /></Relationships>
</file>

<file path=ppt/pooled_animation_1/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4c13b495044bb8"/>
    <p:sldLayoutId xmlns:r="http://schemas.openxmlformats.org/officeDocument/2006/relationships" id="2147483650" r:id="R95cd56a4dbfc4937"/>
    <p:sldLayoutId xmlns:r="http://schemas.openxmlformats.org/officeDocument/2006/relationships" id="2147483651" r:id="R765b9740187c4edc"/>
    <p:sldLayoutId xmlns:r="http://schemas.openxmlformats.org/officeDocument/2006/relationships" id="2147483652" r:id="R947066449b074d4a"/>
    <p:sldLayoutId xmlns:r="http://schemas.openxmlformats.org/officeDocument/2006/relationships" id="2147483653" r:id="Rd9006a3b3e934998"/>
    <p:sldLayoutId xmlns:r="http://schemas.openxmlformats.org/officeDocument/2006/relationships" id="2147483654" r:id="R4fd672ceed244b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1/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908369c62548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137c31a6ba4a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a88402a94f44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ccb0230f0548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0a74e44a1842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a3bdf6cfca43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954E7-5550-4726-AABE-51FDDCE137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65C7EC-1CE1-406F-94EB-93E03138A1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D06D6A-51E4-458C-8AD4-8D099F709E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06E41-B911-4F7E-92BD-CBBC0F4F35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FF766B-1C02-4A58-B93E-922AE33384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4E61B2-9A30-4804-B11A-007DAC1B75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C354A1-EA56-4515-B69D-9E6DA38895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497B-EC9F-4C1D-9171-8926267B07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8EEBFC-B36B-45BE-A3A3-E2A2ABBB6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724F76-8F19-486F-935F-A41A7934C3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e5c39410ba4ae8" /><Relationship Type="http://schemas.openxmlformats.org/officeDocument/2006/relationships/slideLayout" Target="/ppt/slideLayouts/slideLayout1.xml" Id="R522b3b97497f4291" /><Relationship Type="http://schemas.openxmlformats.org/officeDocument/2006/relationships/slideLayout" Target="/ppt/slideLayouts/slideLayout2.xml" Id="Re130909e7bc04c29" /><Relationship Type="http://schemas.openxmlformats.org/officeDocument/2006/relationships/slideLayout" Target="/ppt/slideLayouts/slideLayout3.xml" Id="Rd0df7e8ed2c1410e" /><Relationship Type="http://schemas.openxmlformats.org/officeDocument/2006/relationships/slideLayout" Target="/ppt/slideLayouts/slideLayout4.xml" Id="R579dfe248dd04539" /><Relationship Type="http://schemas.openxmlformats.org/officeDocument/2006/relationships/slideLayout" Target="/ppt/slideLayouts/slideLayout5.xml" Id="R3d6704a6383f437a" /><Relationship Type="http://schemas.openxmlformats.org/officeDocument/2006/relationships/slideLayout" Target="/ppt/slideLayouts/slideLayout6.xml" Id="Rce70c3c413ff43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2b3b97497f4291"/>
    <p:sldLayoutId xmlns:r="http://schemas.openxmlformats.org/officeDocument/2006/relationships" id="2147483650" r:id="Re130909e7bc04c29"/>
    <p:sldLayoutId xmlns:r="http://schemas.openxmlformats.org/officeDocument/2006/relationships" id="2147483651" r:id="Rd0df7e8ed2c1410e"/>
    <p:sldLayoutId xmlns:r="http://schemas.openxmlformats.org/officeDocument/2006/relationships" id="2147483652" r:id="R579dfe248dd04539"/>
    <p:sldLayoutId xmlns:r="http://schemas.openxmlformats.org/officeDocument/2006/relationships" id="2147483653" r:id="R3d6704a6383f437a"/>
    <p:sldLayoutId xmlns:r="http://schemas.openxmlformats.org/officeDocument/2006/relationships" id="2147483654" r:id="Rce70c3c413ff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3d86cc07714d80" /><Relationship Type="http://schemas.openxmlformats.org/officeDocument/2006/relationships/image" Target="/ppt/media/image.png" Id="Re53e9665dba94c42" /><Relationship Type="http://schemas.openxmlformats.org/officeDocument/2006/relationships/notesSlide" Target="/ppt/notesSlides/notesSlide1.xml" Id="R9c2bb84d554240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224bd9bf2b40d5" /><Relationship Type="http://schemas.openxmlformats.org/officeDocument/2006/relationships/image" Target="/ppt/media/image2.png" Id="Rdd8db16a92f3460e" /><Relationship Type="http://schemas.openxmlformats.org/officeDocument/2006/relationships/notesSlide" Target="/ppt/notesSlides/notesSlide2.xml" Id="R49199272ef494e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84d8a509894e51" /><Relationship Type="http://schemas.openxmlformats.org/officeDocument/2006/relationships/image" Target="/ppt/media/image3.png" Id="R338ded0c136d4a2f" /><Relationship Type="http://schemas.openxmlformats.org/officeDocument/2006/relationships/image" Target="/ppt/media/image4.png" Id="Rcf4cd7cffed74551" /><Relationship Type="http://schemas.openxmlformats.org/officeDocument/2006/relationships/notesSlide" Target="/ppt/notesSlides/notesSlide3.xml" Id="R76b9993d845e4c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2df7fee08844ed" /><Relationship Type="http://schemas.openxmlformats.org/officeDocument/2006/relationships/image" Target="/ppt/media/image5.png" Id="R8f6ef9e328034568" /><Relationship Type="http://schemas.openxmlformats.org/officeDocument/2006/relationships/notesSlide" Target="/ppt/notesSlides/notesSlide4.xml" Id="R563f418ea2274e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23da94fb5b4a5b" /><Relationship Type="http://schemas.openxmlformats.org/officeDocument/2006/relationships/image" Target="/ppt/media/image6.png" Id="R4e989209d6c644f4" /><Relationship Type="http://schemas.openxmlformats.org/officeDocument/2006/relationships/notesSlide" Target="/ppt/notesSlides/notesSlide5.xml" Id="R7052ba1500524ef0"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658e91df72b44bb6" /><Relationship Type="http://schemas.openxmlformats.org/officeDocument/2006/relationships/image" Target="/ppt/media/image7.png" Id="Re69ce073276b4f28" /><Relationship Type="http://schemas.openxmlformats.org/officeDocument/2006/relationships/image" Target="/ppt/media/image8.png" Id="R3711fcc059524f94" /><Relationship Type="http://schemas.openxmlformats.org/officeDocument/2006/relationships/notesSlide" Target="/ppt/notesSlides/notesSlide6.xml" Id="R602975af54bd4dc0" /><Relationship Id="rIdModelTypeAnimation1" Type="http://schemas.openxmlformats.org/officeDocument/2006/relationships/image" Target="../media/model-type-1.gif" /><Relationship Id="rIdModelTypeAnimation1Added" Type="http://schemas.openxmlformats.org/officeDocument/2006/relationships/image" Target="../media/model-type-1.gif" /><Relationship Id="rIdModelTypeAnimation1AddedAdded" Type="http://schemas.openxmlformats.org/officeDocument/2006/relationships/image" Target="../media/model-type-1.gif" /><Relationship Id="rIdModelTypeAnimation1AddedAddedAdded" Type="http://schemas.openxmlformats.org/officeDocument/2006/relationships/image" Target="../media/model-type-1.gi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c40ada05524c76" /><Relationship Type="http://schemas.openxmlformats.org/officeDocument/2006/relationships/image" Target="/ppt/media/image9.png" Id="Rb97764b3e5374562" /><Relationship Type="http://schemas.openxmlformats.org/officeDocument/2006/relationships/image" Target="/ppt/media/image10.png" Id="Rba7e744a0bef435c" /><Relationship Type="http://schemas.openxmlformats.org/officeDocument/2006/relationships/notesSlide" Target="/ppt/notesSlides/notesSlide7.xml" Id="R1e184a7fc0db41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84f350ee5f4633" /><Relationship Type="http://schemas.openxmlformats.org/officeDocument/2006/relationships/image" Target="/ppt/media/image11.png" Id="Rb7b1f58b87804518" /><Relationship Type="http://schemas.openxmlformats.org/officeDocument/2006/relationships/notesSlide" Target="/ppt/notesSlides/notesSlide8.xml" Id="R65a5cf18ed1842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455ea2c8a54cee" /><Relationship Type="http://schemas.openxmlformats.org/officeDocument/2006/relationships/image" Target="/ppt/media/image12.png" Id="R0e2a53c80d3b41d9" /><Relationship Type="http://schemas.openxmlformats.org/officeDocument/2006/relationships/notesSlide" Target="/ppt/notesSlides/notesSlide9.xml" Id="Rbefa0220cfc2435d" /></Relationships>
</file>

<file path=ppt/slides/_rels/slide10.xml.rels><?xml version='1.0' encoding='utf-8'?>
<Relationships xmlns="http://schemas.openxmlformats.org/package/2006/relationships"><Relationship Type="http://schemas.openxmlformats.org/officeDocument/2006/relationships/slideLayout" Target="/ppt/slideLayouts/slideLayout6.xml" Id="R43b57c760fbc4133" /><Relationship Type="http://schemas.openxmlformats.org/officeDocument/2006/relationships/image" Target="/ppt/media/image13.png" Id="Raf757beba6ea4e37" /><Relationship Type="http://schemas.openxmlformats.org/officeDocument/2006/relationships/image" Target="/ppt/media/image14.png" Id="Rad80233da4d64edd" /><Relationship Type="http://schemas.openxmlformats.org/officeDocument/2006/relationships/notesSlide" Target="/ppt/notesSlides/notesSlide10.xml" Id="R098eb26f84264d50" /><Relationship Id="rIdModelTypeAnimation1" Type="http://schemas.openxmlformats.org/officeDocument/2006/relationships/image" Target="../media/model-type-2.gif" /><Relationship Id="rIdModelTypeAnimation1Added" Type="http://schemas.openxmlformats.org/officeDocument/2006/relationships/image" Target="../media/model-type-2.gif" /><Relationship Id="rIdModelTypeAnimation1AddedAdded" Type="http://schemas.openxmlformats.org/officeDocument/2006/relationships/image" Target="../media/model-type-2.gif" /><Relationship Id="rIdModelTypeAnimation1AddedAddedAdded" Type="http://schemas.openxmlformats.org/officeDocument/2006/relationships/image" Target="../media/model-type-2.gi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e4a95edc3564604" /><Relationship Type="http://schemas.openxmlformats.org/officeDocument/2006/relationships/image" Target="/ppt/media/image15.png" Id="R4d037120cc4d446c" /><Relationship Type="http://schemas.openxmlformats.org/officeDocument/2006/relationships/image" Target="/ppt/media/image16.png" Id="Re3e796d6cef747c3" /><Relationship Type="http://schemas.openxmlformats.org/officeDocument/2006/relationships/notesSlide" Target="/ppt/notesSlides/notesSlide11.xml" Id="R2ced2ce96fe14d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e59ea6bfd94243" /><Relationship Type="http://schemas.openxmlformats.org/officeDocument/2006/relationships/image" Target="/ppt/media/image17.png" Id="R0d595122cc414cfa" /><Relationship Type="http://schemas.openxmlformats.org/officeDocument/2006/relationships/notesSlide" Target="/ppt/notesSlides/notesSlide12.xml" Id="Ra7735468792547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6f5d89ca4842e1" /><Relationship Type="http://schemas.openxmlformats.org/officeDocument/2006/relationships/image" Target="/ppt/media/image18.png" Id="R55093cdcd0144c58" /><Relationship Type="http://schemas.openxmlformats.org/officeDocument/2006/relationships/notesSlide" Target="/ppt/notesSlides/notesSlide13.xml" Id="R64ba254971fa48f4"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4e8e50e7d41f4860" /><Relationship Type="http://schemas.openxmlformats.org/officeDocument/2006/relationships/image" Target="/ppt/media/image19.png" Id="R45f87f92be374d39" /><Relationship Type="http://schemas.openxmlformats.org/officeDocument/2006/relationships/image" Target="/ppt/media/image20.png" Id="R8eef910447d1427b" /><Relationship Type="http://schemas.openxmlformats.org/officeDocument/2006/relationships/notesSlide" Target="/ppt/notesSlides/notesSlide14.xml" Id="R56ef9803656948b4" /><Relationship Id="rIdModelTypeAnimation1" Type="http://schemas.openxmlformats.org/officeDocument/2006/relationships/image" Target="../media/model-type-3.gif" /><Relationship Id="rIdModelTypeAnimation1Added" Type="http://schemas.openxmlformats.org/officeDocument/2006/relationships/image" Target="../media/model-type-3.gif" /><Relationship Id="rIdModelTypeAnimation1AddedAdded" Type="http://schemas.openxmlformats.org/officeDocument/2006/relationships/image" Target="../media/model-type-3.gif" /><Relationship Id="rIdModelTypeAnimation1AddedAddedAdded" Type="http://schemas.openxmlformats.org/officeDocument/2006/relationships/image" Target="../media/model-type-3.gif" /></Relationships>
</file>

<file path=ppt/slides/_rels/slide15.xml.rels><?xml version='1.0' encoding='utf-8'?>
<Relationships xmlns="http://schemas.openxmlformats.org/package/2006/relationships"><Relationship Type="http://schemas.openxmlformats.org/officeDocument/2006/relationships/slideLayout" Target="../domain_variance/slideLayouts/slideLayout6.xml" Id="R518bb2d4ccbf41c0" /><Relationship Type="http://schemas.openxmlformats.org/officeDocument/2006/relationships/image" Target="../domain_variance/media/image.png" Id="Rbb30867bf7074d9e" /><Relationship Type="http://schemas.openxmlformats.org/officeDocument/2006/relationships/notesSlide" Target="../domain_variance/notesSlides/notesSlide1.xml" Id="Rd113c4680c804cdb" /></Relationships>
</file>

<file path=ppt/slides/_rels/slide16.xml.rels><?xml version='1.0' encoding='utf-8'?>
<Relationships xmlns="http://schemas.openxmlformats.org/package/2006/relationships"><Relationship Type="http://schemas.openxmlformats.org/officeDocument/2006/relationships/slideLayout" Target="../workflow_addition_15_workflow-pptx-k7_h60i0/slideLayouts/slideLayout6.xml" Id="Reb6045651e1b4d84" /><Relationship Type="http://schemas.openxmlformats.org/officeDocument/2006/relationships/image" Target="../workflow_addition_15_workflow-pptx-k7_h60i0/media/image.png" Id="Rfb7fca18ca774905" /><Relationship Type="http://schemas.openxmlformats.org/officeDocument/2006/relationships/image" Target="../workflow_addition_15_workflow-pptx-k7_h60i0/media/image2.png" Id="R583ef7ec02d047cc" /><Relationship Type="http://schemas.openxmlformats.org/officeDocument/2006/relationships/image" Target="../workflow_addition_15_workflow-pptx-k7_h60i0/media/image3.png" Id="R3ce1e6f7cf724793" /><Relationship Type="http://schemas.openxmlformats.org/officeDocument/2006/relationships/notesSlide" Target="../workflow_addition_15_workflow-pptx-k7_h60i0/notesSlides/notesSlide1.xml" Id="R42d46807121640cb" /></Relationships>
</file>

<file path=ppt/slides/_rels/slide17.xml.rels><?xml version='1.0' encoding='utf-8'?>
<Relationships xmlns="http://schemas.openxmlformats.org/package/2006/relationships"><Relationship Type="http://schemas.openxmlformats.org/officeDocument/2006/relationships/slideLayout" Target="../workflow_addition_16_workflow-pptx-k7_h60i0/slideLayouts/slideLayout6.xml" Id="Rbca18a32d5884322" /><Relationship Type="http://schemas.openxmlformats.org/officeDocument/2006/relationships/chart" Target="../workflow_addition_16_workflow-pptx-k7_h60i0/slides/charts/chart1.xml" Id="Rdd5b285950a24dba" /><Relationship Type="http://schemas.openxmlformats.org/officeDocument/2006/relationships/notesSlide" Target="../workflow_addition_16_workflow-pptx-k7_h60i0/notesSlides/notesSlide1.xml" Id="R7fafae272cdb4e30" /></Relationships>
</file>

<file path=ppt/slides/_rels/slide18.xml.rels><?xml version='1.0' encoding='utf-8'?>
<Relationships xmlns="http://schemas.openxmlformats.org/package/2006/relationships"><Relationship Type="http://schemas.openxmlformats.org/officeDocument/2006/relationships/slideLayout" Target="../tm_heatmap/slideLayouts/slideLayout6.xml" Id="R7d9a10bf40d34656" /><Relationship Type="http://schemas.openxmlformats.org/officeDocument/2006/relationships/notesSlide" Target="../tm_heatmap/notesSlides/notesSlide1.xml" Id="R58b0a09dc8a44462" /></Relationships>
</file>

<file path=ppt/slides/_rels/slide19.xml.rels><?xml version='1.0' encoding='utf-8'?>
<Relationships xmlns="http://schemas.openxmlformats.org/package/2006/relationships"><Relationship Type="http://schemas.openxmlformats.org/officeDocument/2006/relationships/slideLayout" Target="../workflow_addition_18_workflow-pptx-ldikpxj_/slideLayouts/slideLayout6.xml" Id="Re70db011d7a74585" /><Relationship Type="http://schemas.openxmlformats.org/officeDocument/2006/relationships/image" Target="../workflow_addition_18_workflow-pptx-ldikpxj_/media/image.png" Id="Rfe594452b4474845" /><Relationship Type="http://schemas.openxmlformats.org/officeDocument/2006/relationships/image" Target="../workflow_addition_18_workflow-pptx-ldikpxj_/media/image2.png" Id="R4157b56e26194e0e" /><Relationship Type="http://schemas.openxmlformats.org/officeDocument/2006/relationships/image" Target="../workflow_addition_18_workflow-pptx-ldikpxj_/media/image3.png" Id="Re39238c790a34c88" /><Relationship Type="http://schemas.openxmlformats.org/officeDocument/2006/relationships/notesSlide" Target="../workflow_addition_18_workflow-pptx-ldikpxj_/notesSlides/notesSlide1.xml" Id="R8c3b6870acbf4fdf" /><Relationship Id="rIdBonsaiSource" Type="http://schemas.openxmlformats.org/officeDocument/2006/relationships/hyperlink" Target="https://github.com/dhdegroot/Bonsai-data-representation/tree/b16ef6f0a164610327022c7d0b92de82b3596aad" TargetMode="External" /></Relationships>
</file>

<file path=ppt/slides/_rels/slide20.xml.rels><?xml version='1.0' encoding='utf-8'?>
<Relationships xmlns="http://schemas.openxmlformats.org/package/2006/relationships"><Relationship Id="rId1" Type="http://schemas.openxmlformats.org/officeDocument/2006/relationships/slideLayout" Target="../introduction_title/slideLayouts/slideLayout7.xml" /><Relationship Id="rId2" Type="http://schemas.openxmlformats.org/officeDocument/2006/relationships/notesSlide" Target="../introduction_title/notesSlides/notesSlide1.xml" /></Relationships>
</file>

<file path=ppt/slides/_rels/slide21.xml.rels><?xml version='1.0' encoding='utf-8'?>
<Relationships xmlns="http://schemas.openxmlformats.org/package/2006/relationships"><Relationship Id="rId1" Type="http://schemas.openxmlformats.org/officeDocument/2006/relationships/slideLayout" Target="../introduction_methodology/slideLayouts/slideLayout7.xml" /><Relationship Id="rId2" Type="http://schemas.openxmlformats.org/officeDocument/2006/relationships/hyperlink" Target="https://github.com/wallnerlab/AFsample2" TargetMode="External" /><Relationship Id="rId3" Type="http://schemas.openxmlformats.org/officeDocument/2006/relationships/hyperlink" Target="https://github.com/wallnerlab/afsample3/tree/507e8fd492379cb3996d1ba2e04794e8ce2191df" TargetMode="External" /><Relationship Id="rId4" Type="http://schemas.openxmlformats.org/officeDocument/2006/relationships/hyperlink" Target="https://github.com/microsoft/bioemu" TargetMode="External" /><Relationship Id="rId5" Type="http://schemas.openxmlformats.org/officeDocument/2006/relationships/hyperlink" Target="https://scikit-learn.org/stable/modules/generated/sklearn.decomposition.PCA.html" TargetMode="External" /><Relationship Id="rId6" Type="http://schemas.openxmlformats.org/officeDocument/2006/relationships/hyperlink" Target="https://scikit-learn.org/stable/modules/generated/sklearn.manifold.TSNE.html" TargetMode="External" /><Relationship Id="rId7" Type="http://schemas.openxmlformats.org/officeDocument/2006/relationships/hyperlink" Target="https://github.com/lmcinnes/umap" TargetMode="External" /><Relationship Id="rId8" Type="http://schemas.openxmlformats.org/officeDocument/2006/relationships/hyperlink" Target="https://github.com/pylelab/USalign" TargetMode="External" /><Relationship Id="rId9" Type="http://schemas.openxmlformats.org/officeDocument/2006/relationships/hyperlink" Target="https://github.com/dhdegroot/Bonsai-data-representation/tree/b16ef6f0a164610327022c7d0b92de82b3596aad" TargetMode="External" /><Relationship Id="rId10" Type="http://schemas.openxmlformats.org/officeDocument/2006/relationships/hyperlink" Target="https://jmlr.org/papers/v12/pedregosa11a.html" TargetMode="External" /><Relationship Id="rId11" Type="http://schemas.openxmlformats.org/officeDocument/2006/relationships/hyperlink" Target="https://www.jmlr.org/papers/v9/vandermaaten08a.html" TargetMode="External" /><Relationship Id="rId12" Type="http://schemas.openxmlformats.org/officeDocument/2006/relationships/hyperlink" Target="https://arxiv.org/abs/1802.03426" TargetMode="External" /><Relationship Id="rId13" Type="http://schemas.openxmlformats.org/officeDocument/2006/relationships/notesSlide" Target="../introduction_methodology/notesSlides/notesSlide1.xml" /></Relationships>
</file>

<file path=ppt/slides/_rels/slide22.xml.rels><?xml version='1.0' encoding='utf-8'?>
<Relationships xmlns="http://schemas.openxmlformats.org/package/2006/relationships"><Relationship Id="rId1" Type="http://schemas.openxmlformats.org/officeDocument/2006/relationships/slideLayout" Target="../tm_group_21/slideLayouts/slideLayout7.xml" /><Relationship Id="rId2" Type="http://schemas.openxmlformats.org/officeDocument/2006/relationships/image" Target="../tm_group_21/media/image1.png" /><Relationship Id="rId3" Type="http://schemas.openxmlformats.org/officeDocument/2006/relationships/notesSlide" Target="../tm_group_21/notesSlides/notesSlide1.xml" /></Relationships>
</file>

<file path=ppt/slides/_rels/slide23.xml.rels><?xml version='1.0' encoding='utf-8'?>
<Relationships xmlns="http://schemas.openxmlformats.org/package/2006/relationships"><Relationship Type="http://schemas.openxmlformats.org/officeDocument/2006/relationships/slideLayout" Target="../pooled_animation_1/slideLayouts/slideLayout6.xml" Id="Re5ee46a6be4044f1" /><Relationship Type="http://schemas.openxmlformats.org/officeDocument/2006/relationships/image" Target="../pooled_animation_1/media/image.png" Id="Ra44d33a421ec4eed" /><Relationship Type="http://schemas.openxmlformats.org/officeDocument/2006/relationships/notesSlide" Target="../pooled_animation_1/notesSlides/notesSlide1.xml" Id="R6963d0ccb85646eb" /><Relationship Id="rIdPooledAnimation1" Type="http://schemas.openxmlformats.org/officeDocument/2006/relationships/image" Target="../pooled_animation_1/media/pooled-animation-1.gi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CE3D6A1B-BA37-4EDB-BB43-88CDAE776272}"/>
              </a:ext>
            </a:extLst>
          </p:cNvPr>
          <p:cNvPicPr>
            <a:picLocks xmlns:a="http://schemas.openxmlformats.org/drawingml/2006/main" noChangeAspect="1"/>
          </p:cNvPicPr>
          <p:nvPr/>
        </p:nvPicPr>
        <p:blipFill>
          <a:blip xmlns:r="http://schemas.openxmlformats.org/officeDocument/2006/relationships" xmlns:a="http://schemas.openxmlformats.org/drawingml/2006/main" r:embed="Re53e9665dba94c42"/>
          <a:stretch xmlns:a="http://schemas.openxmlformats.org/drawingml/2006/main"/>
        </p:blipFill>
        <p:spPr>
          <a:xfrm xmlns:a="http://schemas.openxmlformats.org/drawingml/2006/main">
            <a:off x="3354976" y="609600"/>
            <a:ext cx="548204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DB92B4-FDF6-4609-80FB-D36BCDD7B4B8}"/>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 Median Cα distance between shared residues across the model ensemble.</a:t>
            </a:r>
          </a:p>
        </p:txBody>
      </p:sp>
    </p:spTree>
    <p:extLst>
      <p:ext uri="{BB962C8B-B14F-4D97-AF65-F5344CB8AC3E}">
        <p14:creationId xmlns:p14="http://schemas.microsoft.com/office/powerpoint/2010/main" val="104809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DB6EA4C8-B8ED-4C44-8974-2EFE606F7EF8}"/>
              </a:ext>
            </a:extLst>
          </p:cNvPr>
          <p:cNvPicPr>
            <a:picLocks xmlns:a="http://schemas.openxmlformats.org/drawingml/2006/main" noChangeAspect="1"/>
          </p:cNvPicPr>
          <p:nvPr/>
        </p:nvPicPr>
        <p:blipFill>
          <a:blip xmlns:r="http://schemas.openxmlformats.org/officeDocument/2006/relationships" xmlns:a="http://schemas.openxmlformats.org/drawingml/2006/main" r:embed="Rdd8db16a92f3460e"/>
          <a:stretch xmlns:a="http://schemas.openxmlformats.org/drawingml/2006/main"/>
        </p:blipFill>
        <p:spPr>
          <a:xfrm xmlns:a="http://schemas.openxmlformats.org/drawingml/2006/main">
            <a:off x="3318731" y="609600"/>
            <a:ext cx="555453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B3726B-032B-4813-A43C-B430FC7B4330}"/>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2. Variance of Cα distances between shared residues across the model ensemble.</a:t>
            </a:r>
          </a:p>
        </p:txBody>
      </p:sp>
    </p:spTree>
    <p:extLst>
      <p:ext uri="{BB962C8B-B14F-4D97-AF65-F5344CB8AC3E}">
        <p14:creationId xmlns:p14="http://schemas.microsoft.com/office/powerpoint/2010/main" val="6777247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38DAF8CA-00EF-4A57-8121-863D43B0C4C7}"/>
              </a:ext>
            </a:extLst>
          </p:cNvPr>
          <p:cNvPicPr>
            <a:picLocks xmlns:a="http://schemas.openxmlformats.org/drawingml/2006/main" noChangeAspect="1"/>
          </p:cNvPicPr>
          <p:nvPr/>
        </p:nvPicPr>
        <p:blipFill>
          <a:blip xmlns:r="http://schemas.openxmlformats.org/officeDocument/2006/relationships" xmlns:a="http://schemas.openxmlformats.org/drawingml/2006/main" r:embed="R338ded0c136d4a2f"/>
          <a:stretch xmlns:a="http://schemas.openxmlformats.org/drawingml/2006/main"/>
        </p:blipFill>
        <p:spPr>
          <a:xfrm xmlns:a="http://schemas.openxmlformats.org/drawingml/2006/main">
            <a:off x="457200" y="352727"/>
            <a:ext cx="5486400" cy="483809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01A95F4-73FE-4B9F-9719-99A3A7F82651}"/>
              </a:ext>
            </a:extLst>
          </p:cNvPr>
          <p:cNvPicPr>
            <a:picLocks xmlns:a="http://schemas.openxmlformats.org/drawingml/2006/main" noChangeAspect="1"/>
          </p:cNvPicPr>
          <p:nvPr/>
        </p:nvPicPr>
        <p:blipFill>
          <a:blip xmlns:r="http://schemas.openxmlformats.org/officeDocument/2006/relationships" xmlns:a="http://schemas.openxmlformats.org/drawingml/2006/main" r:embed="Rcf4cd7cffed74551"/>
          <a:stretch xmlns:a="http://schemas.openxmlformats.org/drawingml/2006/main"/>
        </p:blipFill>
        <p:spPr>
          <a:xfrm xmlns:a="http://schemas.openxmlformats.org/drawingml/2006/main">
            <a:off x="6096000" y="369673"/>
            <a:ext cx="5486400" cy="480420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03BE2C-3322-4CBC-BB25-F27F72A2AB2B}"/>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3. PCA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83628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C9086168-0ACA-473E-A122-3AF8E9B99739}"/>
              </a:ext>
            </a:extLst>
          </p:cNvPr>
          <p:cNvPicPr>
            <a:picLocks xmlns:a="http://schemas.openxmlformats.org/drawingml/2006/main" noChangeAspect="1"/>
          </p:cNvPicPr>
          <p:nvPr/>
        </p:nvPicPr>
        <p:blipFill>
          <a:blip xmlns:r="http://schemas.openxmlformats.org/officeDocument/2006/relationships" xmlns:a="http://schemas.openxmlformats.org/drawingml/2006/main" r:embed="R8f6ef9e328034568"/>
          <a:stretch xmlns:a="http://schemas.openxmlformats.org/drawingml/2006/main"/>
        </p:blipFill>
        <p:spPr>
          <a:xfrm xmlns:a="http://schemas.openxmlformats.org/drawingml/2006/main">
            <a:off x="2893983" y="609600"/>
            <a:ext cx="6404035"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9A8C22-D0C5-47C7-8B8B-FCEC076459F8}"/>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4. PCA embedding of shared-residue distograms, colored by TM to ColabFold 12mer rank 1 chain A (5–95).</a:t>
            </a:r>
          </a:p>
        </p:txBody>
      </p:sp>
    </p:spTree>
    <p:extLst>
      <p:ext uri="{BB962C8B-B14F-4D97-AF65-F5344CB8AC3E}">
        <p14:creationId xmlns:p14="http://schemas.microsoft.com/office/powerpoint/2010/main" val="6592425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8E27B65-26EB-4E8A-B162-606E4BF78578}"/>
              </a:ext>
            </a:extLst>
          </p:cNvPr>
          <p:cNvPicPr>
            <a:picLocks xmlns:a="http://schemas.openxmlformats.org/drawingml/2006/main" noChangeAspect="1"/>
          </p:cNvPicPr>
          <p:nvPr/>
        </p:nvPicPr>
        <p:blipFill>
          <a:blip xmlns:r="http://schemas.openxmlformats.org/officeDocument/2006/relationships" xmlns:a="http://schemas.openxmlformats.org/drawingml/2006/main" r:embed="R4e989209d6c644f4"/>
          <a:stretch xmlns:a="http://schemas.openxmlformats.org/drawingml/2006/main"/>
        </p:blipFill>
        <p:spPr>
          <a:xfrm xmlns:a="http://schemas.openxmlformats.org/drawingml/2006/main">
            <a:off x="2197798" y="609600"/>
            <a:ext cx="7796404"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43236C-70E5-4A92-9A53-DF3F8BA4CFF6}"/>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5. PCA embedding of shared-residue distograms, colored by AIS Method.</a:t>
            </a:r>
          </a:p>
        </p:txBody>
      </p:sp>
    </p:spTree>
    <p:extLst>
      <p:ext uri="{BB962C8B-B14F-4D97-AF65-F5344CB8AC3E}">
        <p14:creationId xmlns:p14="http://schemas.microsoft.com/office/powerpoint/2010/main" val="882367014"/>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6987B4C8-62FE-4A99-A225-8C42C774F561}"/>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07F68CA1-F72B-4090-ADBD-1C8CEAAA1FC5}"/>
              </a:ext>
            </a:extLst>
          </p:cNvPr>
          <p:cNvPicPr>
            <a:picLocks noChangeAspect="1"/>
          </p:cNvPicPr>
          <p:nvPr/>
        </p:nvPicPr>
        <p:blipFill>
          <a:blip r:embed="Re69ce073276b4f28"/>
          <a:stretch/>
        </p:blipFill>
        <p:spPr>
          <a:xfrm>
            <a:off x="457200" y="1433854"/>
            <a:ext cx="5486400" cy="3209243"/>
          </a:xfrm>
          <a:prstGeom prst="rect">
            <a:avLst/>
          </a:prstGeom>
        </p:spPr>
      </p:pic>
      <p:sp>
        <p:nvSpPr>
          <p:cNvPr id="3" name="">
            <a:extLst>
              <a:ext uri="{FF2B5EF4-FFF2-40B4-BE49-F238E27FC236}">
                <ns2:creationId id="{B6E7E6C4-02EC-48C8-85EC-EF228BDC93E1}"/>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52043806-D255-4FF7-A7F7-0A8A7F98C3B5}"/>
              </a:ext>
            </a:extLst>
          </p:cNvPr>
          <p:cNvPicPr>
            <a:picLocks noChangeAspect="1"/>
          </p:cNvPicPr>
          <p:nvPr/>
        </p:nvPicPr>
        <p:blipFill>
          <a:blip r:embed="rIdModelTypeAnimation1AddedAddedAdded"/>
          <a:stretch/>
        </p:blipFill>
        <p:spPr>
          <a:xfrm>
            <a:off x="6096000" y="1291383"/>
            <a:ext cx="5486400" cy="3494184"/>
          </a:xfrm>
          <a:prstGeom prst="rect">
            <a:avLst/>
          </a:prstGeom>
        </p:spPr>
      </p:pic>
      <p:sp>
        <p:nvSpPr>
          <p:cNvPr id="5" name="">
            <a:extLst>
              <a:ext uri="{FF2B5EF4-FFF2-40B4-BE49-F238E27FC236}">
                <ns2:creationId id="{FA305DC5-E279-42C1-A684-6D99195A4B14}"/>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6. PCA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1775179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70B91551-3DA5-4E20-B472-148A290760D7}"/>
              </a:ext>
            </a:extLst>
          </p:cNvPr>
          <p:cNvPicPr>
            <a:picLocks xmlns:a="http://schemas.openxmlformats.org/drawingml/2006/main" noChangeAspect="1"/>
          </p:cNvPicPr>
          <p:nvPr/>
        </p:nvPicPr>
        <p:blipFill>
          <a:blip xmlns:r="http://schemas.openxmlformats.org/officeDocument/2006/relationships" xmlns:a="http://schemas.openxmlformats.org/drawingml/2006/main" r:embed="Rb97764b3e5374562"/>
          <a:stretch xmlns:a="http://schemas.openxmlformats.org/drawingml/2006/main"/>
        </p:blipFill>
        <p:spPr>
          <a:xfrm xmlns:a="http://schemas.openxmlformats.org/drawingml/2006/main">
            <a:off x="457200" y="255078"/>
            <a:ext cx="5486400" cy="503339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CCDAA72A-726D-4137-A5CD-8E7BE2FD3DE6}"/>
              </a:ext>
            </a:extLst>
          </p:cNvPr>
          <p:cNvPicPr>
            <a:picLocks xmlns:a="http://schemas.openxmlformats.org/drawingml/2006/main" noChangeAspect="1"/>
          </p:cNvPicPr>
          <p:nvPr/>
        </p:nvPicPr>
        <p:blipFill>
          <a:blip xmlns:r="http://schemas.openxmlformats.org/officeDocument/2006/relationships" xmlns:a="http://schemas.openxmlformats.org/drawingml/2006/main" r:embed="Rba7e744a0bef435c"/>
          <a:stretch xmlns:a="http://schemas.openxmlformats.org/drawingml/2006/main"/>
        </p:blipFill>
        <p:spPr>
          <a:xfrm xmlns:a="http://schemas.openxmlformats.org/drawingml/2006/main">
            <a:off x="6096000" y="273414"/>
            <a:ext cx="5486400" cy="499672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71DBD1-53B2-4830-AF84-EAF4FCB0D339}"/>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7. UMAP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263446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F571793F-09DA-44EE-A49A-1F77C7D12B4A}"/>
              </a:ext>
            </a:extLst>
          </p:cNvPr>
          <p:cNvPicPr>
            <a:picLocks xmlns:a="http://schemas.openxmlformats.org/drawingml/2006/main" noChangeAspect="1"/>
          </p:cNvPicPr>
          <p:nvPr/>
        </p:nvPicPr>
        <p:blipFill>
          <a:blip xmlns:r="http://schemas.openxmlformats.org/officeDocument/2006/relationships" xmlns:a="http://schemas.openxmlformats.org/drawingml/2006/main" r:embed="Rb7b1f58b87804518"/>
          <a:stretch xmlns:a="http://schemas.openxmlformats.org/drawingml/2006/main"/>
        </p:blipFill>
        <p:spPr>
          <a:xfrm xmlns:a="http://schemas.openxmlformats.org/drawingml/2006/main">
            <a:off x="2973979" y="609600"/>
            <a:ext cx="6244042"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F4601E-651B-4CB6-8064-49BCDBF033FD}"/>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8. UMAP embedding of shared-residue distograms, colored by TM to ColabFold 12mer rank 1 chain A (5–95).</a:t>
            </a:r>
          </a:p>
        </p:txBody>
      </p:sp>
    </p:spTree>
    <p:extLst>
      <p:ext uri="{BB962C8B-B14F-4D97-AF65-F5344CB8AC3E}">
        <p14:creationId xmlns:p14="http://schemas.microsoft.com/office/powerpoint/2010/main" val="21321112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0499C023-7FB6-493C-9891-760B793C9611}"/>
              </a:ext>
            </a:extLst>
          </p:cNvPr>
          <p:cNvPicPr>
            <a:picLocks xmlns:a="http://schemas.openxmlformats.org/drawingml/2006/main" noChangeAspect="1"/>
          </p:cNvPicPr>
          <p:nvPr/>
        </p:nvPicPr>
        <p:blipFill>
          <a:blip xmlns:r="http://schemas.openxmlformats.org/officeDocument/2006/relationships" xmlns:a="http://schemas.openxmlformats.org/drawingml/2006/main" r:embed="R0e2a53c80d3b41d9"/>
          <a:stretch xmlns:a="http://schemas.openxmlformats.org/drawingml/2006/main"/>
        </p:blipFill>
        <p:spPr>
          <a:xfrm xmlns:a="http://schemas.openxmlformats.org/drawingml/2006/main">
            <a:off x="2277794" y="609600"/>
            <a:ext cx="7636411"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092357-C54C-4672-93C2-7AAFCE073E75}"/>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9. UMAP embedding of shared-residue distograms, colored by AIS Method.</a:t>
            </a:r>
          </a:p>
        </p:txBody>
      </p:sp>
    </p:spTree>
    <p:extLst>
      <p:ext uri="{BB962C8B-B14F-4D97-AF65-F5344CB8AC3E}">
        <p14:creationId xmlns:p14="http://schemas.microsoft.com/office/powerpoint/2010/main" val="1044832141"/>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29B63A02-C63E-4543-8B9C-3CD7B354758D}"/>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10F78827-1F5B-45BE-AA60-AF5431839C26}"/>
              </a:ext>
            </a:extLst>
          </p:cNvPr>
          <p:cNvPicPr>
            <a:picLocks noChangeAspect="1"/>
          </p:cNvPicPr>
          <p:nvPr/>
        </p:nvPicPr>
        <p:blipFill>
          <a:blip r:embed="Raf757beba6ea4e37"/>
          <a:stretch/>
        </p:blipFill>
        <p:spPr>
          <a:xfrm>
            <a:off x="457200" y="1402206"/>
            <a:ext cx="5486400" cy="3272538"/>
          </a:xfrm>
          <a:prstGeom prst="rect">
            <a:avLst/>
          </a:prstGeom>
        </p:spPr>
      </p:pic>
      <p:sp>
        <p:nvSpPr>
          <p:cNvPr id="3" name="">
            <a:extLst>
              <a:ext uri="{FF2B5EF4-FFF2-40B4-BE49-F238E27FC236}">
                <ns2:creationId id="{6940E57F-3A0E-4A70-8816-0F303B6DA603}"/>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7973CB97-94E8-45E2-BE37-7B7F5DB75D81}"/>
              </a:ext>
            </a:extLst>
          </p:cNvPr>
          <p:cNvPicPr>
            <a:picLocks noChangeAspect="1"/>
          </p:cNvPicPr>
          <p:nvPr/>
        </p:nvPicPr>
        <p:blipFill>
          <a:blip r:embed="rIdModelTypeAnimation1AddedAddedAdded"/>
          <a:stretch/>
        </p:blipFill>
        <p:spPr>
          <a:xfrm>
            <a:off x="6096000" y="1253800"/>
            <a:ext cx="5486400" cy="3569350"/>
          </a:xfrm>
          <a:prstGeom prst="rect">
            <a:avLst/>
          </a:prstGeom>
        </p:spPr>
      </p:pic>
      <p:sp>
        <p:nvSpPr>
          <p:cNvPr id="5" name="">
            <a:extLst>
              <a:ext uri="{FF2B5EF4-FFF2-40B4-BE49-F238E27FC236}">
                <ns2:creationId id="{E2DC0E59-BF19-468A-9000-68E0D11800A7}"/>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10. UMAP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2877200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F5DED4D1-BD4C-483A-8BC6-F666451C7C66}"/>
              </a:ext>
            </a:extLst>
          </p:cNvPr>
          <p:cNvPicPr>
            <a:picLocks xmlns:a="http://schemas.openxmlformats.org/drawingml/2006/main" noChangeAspect="1"/>
          </p:cNvPicPr>
          <p:nvPr/>
        </p:nvPicPr>
        <p:blipFill>
          <a:blip xmlns:r="http://schemas.openxmlformats.org/officeDocument/2006/relationships" xmlns:a="http://schemas.openxmlformats.org/drawingml/2006/main" r:embed="R4d037120cc4d446c"/>
          <a:stretch xmlns:a="http://schemas.openxmlformats.org/drawingml/2006/main"/>
        </p:blipFill>
        <p:spPr>
          <a:xfrm xmlns:a="http://schemas.openxmlformats.org/drawingml/2006/main">
            <a:off x="457200" y="311506"/>
            <a:ext cx="5486400" cy="4920538"/>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CD3BE3F-6AFD-4731-BF8C-9242E447446A}"/>
              </a:ext>
            </a:extLst>
          </p:cNvPr>
          <p:cNvPicPr>
            <a:picLocks xmlns:a="http://schemas.openxmlformats.org/drawingml/2006/main" noChangeAspect="1"/>
          </p:cNvPicPr>
          <p:nvPr/>
        </p:nvPicPr>
        <p:blipFill>
          <a:blip xmlns:r="http://schemas.openxmlformats.org/officeDocument/2006/relationships" xmlns:a="http://schemas.openxmlformats.org/drawingml/2006/main" r:embed="Re3e796d6cef747c3"/>
          <a:stretch xmlns:a="http://schemas.openxmlformats.org/drawingml/2006/main"/>
        </p:blipFill>
        <p:spPr>
          <a:xfrm xmlns:a="http://schemas.openxmlformats.org/drawingml/2006/main">
            <a:off x="6096000" y="329032"/>
            <a:ext cx="5486400" cy="48854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86A8DA-E312-406F-9BBB-753AC944ABBD}"/>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11. t-SNE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0248456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F620303-901D-4CF4-936A-AE163FB80BDA}"/>
              </a:ext>
            </a:extLst>
          </p:cNvPr>
          <p:cNvPicPr>
            <a:picLocks xmlns:a="http://schemas.openxmlformats.org/drawingml/2006/main" noChangeAspect="1"/>
          </p:cNvPicPr>
          <p:nvPr/>
        </p:nvPicPr>
        <p:blipFill>
          <a:blip xmlns:r="http://schemas.openxmlformats.org/officeDocument/2006/relationships" xmlns:a="http://schemas.openxmlformats.org/drawingml/2006/main" r:embed="R0d595122cc414cfa"/>
          <a:stretch xmlns:a="http://schemas.openxmlformats.org/drawingml/2006/main"/>
        </p:blipFill>
        <p:spPr>
          <a:xfrm xmlns:a="http://schemas.openxmlformats.org/drawingml/2006/main">
            <a:off x="2928576" y="609600"/>
            <a:ext cx="6334849"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A99AD6-4E51-4CEC-87D2-3EFA8FB9C0D0}"/>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12. t-SNE embedding of shared-residue distograms, colored by TM to ColabFold 12mer rank 1 chain A (5–95).</a:t>
            </a:r>
          </a:p>
        </p:txBody>
      </p:sp>
    </p:spTree>
    <p:extLst>
      <p:ext uri="{BB962C8B-B14F-4D97-AF65-F5344CB8AC3E}">
        <p14:creationId xmlns:p14="http://schemas.microsoft.com/office/powerpoint/2010/main" val="1634210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4D7A04C2-1C29-44CF-8B3E-7D731269B4D2}"/>
              </a:ext>
            </a:extLst>
          </p:cNvPr>
          <p:cNvPicPr>
            <a:picLocks xmlns:a="http://schemas.openxmlformats.org/drawingml/2006/main" noChangeAspect="1"/>
          </p:cNvPicPr>
          <p:nvPr/>
        </p:nvPicPr>
        <p:blipFill>
          <a:blip xmlns:r="http://schemas.openxmlformats.org/officeDocument/2006/relationships" xmlns:a="http://schemas.openxmlformats.org/drawingml/2006/main" r:embed="R55093cdcd0144c58"/>
          <a:stretch xmlns:a="http://schemas.openxmlformats.org/drawingml/2006/main"/>
        </p:blipFill>
        <p:spPr>
          <a:xfrm xmlns:a="http://schemas.openxmlformats.org/drawingml/2006/main">
            <a:off x="2232391" y="609600"/>
            <a:ext cx="772721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65C52A-1102-4537-BD51-33801217F6F4}"/>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13. t-SNE embedding of shared-residue distograms, colored by AIS Method.</a:t>
            </a:r>
          </a:p>
        </p:txBody>
      </p:sp>
    </p:spTree>
    <p:extLst>
      <p:ext uri="{BB962C8B-B14F-4D97-AF65-F5344CB8AC3E}">
        <p14:creationId xmlns:p14="http://schemas.microsoft.com/office/powerpoint/2010/main" val="508449668"/>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1D2894BB-B571-4B43-AEB7-48A7D4AA86BD}"/>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E601435C-1C4E-43B4-BD8F-015E471105CE}"/>
              </a:ext>
            </a:extLst>
          </p:cNvPr>
          <p:cNvPicPr>
            <a:picLocks noChangeAspect="1"/>
          </p:cNvPicPr>
          <p:nvPr/>
        </p:nvPicPr>
        <p:blipFill>
          <a:blip r:embed="R45f87f92be374d39"/>
          <a:stretch/>
        </p:blipFill>
        <p:spPr>
          <a:xfrm>
            <a:off x="457200" y="1420320"/>
            <a:ext cx="5486400" cy="3236311"/>
          </a:xfrm>
          <a:prstGeom prst="rect">
            <a:avLst/>
          </a:prstGeom>
        </p:spPr>
      </p:pic>
      <p:sp>
        <p:nvSpPr>
          <p:cNvPr id="3" name="">
            <a:extLst>
              <a:ext uri="{FF2B5EF4-FFF2-40B4-BE49-F238E27FC236}">
                <ns2:creationId id="{1D553061-DBB8-429F-B6C5-95179C066D40}"/>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A95A73A5-A3C5-4A3F-83FA-8E113B170640}"/>
              </a:ext>
            </a:extLst>
          </p:cNvPr>
          <p:cNvPicPr>
            <a:picLocks noChangeAspect="1"/>
          </p:cNvPicPr>
          <p:nvPr/>
        </p:nvPicPr>
        <p:blipFill>
          <a:blip r:embed="rIdModelTypeAnimation1AddedAddedAdded"/>
          <a:stretch/>
        </p:blipFill>
        <p:spPr>
          <a:xfrm>
            <a:off x="6096000" y="1275327"/>
            <a:ext cx="5486400" cy="3526296"/>
          </a:xfrm>
          <a:prstGeom prst="rect">
            <a:avLst/>
          </a:prstGeom>
        </p:spPr>
      </p:pic>
      <p:sp>
        <p:nvSpPr>
          <p:cNvPr id="5" name="">
            <a:extLst>
              <a:ext uri="{FF2B5EF4-FFF2-40B4-BE49-F238E27FC236}">
                <ns2:creationId id="{C4B058B7-2C7D-4A6C-87DF-9C4A7488D618}"/>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14. t-SNE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207818609"/>
      </p:ext>
    </p:extLst>
  </p:cSld>
</p:sld>
</file>

<file path=ppt/slides/slide15.xml><?xml version="1.0" encoding="utf-8"?>
<p:sld xmlns:ns1="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ns1:solidFill>
          <ns1:srgbClr val="FFFFFF"/>
        </ns1:solidFill>
      </p:bgPr>
    </p:bg>
    <p:spTree>
      <p:nvGrpSpPr>
        <p:cNvPr id="1" name=""/>
        <p:cNvGrpSpPr/>
        <p:nvPr/>
      </p:nvGrpSpPr>
      <p:grpSpPr>
        <ns1:xfrm/>
      </p:grpSpPr>
      <p:pic>
        <p:nvPicPr>
          <p:cNvPr id="3" name="">
            <ns1:extLst>
              <ns1:ext uri="{FF2B5EF4-FFF2-40B4-BE49-F238E27FC236}">
                <ns2:creationId id="{EB2F0595-B42E-4ED3-A911-AD3BA3D1D451}"/>
              </ns1:ext>
            </ns1:extLst>
          </p:cNvPr>
          <p:cNvPicPr>
            <ns1:picLocks noChangeAspect="1"/>
          </p:cNvPicPr>
          <p:nvPr/>
        </p:nvPicPr>
        <p:blipFill>
          <ns1:blip r:embed="Rbb30867bf7074d9e"/>
          <ns1:stretch/>
        </p:blipFill>
        <p:spPr>
          <ns1:xfrm>
            <ns1:off x="3249706" y="609600"/>
            <ns1:ext cx="5692588" cy="4838700"/>
          </ns1:xfrm>
          <ns1:prstGeom prst="rect">
            <ns1:avLst/>
          </ns1:prstGeom>
        </p:spPr>
      </p:pic>
      <p:sp>
        <p:nvSpPr>
          <p:cNvPr id="2" name="">
            <ns1:extLst>
              <ns1:ext uri="{FF2B5EF4-FFF2-40B4-BE49-F238E27FC236}">
                <ns2:creationId id="{03813BB4-F9B0-4D36-B4DA-F938869C7B1E}"/>
              </ns1:ext>
            </ns1:extLst>
          </p:cNvPr>
          <p:cNvSpPr>
            <ns1:spLocks noGrp="1"/>
          </p:cNvSpPr>
          <p:nvPr/>
        </p:nvSpPr>
        <p:spPr>
          <ns1:xfrm>
            <ns1:off x="457200" y="5715000"/>
            <ns1:ext cx="11277600" cy="914400"/>
          </ns1:xfrm>
          <ns1:prstGeom prst="rect">
            <ns1:avLst/>
          </ns1:prstGeom>
          <ns1:noFill/>
          <ns1:ln w="0">
            <ns1:noFill/>
          </ns1:ln>
        </p:spPr>
        <p:txBody>
          <ns1:bodyPr>
            <ns1:normAutofit fontScale="100000"/>
          </ns1:bodyPr>
          <ns1:lstStyle>
            <ns1:defPPr>
              <ns1:defRPr sz="1800">
                <ns1:solidFill>
                  <ns1:srgbClr val="222222"/>
                </ns1:solidFill>
                <ns1:latin typeface="DejaVu Sans"/>
                <ns1:ea typeface="DejaVu Sans"/>
                <ns1:cs typeface="DejaVu Sans"/>
              </ns1:defRPr>
            </ns1:defPPr>
            <ns1:lvl1pPr>
              <ns1:defRPr sz="1800">
                <ns1:solidFill>
                  <ns1:srgbClr val="222222"/>
                </ns1:solidFill>
                <ns1:latin typeface="DejaVu Sans"/>
                <ns1:ea typeface="DejaVu Sans"/>
                <ns1:cs typeface="DejaVu Sans"/>
              </ns1:defRPr>
            </ns1:lvl1pPr>
            <ns1:lvl2pPr>
              <ns1:defRPr sz="1800">
                <ns1:solidFill>
                  <ns1:srgbClr val="222222"/>
                </ns1:solidFill>
                <ns1:latin typeface="DejaVu Sans"/>
                <ns1:ea typeface="DejaVu Sans"/>
                <ns1:cs typeface="DejaVu Sans"/>
              </ns1:defRPr>
            </ns1:lvl2pPr>
            <ns1:lvl3pPr>
              <ns1:defRPr sz="1800">
                <ns1:solidFill>
                  <ns1:srgbClr val="222222"/>
                </ns1:solidFill>
                <ns1:latin typeface="DejaVu Sans"/>
                <ns1:ea typeface="DejaVu Sans"/>
                <ns1:cs typeface="DejaVu Sans"/>
              </ns1:defRPr>
            </ns1:lvl3pPr>
            <ns1:lvl4pPr>
              <ns1:defRPr sz="1800">
                <ns1:solidFill>
                  <ns1:srgbClr val="222222"/>
                </ns1:solidFill>
                <ns1:latin typeface="DejaVu Sans"/>
                <ns1:ea typeface="DejaVu Sans"/>
                <ns1:cs typeface="DejaVu Sans"/>
              </ns1:defRPr>
            </ns1:lvl4pPr>
            <ns1:lvl5pPr>
              <ns1:defRPr sz="1800">
                <ns1:solidFill>
                  <ns1:srgbClr val="222222"/>
                </ns1:solidFill>
                <ns1:latin typeface="DejaVu Sans"/>
                <ns1:ea typeface="DejaVu Sans"/>
                <ns1:cs typeface="DejaVu Sans"/>
              </ns1:defRPr>
            </ns1:lvl5pPr>
            <ns1:lvl6pPr>
              <ns1:defRPr sz="1800">
                <ns1:solidFill>
                  <ns1:srgbClr val="222222"/>
                </ns1:solidFill>
                <ns1:latin typeface="DejaVu Sans"/>
                <ns1:ea typeface="DejaVu Sans"/>
                <ns1:cs typeface="DejaVu Sans"/>
              </ns1:defRPr>
            </ns1:lvl6pPr>
            <ns1:lvl7pPr>
              <ns1:defRPr sz="1800">
                <ns1:solidFill>
                  <ns1:srgbClr val="222222"/>
                </ns1:solidFill>
                <ns1:latin typeface="DejaVu Sans"/>
                <ns1:ea typeface="DejaVu Sans"/>
                <ns1:cs typeface="DejaVu Sans"/>
              </ns1:defRPr>
            </ns1:lvl7pPr>
            <ns1:lvl8pPr>
              <ns1:defRPr sz="1800">
                <ns1:solidFill>
                  <ns1:srgbClr val="222222"/>
                </ns1:solidFill>
                <ns1:latin typeface="DejaVu Sans"/>
                <ns1:ea typeface="DejaVu Sans"/>
                <ns1:cs typeface="DejaVu Sans"/>
              </ns1:defRPr>
            </ns1:lvl8pPr>
            <ns1:lvl9pPr>
              <ns1:defRPr sz="1800">
                <ns1:solidFill>
                  <ns1:srgbClr val="222222"/>
                </ns1:solidFill>
                <ns1:latin typeface="DejaVu Sans"/>
                <ns1:ea typeface="DejaVu Sans"/>
                <ns1:cs typeface="DejaVu Sans"/>
              </ns1:defRPr>
            </ns1:lvl9pPr>
          </ns1:lstStyle>
          <ns1:p>
            <ns1:pPr>
              <ns1:defRPr sz="1800">
                <ns1:solidFill>
                  <ns1:srgbClr val="222222"/>
                </ns1:solidFill>
                <ns1:latin typeface="DejaVu Sans"/>
                <ns1:ea typeface="DejaVu Sans"/>
                <ns1:cs typeface="DejaVu Sans"/>
              </ns1:defRPr>
            </ns1:pPr>
            <ns1:r>
              <ns1:rPr sz="1800">
                <ns1:solidFill>
                  <ns1:srgbClr val="222222"/>
                </ns1:solidFill>
                <ns1:latin typeface="DejaVu Sans"/>
                <ns1:ea typeface="DejaVu Sans"/>
                <ns1:cs typeface="DejaVu Sans"/>
              </ns1:rPr>
              <ns1:t>Figure 2. Variance of Cα distances between shared residues across the model ensemble. Colored outlines and membership strips delineate the detected rigid cores, including discontinuous sequence segments.</ns1:t>
            </ns1:r>
          </ns1:p>
        </p:txBody>
      </p:sp>
    </p:spTree>
    <p:extLst>
      <p:ext uri="{BB962C8B-B14F-4D97-AF65-F5344CB8AC3E}">
        <ns4:creationId val="436514951"/>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8" name="">
            <a:extLst>
              <a:ext uri="{FF2B5EF4-FFF2-40B4-BE49-F238E27FC236}">
                <ns2:creationId id="{D9A90C51-D8FA-490A-97FD-8A6BE2B6394F}"/>
              </a:ext>
            </a:extLst>
          </p:cNvPr>
          <p:cNvSpPr>
            <a:spLocks noGrp="1"/>
          </p:cNvSpPr>
          <p:nvPr/>
        </p:nvSpPr>
        <p:spPr>
          <a:xfrm>
            <a:off x="457200" y="228600"/>
            <a:ext cx="5486400" cy="323850"/>
          </a:xfrm>
          <a:prstGeom prst="rect">
            <a:avLst/>
          </a:prstGeom>
          <a:noFill/>
          <a:ln w="0">
            <a:noFill/>
          </a:ln>
        </p:spPr>
        <p:txBody>
          <a:bodyPr/>
          <a:lstStyle>
            <a:defPPr>
              <a:defRPr sz="1800">
                <a:solidFill>
                  <a:srgbClr val="1F77B4"/>
                </a:solidFill>
                <a:latin typeface="DejaVu Sans"/>
                <a:ea typeface="DejaVu Sans"/>
                <a:cs typeface="DejaVu Sans"/>
              </a:defRPr>
            </a:defPPr>
            <a:lvl1pPr>
              <a:defRPr sz="1800">
                <a:solidFill>
                  <a:srgbClr val="1F77B4"/>
                </a:solidFill>
                <a:latin typeface="DejaVu Sans"/>
                <a:ea typeface="DejaVu Sans"/>
                <a:cs typeface="DejaVu Sans"/>
              </a:defRPr>
            </a:lvl1pPr>
            <a:lvl2pPr>
              <a:defRPr sz="1800">
                <a:solidFill>
                  <a:srgbClr val="1F77B4"/>
                </a:solidFill>
                <a:latin typeface="DejaVu Sans"/>
                <a:ea typeface="DejaVu Sans"/>
                <a:cs typeface="DejaVu Sans"/>
              </a:defRPr>
            </a:lvl2pPr>
            <a:lvl3pPr>
              <a:defRPr sz="1800">
                <a:solidFill>
                  <a:srgbClr val="1F77B4"/>
                </a:solidFill>
                <a:latin typeface="DejaVu Sans"/>
                <a:ea typeface="DejaVu Sans"/>
                <a:cs typeface="DejaVu Sans"/>
              </a:defRPr>
            </a:lvl3pPr>
            <a:lvl4pPr>
              <a:defRPr sz="1800">
                <a:solidFill>
                  <a:srgbClr val="1F77B4"/>
                </a:solidFill>
                <a:latin typeface="DejaVu Sans"/>
                <a:ea typeface="DejaVu Sans"/>
                <a:cs typeface="DejaVu Sans"/>
              </a:defRPr>
            </a:lvl4pPr>
            <a:lvl5pPr>
              <a:defRPr sz="1800">
                <a:solidFill>
                  <a:srgbClr val="1F77B4"/>
                </a:solidFill>
                <a:latin typeface="DejaVu Sans"/>
                <a:ea typeface="DejaVu Sans"/>
                <a:cs typeface="DejaVu Sans"/>
              </a:defRPr>
            </a:lvl5pPr>
            <a:lvl6pPr>
              <a:defRPr sz="1800">
                <a:solidFill>
                  <a:srgbClr val="1F77B4"/>
                </a:solidFill>
                <a:latin typeface="DejaVu Sans"/>
                <a:ea typeface="DejaVu Sans"/>
                <a:cs typeface="DejaVu Sans"/>
              </a:defRPr>
            </a:lvl6pPr>
            <a:lvl7pPr>
              <a:defRPr sz="1800">
                <a:solidFill>
                  <a:srgbClr val="1F77B4"/>
                </a:solidFill>
                <a:latin typeface="DejaVu Sans"/>
                <a:ea typeface="DejaVu Sans"/>
                <a:cs typeface="DejaVu Sans"/>
              </a:defRPr>
            </a:lvl7pPr>
            <a:lvl8pPr>
              <a:defRPr sz="1800">
                <a:solidFill>
                  <a:srgbClr val="1F77B4"/>
                </a:solidFill>
                <a:latin typeface="DejaVu Sans"/>
                <a:ea typeface="DejaVu Sans"/>
                <a:cs typeface="DejaVu Sans"/>
              </a:defRPr>
            </a:lvl8pPr>
            <a:lvl9pPr>
              <a:defRPr sz="1800">
                <a:solidFill>
                  <a:srgbClr val="1F77B4"/>
                </a:solidFill>
                <a:latin typeface="DejaVu Sans"/>
                <a:ea typeface="DejaVu Sans"/>
                <a:cs typeface="DejaVu Sans"/>
              </a:defRPr>
            </a:lvl9pPr>
          </a:lstStyle>
          <a:p>
            <a:pPr>
              <a:defRPr sz="1800">
                <a:solidFill>
                  <a:srgbClr val="1F77B4"/>
                </a:solidFill>
                <a:latin typeface="DejaVu Sans"/>
                <a:ea typeface="DejaVu Sans"/>
                <a:cs typeface="DejaVu Sans"/>
              </a:defRPr>
            </a:pPr>
            <a:r>
              <a:rPr sz="1800">
                <a:solidFill>
                  <a:srgbClr val="1F77B4"/>
                </a:solidFill>
                <a:latin typeface="DejaVu Sans"/>
                <a:ea typeface="DejaVu Sans"/>
                <a:cs typeface="DejaVu Sans"/>
              </a:rPr>
              <a:t>a. C1.1</a:t>
            </a:r>
          </a:p>
        </p:txBody>
      </p:sp>
      <p:pic>
        <p:nvPicPr>
          <p:cNvPr id="2" name="">
            <a:extLst>
              <a:ext uri="{FF2B5EF4-FFF2-40B4-BE49-F238E27FC236}">
                <ns2:creationId id="{DB0B33CC-A769-4D67-BD07-E2D7B72D4235}"/>
              </a:ext>
            </a:extLst>
          </p:cNvPr>
          <p:cNvPicPr>
            <a:picLocks noChangeAspect="1"/>
          </p:cNvPicPr>
          <p:nvPr/>
        </p:nvPicPr>
        <p:blipFill>
          <a:blip r:embed="Rfb7fca18ca774905"/>
          <a:srcRect l="18833" t="14818" r="31333" b="6091"/>
          <a:stretch/>
        </p:blipFill>
        <p:spPr>
          <a:xfrm>
            <a:off x="2090672" y="590550"/>
            <a:ext cx="2219456" cy="2152650"/>
          </a:xfrm>
          <a:prstGeom prst="rect">
            <a:avLst/>
          </a:prstGeom>
        </p:spPr>
      </p:pic>
      <p:sp>
        <p:nvSpPr>
          <p:cNvPr id="3" name="">
            <a:extLst>
              <a:ext uri="{FF2B5EF4-FFF2-40B4-BE49-F238E27FC236}">
                <ns2:creationId id="{985F41AD-2457-48F3-8C90-5C69BA106AE4}"/>
              </a:ext>
            </a:extLst>
          </p:cNvPr>
          <p:cNvSpPr>
            <a:spLocks noGrp="1"/>
          </p:cNvSpPr>
          <p:nvPr/>
        </p:nvSpPr>
        <p:spPr>
          <a:xfrm>
            <a:off x="6096000" y="228600"/>
            <a:ext cx="5486400" cy="323850"/>
          </a:xfrm>
          <a:prstGeom prst="rect">
            <a:avLst/>
          </a:prstGeom>
          <a:noFill/>
          <a:ln w="0">
            <a:noFill/>
          </a:ln>
        </p:spPr>
        <p:txBody>
          <a:bodyPr/>
          <a:lstStyle>
            <a:defPPr>
              <a:defRPr sz="1800">
                <a:solidFill>
                  <a:srgbClr val="FF7F0E"/>
                </a:solidFill>
                <a:latin typeface="DejaVu Sans"/>
                <a:ea typeface="DejaVu Sans"/>
                <a:cs typeface="DejaVu Sans"/>
              </a:defRPr>
            </a:defPPr>
            <a:lvl1pPr>
              <a:defRPr sz="1800">
                <a:solidFill>
                  <a:srgbClr val="FF7F0E"/>
                </a:solidFill>
                <a:latin typeface="DejaVu Sans"/>
                <a:ea typeface="DejaVu Sans"/>
                <a:cs typeface="DejaVu Sans"/>
              </a:defRPr>
            </a:lvl1pPr>
            <a:lvl2pPr>
              <a:defRPr sz="1800">
                <a:solidFill>
                  <a:srgbClr val="FF7F0E"/>
                </a:solidFill>
                <a:latin typeface="DejaVu Sans"/>
                <a:ea typeface="DejaVu Sans"/>
                <a:cs typeface="DejaVu Sans"/>
              </a:defRPr>
            </a:lvl2pPr>
            <a:lvl3pPr>
              <a:defRPr sz="1800">
                <a:solidFill>
                  <a:srgbClr val="FF7F0E"/>
                </a:solidFill>
                <a:latin typeface="DejaVu Sans"/>
                <a:ea typeface="DejaVu Sans"/>
                <a:cs typeface="DejaVu Sans"/>
              </a:defRPr>
            </a:lvl3pPr>
            <a:lvl4pPr>
              <a:defRPr sz="1800">
                <a:solidFill>
                  <a:srgbClr val="FF7F0E"/>
                </a:solidFill>
                <a:latin typeface="DejaVu Sans"/>
                <a:ea typeface="DejaVu Sans"/>
                <a:cs typeface="DejaVu Sans"/>
              </a:defRPr>
            </a:lvl4pPr>
            <a:lvl5pPr>
              <a:defRPr sz="1800">
                <a:solidFill>
                  <a:srgbClr val="FF7F0E"/>
                </a:solidFill>
                <a:latin typeface="DejaVu Sans"/>
                <a:ea typeface="DejaVu Sans"/>
                <a:cs typeface="DejaVu Sans"/>
              </a:defRPr>
            </a:lvl5pPr>
            <a:lvl6pPr>
              <a:defRPr sz="1800">
                <a:solidFill>
                  <a:srgbClr val="FF7F0E"/>
                </a:solidFill>
                <a:latin typeface="DejaVu Sans"/>
                <a:ea typeface="DejaVu Sans"/>
                <a:cs typeface="DejaVu Sans"/>
              </a:defRPr>
            </a:lvl6pPr>
            <a:lvl7pPr>
              <a:defRPr sz="1800">
                <a:solidFill>
                  <a:srgbClr val="FF7F0E"/>
                </a:solidFill>
                <a:latin typeface="DejaVu Sans"/>
                <a:ea typeface="DejaVu Sans"/>
                <a:cs typeface="DejaVu Sans"/>
              </a:defRPr>
            </a:lvl7pPr>
            <a:lvl8pPr>
              <a:defRPr sz="1800">
                <a:solidFill>
                  <a:srgbClr val="FF7F0E"/>
                </a:solidFill>
                <a:latin typeface="DejaVu Sans"/>
                <a:ea typeface="DejaVu Sans"/>
                <a:cs typeface="DejaVu Sans"/>
              </a:defRPr>
            </a:lvl8pPr>
            <a:lvl9pPr>
              <a:defRPr sz="1800">
                <a:solidFill>
                  <a:srgbClr val="FF7F0E"/>
                </a:solidFill>
                <a:latin typeface="DejaVu Sans"/>
                <a:ea typeface="DejaVu Sans"/>
                <a:cs typeface="DejaVu Sans"/>
              </a:defRPr>
            </a:lvl9pPr>
          </a:lstStyle>
          <a:p>
            <a:pPr>
              <a:defRPr sz="1800">
                <a:solidFill>
                  <a:srgbClr val="FF7F0E"/>
                </a:solidFill>
                <a:latin typeface="DejaVu Sans"/>
                <a:ea typeface="DejaVu Sans"/>
                <a:cs typeface="DejaVu Sans"/>
              </a:defRPr>
            </a:pPr>
            <a:r>
              <a:rPr sz="1800">
                <a:solidFill>
                  <a:srgbClr val="FF7F0E"/>
                </a:solidFill>
                <a:latin typeface="DejaVu Sans"/>
                <a:ea typeface="DejaVu Sans"/>
                <a:cs typeface="DejaVu Sans"/>
              </a:rPr>
              <a:t>b. C1.2</a:t>
            </a:r>
          </a:p>
        </p:txBody>
      </p:sp>
      <p:pic>
        <p:nvPicPr>
          <p:cNvPr id="4" name="">
            <a:extLst>
              <a:ext uri="{FF2B5EF4-FFF2-40B4-BE49-F238E27FC236}">
                <ns2:creationId id="{39AA87CA-4C8D-4470-B93D-9BC58235D6E0}"/>
              </a:ext>
            </a:extLst>
          </p:cNvPr>
          <p:cNvPicPr>
            <a:picLocks noChangeAspect="1"/>
          </p:cNvPicPr>
          <p:nvPr/>
        </p:nvPicPr>
        <p:blipFill>
          <a:blip r:embed="R583ef7ec02d047cc"/>
          <a:srcRect l="18833" t="14818" r="31333" b="6091"/>
          <a:stretch/>
        </p:blipFill>
        <p:spPr>
          <a:xfrm>
            <a:off x="7729472" y="590550"/>
            <a:ext cx="2219456" cy="2152650"/>
          </a:xfrm>
          <a:prstGeom prst="rect">
            <a:avLst/>
          </a:prstGeom>
        </p:spPr>
      </p:pic>
      <p:sp>
        <p:nvSpPr>
          <p:cNvPr id="5" name="">
            <a:extLst>
              <a:ext uri="{FF2B5EF4-FFF2-40B4-BE49-F238E27FC236}">
                <ns2:creationId id="{BEF827F9-70A2-4130-83FB-E5147BA18D2F}"/>
              </a:ext>
            </a:extLst>
          </p:cNvPr>
          <p:cNvSpPr>
            <a:spLocks noGrp="1"/>
          </p:cNvSpPr>
          <p:nvPr/>
        </p:nvSpPr>
        <p:spPr>
          <a:xfrm>
            <a:off x="457200" y="2838450"/>
            <a:ext cx="5486400" cy="323850"/>
          </a:xfrm>
          <a:prstGeom prst="rect">
            <a:avLst/>
          </a:prstGeom>
          <a:noFill/>
          <a:ln w="0">
            <a:noFill/>
          </a:ln>
        </p:spPr>
        <p:txBody>
          <a:bodyPr/>
          <a:lstStyle>
            <a:defPPr>
              <a:defRPr sz="1800">
                <a:solidFill>
                  <a:srgbClr val="2CA02C"/>
                </a:solidFill>
                <a:latin typeface="DejaVu Sans"/>
                <a:ea typeface="DejaVu Sans"/>
                <a:cs typeface="DejaVu Sans"/>
              </a:defRPr>
            </a:defPPr>
            <a:lvl1pPr>
              <a:defRPr sz="1800">
                <a:solidFill>
                  <a:srgbClr val="2CA02C"/>
                </a:solidFill>
                <a:latin typeface="DejaVu Sans"/>
                <a:ea typeface="DejaVu Sans"/>
                <a:cs typeface="DejaVu Sans"/>
              </a:defRPr>
            </a:lvl1pPr>
            <a:lvl2pPr>
              <a:defRPr sz="1800">
                <a:solidFill>
                  <a:srgbClr val="2CA02C"/>
                </a:solidFill>
                <a:latin typeface="DejaVu Sans"/>
                <a:ea typeface="DejaVu Sans"/>
                <a:cs typeface="DejaVu Sans"/>
              </a:defRPr>
            </a:lvl2pPr>
            <a:lvl3pPr>
              <a:defRPr sz="1800">
                <a:solidFill>
                  <a:srgbClr val="2CA02C"/>
                </a:solidFill>
                <a:latin typeface="DejaVu Sans"/>
                <a:ea typeface="DejaVu Sans"/>
                <a:cs typeface="DejaVu Sans"/>
              </a:defRPr>
            </a:lvl3pPr>
            <a:lvl4pPr>
              <a:defRPr sz="1800">
                <a:solidFill>
                  <a:srgbClr val="2CA02C"/>
                </a:solidFill>
                <a:latin typeface="DejaVu Sans"/>
                <a:ea typeface="DejaVu Sans"/>
                <a:cs typeface="DejaVu Sans"/>
              </a:defRPr>
            </a:lvl4pPr>
            <a:lvl5pPr>
              <a:defRPr sz="1800">
                <a:solidFill>
                  <a:srgbClr val="2CA02C"/>
                </a:solidFill>
                <a:latin typeface="DejaVu Sans"/>
                <a:ea typeface="DejaVu Sans"/>
                <a:cs typeface="DejaVu Sans"/>
              </a:defRPr>
            </a:lvl5pPr>
            <a:lvl6pPr>
              <a:defRPr sz="1800">
                <a:solidFill>
                  <a:srgbClr val="2CA02C"/>
                </a:solidFill>
                <a:latin typeface="DejaVu Sans"/>
                <a:ea typeface="DejaVu Sans"/>
                <a:cs typeface="DejaVu Sans"/>
              </a:defRPr>
            </a:lvl6pPr>
            <a:lvl7pPr>
              <a:defRPr sz="1800">
                <a:solidFill>
                  <a:srgbClr val="2CA02C"/>
                </a:solidFill>
                <a:latin typeface="DejaVu Sans"/>
                <a:ea typeface="DejaVu Sans"/>
                <a:cs typeface="DejaVu Sans"/>
              </a:defRPr>
            </a:lvl7pPr>
            <a:lvl8pPr>
              <a:defRPr sz="1800">
                <a:solidFill>
                  <a:srgbClr val="2CA02C"/>
                </a:solidFill>
                <a:latin typeface="DejaVu Sans"/>
                <a:ea typeface="DejaVu Sans"/>
                <a:cs typeface="DejaVu Sans"/>
              </a:defRPr>
            </a:lvl8pPr>
            <a:lvl9pPr>
              <a:defRPr sz="1800">
                <a:solidFill>
                  <a:srgbClr val="2CA02C"/>
                </a:solidFill>
                <a:latin typeface="DejaVu Sans"/>
                <a:ea typeface="DejaVu Sans"/>
                <a:cs typeface="DejaVu Sans"/>
              </a:defRPr>
            </a:lvl9pPr>
          </a:lstStyle>
          <a:p>
            <a:pPr>
              <a:defRPr sz="1800">
                <a:solidFill>
                  <a:srgbClr val="2CA02C"/>
                </a:solidFill>
                <a:latin typeface="DejaVu Sans"/>
                <a:ea typeface="DejaVu Sans"/>
                <a:cs typeface="DejaVu Sans"/>
              </a:defRPr>
            </a:pPr>
            <a:r>
              <a:rPr sz="1800">
                <a:solidFill>
                  <a:srgbClr val="2CA02C"/>
                </a:solidFill>
                <a:latin typeface="DejaVu Sans"/>
                <a:ea typeface="DejaVu Sans"/>
                <a:cs typeface="DejaVu Sans"/>
              </a:rPr>
              <a:t>c. C1.3</a:t>
            </a:r>
          </a:p>
        </p:txBody>
      </p:sp>
      <p:pic>
        <p:nvPicPr>
          <p:cNvPr id="6" name="">
            <a:extLst>
              <a:ext uri="{FF2B5EF4-FFF2-40B4-BE49-F238E27FC236}">
                <ns2:creationId id="{67297E03-7FBA-4AB9-856B-A8006D3F7F78}"/>
              </a:ext>
            </a:extLst>
          </p:cNvPr>
          <p:cNvPicPr>
            <a:picLocks noChangeAspect="1"/>
          </p:cNvPicPr>
          <p:nvPr/>
        </p:nvPicPr>
        <p:blipFill>
          <a:blip r:embed="R3ce1e6f7cf724793"/>
          <a:srcRect l="18833" t="14818" r="31333" b="6091"/>
          <a:stretch/>
        </p:blipFill>
        <p:spPr>
          <a:xfrm>
            <a:off x="2090672" y="3200400"/>
            <a:ext cx="2219456" cy="2152650"/>
          </a:xfrm>
          <a:prstGeom prst="rect">
            <a:avLst/>
          </a:prstGeom>
        </p:spPr>
      </p:pic>
      <p:sp>
        <p:nvSpPr>
          <p:cNvPr id="7" name="">
            <a:extLst>
              <a:ext uri="{FF2B5EF4-FFF2-40B4-BE49-F238E27FC236}">
                <ns2:creationId id="{F97EFB4A-9B22-4BAE-B018-34A0680A169A}"/>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15. Cluster ensembles (up to 5 models each), aligned to each full-cluster Cα RMSD medoid. Eligible models ranked by &lt;pLDDT&gt;; representative selection follows the recorded source scope.</a:t>
            </a:r>
          </a:p>
        </p:txBody>
      </p:sp>
    </p:spTree>
    <p:extLst>
      <p:ext uri="{BB962C8B-B14F-4D97-AF65-F5344CB8AC3E}">
        <ns4:creationId val="1678556070"/>
      </p:ext>
    </p:extLst>
  </p:cSld>
</p:sld>
</file>

<file path=ppt/slides/slide17.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7" name="">
            <a:extLst>
              <a:ext uri="{FF2B5EF4-FFF2-40B4-BE49-F238E27FC236}">
                <ns2:creationId id="{71F2F7D6-5899-4B06-95CB-E6896B15F538}"/>
              </a:ext>
            </a:extLst>
          </p:cNvPr>
          <p:cNvSpPr>
            <a:spLocks noGrp="1"/>
          </p:cNvSpPr>
          <p:nvPr/>
        </p:nvSpPr>
        <p:spPr>
          <a:xfrm>
            <a:off x="457200" y="228600"/>
            <a:ext cx="11277600" cy="361950"/>
          </a:xfrm>
          <a:prstGeom prst="rect">
            <a:avLst/>
          </a:prstGeom>
          <a:noFill/>
          <a:ln w="0">
            <a:noFill/>
          </a:ln>
        </p:spPr>
        <p:txBody>
          <a:bodyPr/>
          <a:lstStyle>
            <a:defPPr>
              <a:defRPr sz="2250">
                <a:solidFill>
                  <a:srgbClr val="222222"/>
                </a:solidFill>
                <a:latin typeface="DejaVu Sans"/>
                <a:ea typeface="DejaVu Sans"/>
                <a:cs typeface="DejaVu Sans"/>
              </a:defRPr>
            </a:defPPr>
            <a:lvl1pPr>
              <a:defRPr sz="2250">
                <a:solidFill>
                  <a:srgbClr val="222222"/>
                </a:solidFill>
                <a:latin typeface="DejaVu Sans"/>
                <a:ea typeface="DejaVu Sans"/>
                <a:cs typeface="DejaVu Sans"/>
              </a:defRPr>
            </a:lvl1pPr>
            <a:lvl2pPr>
              <a:defRPr sz="2250">
                <a:solidFill>
                  <a:srgbClr val="222222"/>
                </a:solidFill>
                <a:latin typeface="DejaVu Sans"/>
                <a:ea typeface="DejaVu Sans"/>
                <a:cs typeface="DejaVu Sans"/>
              </a:defRPr>
            </a:lvl2pPr>
            <a:lvl3pPr>
              <a:defRPr sz="2250">
                <a:solidFill>
                  <a:srgbClr val="222222"/>
                </a:solidFill>
                <a:latin typeface="DejaVu Sans"/>
                <a:ea typeface="DejaVu Sans"/>
                <a:cs typeface="DejaVu Sans"/>
              </a:defRPr>
            </a:lvl3pPr>
            <a:lvl4pPr>
              <a:defRPr sz="2250">
                <a:solidFill>
                  <a:srgbClr val="222222"/>
                </a:solidFill>
                <a:latin typeface="DejaVu Sans"/>
                <a:ea typeface="DejaVu Sans"/>
                <a:cs typeface="DejaVu Sans"/>
              </a:defRPr>
            </a:lvl4pPr>
            <a:lvl5pPr>
              <a:defRPr sz="2250">
                <a:solidFill>
                  <a:srgbClr val="222222"/>
                </a:solidFill>
                <a:latin typeface="DejaVu Sans"/>
                <a:ea typeface="DejaVu Sans"/>
                <a:cs typeface="DejaVu Sans"/>
              </a:defRPr>
            </a:lvl5pPr>
            <a:lvl6pPr>
              <a:defRPr sz="2250">
                <a:solidFill>
                  <a:srgbClr val="222222"/>
                </a:solidFill>
                <a:latin typeface="DejaVu Sans"/>
                <a:ea typeface="DejaVu Sans"/>
                <a:cs typeface="DejaVu Sans"/>
              </a:defRPr>
            </a:lvl6pPr>
            <a:lvl7pPr>
              <a:defRPr sz="2250">
                <a:solidFill>
                  <a:srgbClr val="222222"/>
                </a:solidFill>
                <a:latin typeface="DejaVu Sans"/>
                <a:ea typeface="DejaVu Sans"/>
                <a:cs typeface="DejaVu Sans"/>
              </a:defRPr>
            </a:lvl7pPr>
            <a:lvl8pPr>
              <a:defRPr sz="2250">
                <a:solidFill>
                  <a:srgbClr val="222222"/>
                </a:solidFill>
                <a:latin typeface="DejaVu Sans"/>
                <a:ea typeface="DejaVu Sans"/>
                <a:cs typeface="DejaVu Sans"/>
              </a:defRPr>
            </a:lvl8pPr>
            <a:lvl9pPr>
              <a:defRPr sz="2250">
                <a:solidFill>
                  <a:srgbClr val="222222"/>
                </a:solidFill>
                <a:latin typeface="DejaVu Sans"/>
                <a:ea typeface="DejaVu Sans"/>
                <a:cs typeface="DejaVu Sans"/>
              </a:defRPr>
            </a:lvl9pPr>
          </a:lstStyle>
          <a:p>
            <a:pPr>
              <a:defRPr sz="2250">
                <a:solidFill>
                  <a:srgbClr val="222222"/>
                </a:solidFill>
                <a:latin typeface="DejaVu Sans"/>
                <a:ea typeface="DejaVu Sans"/>
                <a:cs typeface="DejaVu Sans"/>
              </a:defRPr>
            </a:pPr>
            <a:r>
              <a:rPr sz="2250">
                <a:solidFill>
                  <a:srgbClr val="222222"/>
                </a:solidFill>
                <a:latin typeface="DejaVu Sans"/>
                <a:ea typeface="DejaVu Sans"/>
                <a:cs typeface="DejaVu Sans"/>
              </a:rPr>
              <a:t>Cluster confidence distributions</a:t>
            </a:r>
          </a:p>
        </p:txBody>
      </p:sp>
      <p:graphicFrame>
        <p:nvGraphicFramePr>
          <p:cNvPr id="2" name="Chart">
            <a:extLst>
              <a:ext uri="{FF2B5EF4-FFF2-40B4-BE49-F238E27FC236}">
                <ns2:creationId id="{DB369C68-D572-4F48-A694-85CAF2B836CE}"/>
              </a:ext>
            </a:extLst>
          </p:cNvPr>
          <p:cNvGraphicFramePr/>
          <p:nvPr/>
        </p:nvGraphicFramePr>
        <p:xfrm>
          <a:off x="457200" y="666750"/>
          <a:ext cx="11277600" cy="4572000"/>
        </p:xfrm>
        <a:graphic>
          <a:graphicData uri="http://schemas.openxmlformats.org/drawingml/2006/chart">
            <c:chart r:id="Rdd5b285950a24dba"/>
          </a:graphicData>
        </a:graphic>
      </p:graphicFrame>
      <p:sp>
        <p:nvSpPr>
          <p:cNvPr id="3" name="">
            <a:extLst>
              <a:ext uri="{FF2B5EF4-FFF2-40B4-BE49-F238E27FC236}">
                <ns2:creationId id="{B9A370E7-121D-4FB6-81D7-EF0F8039449C}"/>
              </a:ext>
            </a:extLst>
          </p:cNvPr>
          <p:cNvSpPr>
            <a:spLocks noGrp="1"/>
          </p:cNvSpPr>
          <p:nvPr/>
        </p:nvSpPr>
        <p:spPr>
          <a:xfrm>
            <a:off x="2829144"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C1.1</a:t>
            </a:r>
          </a:p>
        </p:txBody>
      </p:sp>
      <p:sp>
        <p:nvSpPr>
          <p:cNvPr id="4" name="">
            <a:extLst>
              <a:ext uri="{FF2B5EF4-FFF2-40B4-BE49-F238E27FC236}">
                <ns2:creationId id="{01D506F0-6AE6-4311-BFDA-E44405A673A4}"/>
              </a:ext>
            </a:extLst>
          </p:cNvPr>
          <p:cNvSpPr>
            <a:spLocks noGrp="1"/>
          </p:cNvSpPr>
          <p:nvPr/>
        </p:nvSpPr>
        <p:spPr>
          <a:xfrm>
            <a:off x="5939028"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C1.2</a:t>
            </a:r>
          </a:p>
        </p:txBody>
      </p:sp>
      <p:sp>
        <p:nvSpPr>
          <p:cNvPr id="5" name="">
            <a:extLst>
              <a:ext uri="{FF2B5EF4-FFF2-40B4-BE49-F238E27FC236}">
                <ns2:creationId id="{EB4B2264-AA43-458F-BD70-865808766E12}"/>
              </a:ext>
            </a:extLst>
          </p:cNvPr>
          <p:cNvSpPr>
            <a:spLocks noGrp="1"/>
          </p:cNvSpPr>
          <p:nvPr/>
        </p:nvSpPr>
        <p:spPr>
          <a:xfrm>
            <a:off x="9048912"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C1.3</a:t>
            </a:r>
          </a:p>
        </p:txBody>
      </p:sp>
      <p:sp>
        <p:nvSpPr>
          <p:cNvPr id="6" name="">
            <a:extLst>
              <a:ext uri="{FF2B5EF4-FFF2-40B4-BE49-F238E27FC236}">
                <ns2:creationId id="{80068076-F341-424C-9E28-7BBF58478821}"/>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16. Cluster confidence distributions. Colored outlines show eligible cluster members with confidence scores; black dots mark the displayed models. Eligible models ranked by &lt;pLDDT&gt;; representative selection follows the recorded source scope.</a:t>
            </a:r>
          </a:p>
        </p:txBody>
      </p:sp>
    </p:spTree>
    <p:extLst>
      <p:ext uri="{BB962C8B-B14F-4D97-AF65-F5344CB8AC3E}">
        <ns5:creationId val="4539726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535B18-7829-4A92-93F8-9AF6BF055246}"/>
              </a:ext>
            </a:extLst>
          </p:cNvPr>
          <p:cNvSpPr>
            <a:spLocks xmlns:a="http://schemas.openxmlformats.org/drawingml/2006/main" noGrp="1"/>
          </p:cNvSpPr>
          <p:nvPr/>
        </p:nvSpPr>
        <p:spPr>
          <a:xfrm xmlns:a="http://schemas.openxmlformats.org/drawingml/2006/main">
            <a:off x="457200" y="2667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a:solidFill>
                  <a:srgbClr val="222222"/>
                </a:solidFill>
                <a:latin typeface="Helvetica Neue"/>
                <a:ea typeface="Helvetica Neue"/>
                <a:cs typeface="Helvetica Neue"/>
              </a:defRPr>
            </a:defPPr>
            <a:lvl1pPr>
              <a:defRPr sz="2250">
                <a:solidFill>
                  <a:srgbClr val="222222"/>
                </a:solidFill>
                <a:latin typeface="Helvetica Neue"/>
                <a:ea typeface="Helvetica Neue"/>
                <a:cs typeface="Helvetica Neue"/>
              </a:defRPr>
            </a:lvl1pPr>
            <a:lvl2pPr>
              <a:defRPr sz="2250">
                <a:solidFill>
                  <a:srgbClr val="222222"/>
                </a:solidFill>
                <a:latin typeface="Helvetica Neue"/>
                <a:ea typeface="Helvetica Neue"/>
                <a:cs typeface="Helvetica Neue"/>
              </a:defRPr>
            </a:lvl2pPr>
            <a:lvl3pPr>
              <a:defRPr sz="2250">
                <a:solidFill>
                  <a:srgbClr val="222222"/>
                </a:solidFill>
                <a:latin typeface="Helvetica Neue"/>
                <a:ea typeface="Helvetica Neue"/>
                <a:cs typeface="Helvetica Neue"/>
              </a:defRPr>
            </a:lvl3pPr>
            <a:lvl4pPr>
              <a:defRPr sz="2250">
                <a:solidFill>
                  <a:srgbClr val="222222"/>
                </a:solidFill>
                <a:latin typeface="Helvetica Neue"/>
                <a:ea typeface="Helvetica Neue"/>
                <a:cs typeface="Helvetica Neue"/>
              </a:defRPr>
            </a:lvl4pPr>
            <a:lvl5pPr>
              <a:defRPr sz="2250">
                <a:solidFill>
                  <a:srgbClr val="222222"/>
                </a:solidFill>
                <a:latin typeface="Helvetica Neue"/>
                <a:ea typeface="Helvetica Neue"/>
                <a:cs typeface="Helvetica Neue"/>
              </a:defRPr>
            </a:lvl5pPr>
            <a:lvl6pPr>
              <a:defRPr sz="2250">
                <a:solidFill>
                  <a:srgbClr val="222222"/>
                </a:solidFill>
                <a:latin typeface="Helvetica Neue"/>
                <a:ea typeface="Helvetica Neue"/>
                <a:cs typeface="Helvetica Neue"/>
              </a:defRPr>
            </a:lvl6pPr>
            <a:lvl7pPr>
              <a:defRPr sz="2250">
                <a:solidFill>
                  <a:srgbClr val="222222"/>
                </a:solidFill>
                <a:latin typeface="Helvetica Neue"/>
                <a:ea typeface="Helvetica Neue"/>
                <a:cs typeface="Helvetica Neue"/>
              </a:defRPr>
            </a:lvl7pPr>
            <a:lvl8pPr>
              <a:defRPr sz="2250">
                <a:solidFill>
                  <a:srgbClr val="222222"/>
                </a:solidFill>
                <a:latin typeface="Helvetica Neue"/>
                <a:ea typeface="Helvetica Neue"/>
                <a:cs typeface="Helvetica Neue"/>
              </a:defRPr>
            </a:lvl8pPr>
            <a:lvl9pPr>
              <a:defRPr sz="2250">
                <a:solidFill>
                  <a:srgbClr val="222222"/>
                </a:solidFill>
                <a:latin typeface="Helvetica Neue"/>
                <a:ea typeface="Helvetica Neue"/>
                <a:cs typeface="Helvetica Neue"/>
              </a:defRPr>
            </a:lvl9pPr>
          </a:lstStyle>
          <a:p xmlns:a="http://schemas.openxmlformats.org/drawingml/2006/main">
            <a:pPr>
              <a:defRPr sz="2250">
                <a:solidFill>
                  <a:srgbClr val="222222"/>
                </a:solidFill>
                <a:latin typeface="Helvetica Neue"/>
                <a:ea typeface="Helvetica Neue"/>
                <a:cs typeface="Helvetica Neue"/>
              </a:defRPr>
            </a:pPr>
            <a:r>
              <a:rPr sz="2250">
                <a:solidFill>
                  <a:srgbClr val="222222"/>
                </a:solidFill>
                <a:latin typeface="Helvetica Neue"/>
                <a:ea typeface="Helvetica Neue"/>
                <a:cs typeface="Helvetica Neue"/>
              </a:rPr>
              <a:t>Selected-model medoid TM-scores</a:t>
            </a:r>
          </a:p>
        </p:txBody>
      </p:sp>
      <p:sp>
        <p:nvSpPr>
          <p:cNvPr id="2" name="">
            <a:extLst xmlns:a="http://schemas.openxmlformats.org/drawingml/2006/main">
              <a:ext uri="{FF2B5EF4-FFF2-40B4-BE49-F238E27FC236}">
                <a16:creationId xmlns:a16="http://schemas.microsoft.com/office/drawing/2014/main" id="{858AF270-C0C3-4299-893B-28A920F46C27}"/>
              </a:ext>
            </a:extLst>
          </p:cNvPr>
          <p:cNvSpPr>
            <a:spLocks xmlns:a="http://schemas.openxmlformats.org/drawingml/2006/main" noGrp="1"/>
          </p:cNvSpPr>
          <p:nvPr/>
        </p:nvSpPr>
        <p:spPr>
          <a:xfrm xmlns:a="http://schemas.openxmlformats.org/drawingml/2006/main">
            <a:off x="952500" y="723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Rows and columns identify the same clusters</a:t>
            </a:r>
          </a:p>
        </p:txBody>
      </p:sp>
      <p:graphicFrame>
        <p:nvGraphicFramePr>
          <p:cNvPr id="3" name="">
            <a:extLst xmlns:a="http://schemas.openxmlformats.org/drawingml/2006/main">
              <a:ext uri="{FF2B5EF4-FFF2-40B4-BE49-F238E27FC236}">
                <a16:creationId xmlns:a16="http://schemas.microsoft.com/office/drawing/2014/main" id="{A04A3F4D-210B-4BA0-BDFC-33B10B57E8BE}"/>
              </a:ext>
            </a:extLst>
          </p:cNvPr>
          <p:cNvGraphicFramePr/>
          <p:nvPr/>
        </p:nvGraphicFramePr>
        <p:xfrm>
          <a:off xmlns:a="http://schemas.openxmlformats.org/drawingml/2006/main" x="952500" y="1066800"/>
          <a:ext xmlns:a="http://schemas.openxmlformats.org/drawingml/2006/main" cx="7239000" cy="4476750"/>
        </p:xfrm>
        <a:graphic xmlns:a="http://schemas.openxmlformats.org/drawingml/2006/main">
          <a:graphicData uri="http://schemas.openxmlformats.org/drawingml/2006/table">
            <a:tbl>
              <a:tblPr firstRow="0" firstCol="0" bandRow="0" bandCol="0"/>
              <a:tblGrid>
                <a:gridCol w="1809750"/>
                <a:gridCol w="1809750"/>
                <a:gridCol w="1809750"/>
                <a:gridCol w="1809750"/>
              </a:tblGrid>
              <a:tr h="1119188">
                <a:tc>
                  <a:txBody>
                    <a:bodyPr/>
                    <a:lstStyle/>
                    <a:p>
                      <a:pPr algn="ctr"/>
                      <a:r>
                        <a:rPr sz="1275">
                          <a:solidFill>
                            <a:srgbClr val="222222"/>
                          </a:solidFill>
                          <a:latin typeface="Helvetica Neue"/>
                          <a:ea typeface="Helvetica Neue"/>
                          <a:cs typeface="Helvetica Neue"/>
                        </a:rPr>
                        <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r>
              <a:tr h="1119188">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8A8"/>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279A9"/>
                    </a:solidFill>
                  </a:tcPr>
                </a:tc>
              </a:tr>
              <a:tr h="1119188">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178A8"/>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0.94</a:t>
                      </a:r>
                    </a:p>
                  </a:txBody>
                  <a:tcPr marL="0" marR="0" marT="0" marB="0" anchor="ctr">
                    <a:solidFill>
                      <a:srgbClr val="143F78"/>
                    </a:solidFill>
                  </a:tcPr>
                </a:tc>
              </a:tr>
              <a:tr h="1119188">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0.71</a:t>
                      </a:r>
                    </a:p>
                  </a:txBody>
                  <a:tcPr marL="0" marR="0" marT="0" marB="0" anchor="ctr">
                    <a:solidFill>
                      <a:srgbClr val="4279A9"/>
                    </a:solidFill>
                  </a:tcPr>
                </a:tc>
                <a:tc>
                  <a:txBody>
                    <a:bodyPr/>
                    <a:lstStyle/>
                    <a:p>
                      <a:pPr algn="ctr"/>
                      <a:r>
                        <a:rPr sz="1125">
                          <a:solidFill>
                            <a:srgbClr val="FFFFFF"/>
                          </a:solidFill>
                          <a:latin typeface="Helvetica Neue"/>
                          <a:ea typeface="Helvetica Neue"/>
                          <a:cs typeface="Helvetica Neue"/>
                        </a:rPr>
                        <a:t>0.94</a:t>
                      </a:r>
                    </a:p>
                  </a:txBody>
                  <a:tcPr marL="0" marR="0" marT="0" marB="0" anchor="ctr">
                    <a:solidFill>
                      <a:srgbClr val="143F78"/>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r>
            </a:tbl>
          </a:graphicData>
        </a:graphic>
      </p:graphicFrame>
      <p:sp>
        <p:nvSpPr>
          <p:cNvPr id="4" name="">
            <a:extLst xmlns:a="http://schemas.openxmlformats.org/drawingml/2006/main">
              <a:ext uri="{FF2B5EF4-FFF2-40B4-BE49-F238E27FC236}">
                <a16:creationId xmlns:a16="http://schemas.microsoft.com/office/drawing/2014/main" id="{5BD3680A-1818-40CE-9669-6A87273F24B3}"/>
              </a:ext>
            </a:extLst>
          </p:cNvPr>
          <p:cNvSpPr>
            <a:spLocks xmlns:a="http://schemas.openxmlformats.org/drawingml/2006/main" noGrp="1"/>
          </p:cNvSpPr>
          <p:nvPr/>
        </p:nvSpPr>
        <p:spPr>
          <a:xfrm xmlns:a="http://schemas.openxmlformats.org/drawingml/2006/main">
            <a:off x="8429625" y="7239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TM-score</a:t>
            </a:r>
          </a:p>
        </p:txBody>
      </p:sp>
      <p:graphicFrame>
        <p:nvGraphicFramePr>
          <p:cNvPr id="5" name="">
            <a:extLst xmlns:a="http://schemas.openxmlformats.org/drawingml/2006/main">
              <a:ext uri="{FF2B5EF4-FFF2-40B4-BE49-F238E27FC236}">
                <a16:creationId xmlns:a16="http://schemas.microsoft.com/office/drawing/2014/main" id="{8CD604EF-587A-48CC-94CA-0315D5032A1F}"/>
              </a:ext>
            </a:extLst>
          </p:cNvPr>
          <p:cNvGraphicFramePr/>
          <p:nvPr/>
        </p:nvGraphicFramePr>
        <p:xfrm>
          <a:off xmlns:a="http://schemas.openxmlformats.org/drawingml/2006/main" x="8429625" y="1066800"/>
          <a:ext xmlns:a="http://schemas.openxmlformats.org/drawingml/2006/main" cx="714375" cy="4476750"/>
        </p:xfrm>
        <a:graphic xmlns:a="http://schemas.openxmlformats.org/drawingml/2006/main">
          <a:graphicData uri="http://schemas.openxmlformats.org/drawingml/2006/table">
            <a:tbl>
              <a:tblPr firstRow="0" bandRow="0"/>
              <a:tblGrid>
                <a:gridCol w="714375"/>
              </a:tblGrid>
              <a:tr h="406977">
                <a:tc>
                  <a:txBody>
                    <a:bodyPr/>
                    <a:lstStyle/>
                    <a:p>
                      <a:pPr algn="ctr"/>
                      <a:r>
                        <a:rPr sz="1350">
                          <a:solidFill>
                            <a:srgbClr val="FFFFFF"/>
                          </a:solidFill>
                          <a:latin typeface="Helvetica Neue"/>
                          <a:ea typeface="Helvetica Neue"/>
                          <a:cs typeface="Helvetica Neue"/>
                        </a:rPr>
                        <a:t>1.0</a:t>
                      </a:r>
                    </a:p>
                  </a:txBody>
                  <a:tcPr marL="0" marR="0" marT="0" marB="0" anchor="ctr">
                    <a:solidFill>
                      <a:srgbClr val="08306B"/>
                    </a:solidFill>
                  </a:tcPr>
                </a:tc>
              </a:tr>
              <a:tr h="406977">
                <a:tc>
                  <a:txBody>
                    <a:bodyPr/>
                    <a:lstStyle/>
                    <a:p>
                      <a:pPr algn="ctr"/>
                      <a:r>
                        <a:rPr sz="1350">
                          <a:solidFill>
                            <a:srgbClr val="FFFFFF"/>
                          </a:solidFill>
                          <a:latin typeface="Helvetica Neue"/>
                          <a:ea typeface="Helvetica Neue"/>
                          <a:cs typeface="Helvetica Neue"/>
                        </a:rPr>
                        <a:t>0.9</a:t>
                      </a:r>
                    </a:p>
                  </a:txBody>
                  <a:tcPr marL="0" marR="0" marT="0" marB="0" anchor="ctr">
                    <a:solidFill>
                      <a:srgbClr val="1C4980"/>
                    </a:solidFill>
                  </a:tcPr>
                </a:tc>
              </a:tr>
              <a:tr h="406977">
                <a:tc>
                  <a:txBody>
                    <a:bodyPr/>
                    <a:lstStyle/>
                    <a:p>
                      <a:pPr algn="ctr"/>
                      <a:r>
                        <a:rPr sz="1350">
                          <a:solidFill>
                            <a:srgbClr val="FFFFFF"/>
                          </a:solidFill>
                          <a:latin typeface="Helvetica Neue"/>
                          <a:ea typeface="Helvetica Neue"/>
                          <a:cs typeface="Helvetica Neue"/>
                        </a:rPr>
                        <a:t>0.8</a:t>
                      </a:r>
                    </a:p>
                  </a:txBody>
                  <a:tcPr marL="0" marR="0" marT="0" marB="0" anchor="ctr">
                    <a:solidFill>
                      <a:srgbClr val="306296"/>
                    </a:solidFill>
                  </a:tcPr>
                </a:tc>
              </a:tr>
              <a:tr h="406977">
                <a:tc>
                  <a:txBody>
                    <a:bodyPr/>
                    <a:lstStyle/>
                    <a:p>
                      <a:pPr algn="ctr"/>
                      <a:r>
                        <a:rPr sz="1350">
                          <a:solidFill>
                            <a:srgbClr val="FFFFFF"/>
                          </a:solidFill>
                          <a:latin typeface="Helvetica Neue"/>
                          <a:ea typeface="Helvetica Neue"/>
                          <a:cs typeface="Helvetica Neue"/>
                        </a:rPr>
                        <a:t>0.7</a:t>
                      </a:r>
                    </a:p>
                  </a:txBody>
                  <a:tcPr marL="0" marR="0" marT="0" marB="0" anchor="ctr">
                    <a:solidFill>
                      <a:srgbClr val="437CAB"/>
                    </a:solidFill>
                  </a:tcPr>
                </a:tc>
              </a:tr>
              <a:tr h="406977">
                <a:tc>
                  <a:txBody>
                    <a:bodyPr/>
                    <a:lstStyle/>
                    <a:p>
                      <a:pPr algn="ctr"/>
                      <a:r>
                        <a:rPr sz="1350">
                          <a:solidFill>
                            <a:srgbClr val="172435"/>
                          </a:solidFill>
                          <a:latin typeface="Helvetica Neue"/>
                          <a:ea typeface="Helvetica Neue"/>
                          <a:cs typeface="Helvetica Neue"/>
                        </a:rPr>
                        <a:t>0.6</a:t>
                      </a:r>
                    </a:p>
                  </a:txBody>
                  <a:tcPr marL="0" marR="0" marT="0" marB="0" anchor="ctr">
                    <a:solidFill>
                      <a:srgbClr val="5795C1"/>
                    </a:solidFill>
                  </a:tcPr>
                </a:tc>
              </a:tr>
              <a:tr h="406977">
                <a:tc>
                  <a:txBody>
                    <a:bodyPr/>
                    <a:lstStyle/>
                    <a:p>
                      <a:pPr algn="ctr"/>
                      <a:r>
                        <a:rPr sz="1350">
                          <a:solidFill>
                            <a:srgbClr val="172435"/>
                          </a:solidFill>
                          <a:latin typeface="Helvetica Neue"/>
                          <a:ea typeface="Helvetica Neue"/>
                          <a:cs typeface="Helvetica Neue"/>
                        </a:rPr>
                        <a:t>0.5</a:t>
                      </a:r>
                    </a:p>
                  </a:txBody>
                  <a:tcPr marL="0" marR="0" marT="0" marB="0" anchor="ctr">
                    <a:solidFill>
                      <a:srgbClr val="6BAED6"/>
                    </a:solidFill>
                  </a:tcPr>
                </a:tc>
              </a:tr>
              <a:tr h="406977">
                <a:tc>
                  <a:txBody>
                    <a:bodyPr/>
                    <a:lstStyle/>
                    <a:p>
                      <a:pPr algn="ctr"/>
                      <a:r>
                        <a:rPr sz="1350">
                          <a:solidFill>
                            <a:srgbClr val="172435"/>
                          </a:solidFill>
                          <a:latin typeface="Helvetica Neue"/>
                          <a:ea typeface="Helvetica Neue"/>
                          <a:cs typeface="Helvetica Neue"/>
                        </a:rPr>
                        <a:t>0.4</a:t>
                      </a:r>
                    </a:p>
                  </a:txBody>
                  <a:tcPr marL="0" marR="0" marT="0" marB="0" anchor="ctr">
                    <a:solidFill>
                      <a:srgbClr val="87BDDE"/>
                    </a:solidFill>
                  </a:tcPr>
                </a:tc>
              </a:tr>
              <a:tr h="406977">
                <a:tc>
                  <a:txBody>
                    <a:bodyPr/>
                    <a:lstStyle/>
                    <a:p>
                      <a:pPr algn="ctr"/>
                      <a:r>
                        <a:rPr sz="1350">
                          <a:solidFill>
                            <a:srgbClr val="172435"/>
                          </a:solidFill>
                          <a:latin typeface="Helvetica Neue"/>
                          <a:ea typeface="Helvetica Neue"/>
                          <a:cs typeface="Helvetica Neue"/>
                        </a:rPr>
                        <a:t>0.3</a:t>
                      </a:r>
                    </a:p>
                  </a:txBody>
                  <a:tcPr marL="0" marR="0" marT="0" marB="0" anchor="ctr">
                    <a:solidFill>
                      <a:srgbClr val="A3CDE6"/>
                    </a:solidFill>
                  </a:tcPr>
                </a:tc>
              </a:tr>
              <a:tr h="406977">
                <a:tc>
                  <a:txBody>
                    <a:bodyPr/>
                    <a:lstStyle/>
                    <a:p>
                      <a:pPr algn="ctr"/>
                      <a:r>
                        <a:rPr sz="1350">
                          <a:solidFill>
                            <a:srgbClr val="172435"/>
                          </a:solidFill>
                          <a:latin typeface="Helvetica Neue"/>
                          <a:ea typeface="Helvetica Neue"/>
                          <a:cs typeface="Helvetica Neue"/>
                        </a:rPr>
                        <a:t>0.2</a:t>
                      </a:r>
                    </a:p>
                  </a:txBody>
                  <a:tcPr marL="0" marR="0" marT="0" marB="0" anchor="ctr">
                    <a:solidFill>
                      <a:srgbClr val="BFDCEF"/>
                    </a:solidFill>
                  </a:tcPr>
                </a:tc>
              </a:tr>
              <a:tr h="406977">
                <a:tc>
                  <a:txBody>
                    <a:bodyPr/>
                    <a:lstStyle/>
                    <a:p>
                      <a:pPr algn="ctr"/>
                      <a:r>
                        <a:rPr sz="1350">
                          <a:solidFill>
                            <a:srgbClr val="172435"/>
                          </a:solidFill>
                          <a:latin typeface="Helvetica Neue"/>
                          <a:ea typeface="Helvetica Neue"/>
                          <a:cs typeface="Helvetica Neue"/>
                        </a:rPr>
                        <a:t>0.1</a:t>
                      </a:r>
                    </a:p>
                  </a:txBody>
                  <a:tcPr marL="0" marR="0" marT="0" marB="0" anchor="ctr">
                    <a:solidFill>
                      <a:srgbClr val="DBECF7"/>
                    </a:solidFill>
                  </a:tcPr>
                </a:tc>
              </a:tr>
              <a:tr h="406977">
                <a:tc>
                  <a:txBody>
                    <a:bodyPr/>
                    <a:lstStyle/>
                    <a:p>
                      <a:pPr algn="ctr"/>
                      <a:r>
                        <a:rPr sz="1350">
                          <a:solidFill>
                            <a:srgbClr val="172435"/>
                          </a:solidFill>
                          <a:latin typeface="Helvetica Neue"/>
                          <a:ea typeface="Helvetica Neue"/>
                          <a:cs typeface="Helvetica Neue"/>
                        </a:rPr>
                        <a:t>0.0</a:t>
                      </a:r>
                    </a:p>
                  </a:txBody>
                  <a:tcPr marL="0" marR="0" marT="0" marB="0" anchor="ctr">
                    <a:solidFill>
                      <a:srgbClr val="F7FBFF"/>
                    </a:solidFill>
                  </a:tcPr>
                </a:tc>
              </a:tr>
            </a:tbl>
          </a:graphicData>
        </a:graphic>
      </p:graphicFrame>
      <p:sp>
        <p:nvSpPr>
          <p:cNvPr id="6" name="">
            <a:extLst xmlns:a="http://schemas.openxmlformats.org/drawingml/2006/main">
              <a:ext uri="{FF2B5EF4-FFF2-40B4-BE49-F238E27FC236}">
                <a16:creationId xmlns:a16="http://schemas.microsoft.com/office/drawing/2014/main" id="{A3761B6A-7B3D-4615-B852-1D5C16B240DA}"/>
              </a:ext>
            </a:extLst>
          </p:cNvPr>
          <p:cNvSpPr>
            <a:spLocks xmlns:a="http://schemas.openxmlformats.org/drawingml/2006/main" noGrp="1"/>
          </p:cNvSpPr>
          <p:nvPr/>
        </p:nvSpPr>
        <p:spPr>
          <a:xfrm xmlns:a="http://schemas.openxmlformats.org/drawingml/2006/main">
            <a:off x="9525000" y="723900"/>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Cluster groups</a:t>
            </a:r>
          </a:p>
        </p:txBody>
      </p:sp>
      <p:sp>
        <p:nvSpPr>
          <p:cNvPr id="7" name="">
            <a:extLst xmlns:a="http://schemas.openxmlformats.org/drawingml/2006/main">
              <a:ext uri="{FF2B5EF4-FFF2-40B4-BE49-F238E27FC236}">
                <a16:creationId xmlns:a16="http://schemas.microsoft.com/office/drawing/2014/main" id="{3F729FAA-F168-437A-9282-C6F6F9EC5E7A}"/>
              </a:ext>
            </a:extLst>
          </p:cNvPr>
          <p:cNvSpPr>
            <a:spLocks xmlns:a="http://schemas.openxmlformats.org/drawingml/2006/main" noGrp="1"/>
          </p:cNvSpPr>
          <p:nvPr/>
        </p:nvSpPr>
        <p:spPr>
          <a:xfrm xmlns:a="http://schemas.openxmlformats.org/drawingml/2006/main">
            <a:off x="9525000" y="1066800"/>
            <a:ext cx="2209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222222"/>
                </a:solidFill>
                <a:latin typeface="Helvetica Neue"/>
                <a:ea typeface="Helvetica Neue"/>
                <a:cs typeface="Helvetica Neue"/>
              </a:defRPr>
            </a:defPPr>
            <a:lvl1pPr>
              <a:defRPr sz="1350">
                <a:solidFill>
                  <a:srgbClr val="222222"/>
                </a:solidFill>
                <a:latin typeface="Helvetica Neue"/>
                <a:ea typeface="Helvetica Neue"/>
                <a:cs typeface="Helvetica Neue"/>
              </a:defRPr>
            </a:lvl1pPr>
            <a:lvl2pPr>
              <a:defRPr sz="1350">
                <a:solidFill>
                  <a:srgbClr val="222222"/>
                </a:solidFill>
                <a:latin typeface="Helvetica Neue"/>
                <a:ea typeface="Helvetica Neue"/>
                <a:cs typeface="Helvetica Neue"/>
              </a:defRPr>
            </a:lvl2pPr>
            <a:lvl3pPr>
              <a:defRPr sz="1350">
                <a:solidFill>
                  <a:srgbClr val="222222"/>
                </a:solidFill>
                <a:latin typeface="Helvetica Neue"/>
                <a:ea typeface="Helvetica Neue"/>
                <a:cs typeface="Helvetica Neue"/>
              </a:defRPr>
            </a:lvl3pPr>
            <a:lvl4pPr>
              <a:defRPr sz="1350">
                <a:solidFill>
                  <a:srgbClr val="222222"/>
                </a:solidFill>
                <a:latin typeface="Helvetica Neue"/>
                <a:ea typeface="Helvetica Neue"/>
                <a:cs typeface="Helvetica Neue"/>
              </a:defRPr>
            </a:lvl4pPr>
            <a:lvl5pPr>
              <a:defRPr sz="1350">
                <a:solidFill>
                  <a:srgbClr val="222222"/>
                </a:solidFill>
                <a:latin typeface="Helvetica Neue"/>
                <a:ea typeface="Helvetica Neue"/>
                <a:cs typeface="Helvetica Neue"/>
              </a:defRPr>
            </a:lvl5pPr>
            <a:lvl6pPr>
              <a:defRPr sz="1350">
                <a:solidFill>
                  <a:srgbClr val="222222"/>
                </a:solidFill>
                <a:latin typeface="Helvetica Neue"/>
                <a:ea typeface="Helvetica Neue"/>
                <a:cs typeface="Helvetica Neue"/>
              </a:defRPr>
            </a:lvl6pPr>
            <a:lvl7pPr>
              <a:defRPr sz="1350">
                <a:solidFill>
                  <a:srgbClr val="222222"/>
                </a:solidFill>
                <a:latin typeface="Helvetica Neue"/>
                <a:ea typeface="Helvetica Neue"/>
                <a:cs typeface="Helvetica Neue"/>
              </a:defRPr>
            </a:lvl7pPr>
            <a:lvl8pPr>
              <a:defRPr sz="1350">
                <a:solidFill>
                  <a:srgbClr val="222222"/>
                </a:solidFill>
                <a:latin typeface="Helvetica Neue"/>
                <a:ea typeface="Helvetica Neue"/>
                <a:cs typeface="Helvetica Neue"/>
              </a:defRPr>
            </a:lvl8pPr>
            <a:lvl9pPr>
              <a:defRPr sz="1350">
                <a:solidFill>
                  <a:srgbClr val="222222"/>
                </a:solidFill>
                <a:latin typeface="Helvetica Neue"/>
                <a:ea typeface="Helvetica Neue"/>
                <a:cs typeface="Helvetica Neue"/>
              </a:defRPr>
            </a:lvl9pPr>
          </a:lstStyle>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1: C1.2, C1.3</a:t>
            </a:r>
          </a:p>
        </p:txBody>
      </p:sp>
      <p:sp>
        <p:nvSpPr>
          <p:cNvPr id="8" name="">
            <a:extLst xmlns:a="http://schemas.openxmlformats.org/drawingml/2006/main">
              <a:ext uri="{FF2B5EF4-FFF2-40B4-BE49-F238E27FC236}">
                <a16:creationId xmlns:a16="http://schemas.microsoft.com/office/drawing/2014/main" id="{494D441F-B1E3-4645-A3F1-0757D5B89DA0}"/>
              </a:ext>
            </a:extLst>
          </p:cNvPr>
          <p:cNvSpPr>
            <a:spLocks xmlns:a="http://schemas.openxmlformats.org/drawingml/2006/main" noGrp="1"/>
          </p:cNvSpPr>
          <p:nvPr/>
        </p:nvSpPr>
        <p:spPr>
          <a:xfrm xmlns:a="http://schemas.openxmlformats.org/drawingml/2006/main">
            <a:off x="9525000" y="4972050"/>
            <a:ext cx="220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a:solidFill>
                  <a:srgbClr val="222222"/>
                </a:solidFill>
                <a:latin typeface="Helvetica Neue"/>
                <a:ea typeface="Helvetica Neue"/>
                <a:cs typeface="Helvetica Neue"/>
              </a:defRPr>
            </a:defPPr>
            <a:lvl1pPr>
              <a:defRPr sz="1200">
                <a:solidFill>
                  <a:srgbClr val="222222"/>
                </a:solidFill>
                <a:latin typeface="Helvetica Neue"/>
                <a:ea typeface="Helvetica Neue"/>
                <a:cs typeface="Helvetica Neue"/>
              </a:defRPr>
            </a:lvl1pPr>
            <a:lvl2pPr>
              <a:defRPr sz="1200">
                <a:solidFill>
                  <a:srgbClr val="222222"/>
                </a:solidFill>
                <a:latin typeface="Helvetica Neue"/>
                <a:ea typeface="Helvetica Neue"/>
                <a:cs typeface="Helvetica Neue"/>
              </a:defRPr>
            </a:lvl2pPr>
            <a:lvl3pPr>
              <a:defRPr sz="1200">
                <a:solidFill>
                  <a:srgbClr val="222222"/>
                </a:solidFill>
                <a:latin typeface="Helvetica Neue"/>
                <a:ea typeface="Helvetica Neue"/>
                <a:cs typeface="Helvetica Neue"/>
              </a:defRPr>
            </a:lvl3pPr>
            <a:lvl4pPr>
              <a:defRPr sz="1200">
                <a:solidFill>
                  <a:srgbClr val="222222"/>
                </a:solidFill>
                <a:latin typeface="Helvetica Neue"/>
                <a:ea typeface="Helvetica Neue"/>
                <a:cs typeface="Helvetica Neue"/>
              </a:defRPr>
            </a:lvl4pPr>
            <a:lvl5pPr>
              <a:defRPr sz="1200">
                <a:solidFill>
                  <a:srgbClr val="222222"/>
                </a:solidFill>
                <a:latin typeface="Helvetica Neue"/>
                <a:ea typeface="Helvetica Neue"/>
                <a:cs typeface="Helvetica Neue"/>
              </a:defRPr>
            </a:lvl5pPr>
            <a:lvl6pPr>
              <a:defRPr sz="1200">
                <a:solidFill>
                  <a:srgbClr val="222222"/>
                </a:solidFill>
                <a:latin typeface="Helvetica Neue"/>
                <a:ea typeface="Helvetica Neue"/>
                <a:cs typeface="Helvetica Neue"/>
              </a:defRPr>
            </a:lvl6pPr>
            <a:lvl7pPr>
              <a:defRPr sz="1200">
                <a:solidFill>
                  <a:srgbClr val="222222"/>
                </a:solidFill>
                <a:latin typeface="Helvetica Neue"/>
                <a:ea typeface="Helvetica Neue"/>
                <a:cs typeface="Helvetica Neue"/>
              </a:defRPr>
            </a:lvl7pPr>
            <a:lvl8pPr>
              <a:defRPr sz="1200">
                <a:solidFill>
                  <a:srgbClr val="222222"/>
                </a:solidFill>
                <a:latin typeface="Helvetica Neue"/>
                <a:ea typeface="Helvetica Neue"/>
                <a:cs typeface="Helvetica Neue"/>
              </a:defRPr>
            </a:lvl8pPr>
            <a:lvl9pPr>
              <a:defRPr sz="1200">
                <a:solidFill>
                  <a:srgbClr val="222222"/>
                </a:solidFill>
                <a:latin typeface="Helvetica Neue"/>
                <a:ea typeface="Helvetica Neue"/>
                <a:cs typeface="Helvetica Neue"/>
              </a:defRPr>
            </a:lvl9pPr>
          </a:lstStyle>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All pairs ≥ 0.80</a:t>
            </a:r>
          </a:p>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Groups may overlap</a:t>
            </a:r>
          </a:p>
        </p:txBody>
      </p:sp>
      <p:sp>
        <p:nvSpPr>
          <p:cNvPr id="9" name="">
            <a:extLst xmlns:a="http://schemas.openxmlformats.org/drawingml/2006/main">
              <a:ext uri="{FF2B5EF4-FFF2-40B4-BE49-F238E27FC236}">
                <a16:creationId xmlns:a16="http://schemas.microsoft.com/office/drawing/2014/main" id="{A29514D8-345C-46CF-8311-A72680E33083}"/>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a:solidFill>
                  <a:srgbClr val="222222"/>
                </a:solidFill>
                <a:latin typeface="Helvetica Neue"/>
                <a:ea typeface="Helvetica Neue"/>
                <a:cs typeface="Helvetica Neue"/>
              </a:defRPr>
            </a:defPPr>
            <a:lvl1pPr>
              <a:defRPr sz="1575">
                <a:solidFill>
                  <a:srgbClr val="222222"/>
                </a:solidFill>
                <a:latin typeface="Helvetica Neue"/>
                <a:ea typeface="Helvetica Neue"/>
                <a:cs typeface="Helvetica Neue"/>
              </a:defRPr>
            </a:lvl1pPr>
            <a:lvl2pPr>
              <a:defRPr sz="1575">
                <a:solidFill>
                  <a:srgbClr val="222222"/>
                </a:solidFill>
                <a:latin typeface="Helvetica Neue"/>
                <a:ea typeface="Helvetica Neue"/>
                <a:cs typeface="Helvetica Neue"/>
              </a:defRPr>
            </a:lvl2pPr>
            <a:lvl3pPr>
              <a:defRPr sz="1575">
                <a:solidFill>
                  <a:srgbClr val="222222"/>
                </a:solidFill>
                <a:latin typeface="Helvetica Neue"/>
                <a:ea typeface="Helvetica Neue"/>
                <a:cs typeface="Helvetica Neue"/>
              </a:defRPr>
            </a:lvl3pPr>
            <a:lvl4pPr>
              <a:defRPr sz="1575">
                <a:solidFill>
                  <a:srgbClr val="222222"/>
                </a:solidFill>
                <a:latin typeface="Helvetica Neue"/>
                <a:ea typeface="Helvetica Neue"/>
                <a:cs typeface="Helvetica Neue"/>
              </a:defRPr>
            </a:lvl4pPr>
            <a:lvl5pPr>
              <a:defRPr sz="1575">
                <a:solidFill>
                  <a:srgbClr val="222222"/>
                </a:solidFill>
                <a:latin typeface="Helvetica Neue"/>
                <a:ea typeface="Helvetica Neue"/>
                <a:cs typeface="Helvetica Neue"/>
              </a:defRPr>
            </a:lvl5pPr>
            <a:lvl6pPr>
              <a:defRPr sz="1575">
                <a:solidFill>
                  <a:srgbClr val="222222"/>
                </a:solidFill>
                <a:latin typeface="Helvetica Neue"/>
                <a:ea typeface="Helvetica Neue"/>
                <a:cs typeface="Helvetica Neue"/>
              </a:defRPr>
            </a:lvl6pPr>
            <a:lvl7pPr>
              <a:defRPr sz="1575">
                <a:solidFill>
                  <a:srgbClr val="222222"/>
                </a:solidFill>
                <a:latin typeface="Helvetica Neue"/>
                <a:ea typeface="Helvetica Neue"/>
                <a:cs typeface="Helvetica Neue"/>
              </a:defRPr>
            </a:lvl7pPr>
            <a:lvl8pPr>
              <a:defRPr sz="1575">
                <a:solidFill>
                  <a:srgbClr val="222222"/>
                </a:solidFill>
                <a:latin typeface="Helvetica Neue"/>
                <a:ea typeface="Helvetica Neue"/>
                <a:cs typeface="Helvetica Neue"/>
              </a:defRPr>
            </a:lvl8pPr>
            <a:lvl9pPr>
              <a:defRPr sz="1575">
                <a:solidFill>
                  <a:srgbClr val="222222"/>
                </a:solidFill>
                <a:latin typeface="Helvetica Neue"/>
                <a:ea typeface="Helvetica Neue"/>
                <a:cs typeface="Helvetica Neue"/>
              </a:defRPr>
            </a:lvl9pPr>
          </a:lstStyle>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Figure 17. Whole-chain TM-scores between medoids of the selected models in each cluster.</a:t>
            </a:r>
          </a:p>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Average-length normalization, mean of both directions. Higher scores indicate greater structural similarity.</a:t>
            </a:r>
          </a:p>
        </p:txBody>
      </p:sp>
    </p:spTree>
    <p:extLst>
      <p:ext uri="{BB962C8B-B14F-4D97-AF65-F5344CB8AC3E}">
        <p14:creationId xmlns:p14="http://schemas.microsoft.com/office/powerpoint/2010/main" val="1107377758"/>
      </p:ext>
    </p:extLst>
  </p:cSld>
</p:sld>
</file>

<file path=ppt/slides/slide19.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TextBox 1"/>
          <p:cNvSpPr txBox="1"/>
          <p:nvPr/>
        </p:nvSpPr>
        <p:spPr>
          <a:xfrm>
            <a:off x="457200" y="228600"/>
            <a:ext cx="11277600" cy="381000"/>
          </a:xfrm>
          <a:prstGeom prst="rect">
            <a:avLst/>
          </a:prstGeom>
          <a:noFill/>
        </p:spPr>
        <p:txBody>
          <a:bodyPr wrap="none" lIns="0" rIns="0" tIns="0" bIns="0">
            <a:noAutofit/>
          </a:bodyPr>
          <a:lstStyle/>
          <a:p>
            <a:pPr>
              <a:lnSpc>
                <a:spcPts val="2475"/>
              </a:lnSpc>
              <a:spcBef>
                <a:spcPts val="0"/>
              </a:spcBef>
              <a:spcAft>
                <a:spcPts val="0"/>
              </a:spcAft>
              <a:defRPr sz="2250">
                <a:solidFill>
                  <a:srgbClr val="222222"/>
                </a:solidFill>
                <a:latin typeface="Arial"/>
              </a:defRPr>
            </a:pPr>
            <a:r>
              <a:rPr sz="2250">
                <a:solidFill>
                  <a:srgbClr val="245BA7"/>
                </a:solidFill>
                <a:latin typeface="Arial"/>
                <a:hlinkClick r:id="rIdBonsaiSource"/>
              </a:rPr>
              <a:t>Bonsai · selected cluster ensembles (native engine b16ef6f)</a:t>
            </a:r>
          </a:p>
        </p:txBody>
      </p:sp>
      <p:pic>
        <p:nvPicPr>
          <p:cNvPr id="2" name="">
            <a:extLst>
              <a:ext uri="{FF2B5EF4-FFF2-40B4-BE49-F238E27FC236}">
                <ns3:creationId id="{5DCDFF61-BE93-415A-9523-F09E37AA3905}"/>
              </a:ext>
            </a:extLst>
          </p:cNvPr>
          <p:cNvPicPr>
            <a:picLocks noChangeAspect="1"/>
          </p:cNvPicPr>
          <p:nvPr/>
        </p:nvPicPr>
        <p:blipFill>
          <a:blip r:embed="Rfe594452b4474845"/>
          <a:stretch/>
        </p:blipFill>
        <p:spPr>
          <a:xfrm>
            <a:off x="1334386" y="723900"/>
            <a:ext cx="1903228" cy="4572000"/>
          </a:xfrm>
          <a:prstGeom prst="rect">
            <a:avLst/>
          </a:prstGeom>
        </p:spPr>
      </p:pic>
      <p:pic>
        <p:nvPicPr>
          <p:cNvPr id="3" name="">
            <a:extLst>
              <a:ext uri="{FF2B5EF4-FFF2-40B4-BE49-F238E27FC236}">
                <ns3:creationId id="{4D460568-74E7-498E-A159-0B3C264D250C}"/>
              </a:ext>
            </a:extLst>
          </p:cNvPr>
          <p:cNvPicPr>
            <a:picLocks noChangeAspect="1"/>
          </p:cNvPicPr>
          <p:nvPr/>
        </p:nvPicPr>
        <p:blipFill>
          <a:blip r:embed="R4157b56e26194e0e"/>
          <a:stretch/>
        </p:blipFill>
        <p:spPr>
          <a:xfrm>
            <a:off x="4990214" y="723900"/>
            <a:ext cx="2211572" cy="4572000"/>
          </a:xfrm>
          <a:prstGeom prst="rect">
            <a:avLst/>
          </a:prstGeom>
        </p:spPr>
      </p:pic>
      <p:pic>
        <p:nvPicPr>
          <p:cNvPr id="4" name="">
            <a:extLst>
              <a:ext uri="{FF2B5EF4-FFF2-40B4-BE49-F238E27FC236}">
                <ns3:creationId id="{8F2E0AA7-FB48-41CA-A041-1E61A010917F}"/>
              </a:ext>
            </a:extLst>
          </p:cNvPr>
          <p:cNvPicPr>
            <a:picLocks noChangeAspect="1"/>
          </p:cNvPicPr>
          <p:nvPr/>
        </p:nvPicPr>
        <p:blipFill>
          <a:blip r:embed="Re39238c790a34c88"/>
          <a:stretch/>
        </p:blipFill>
        <p:spPr>
          <a:xfrm>
            <a:off x="8077200" y="1386816"/>
            <a:ext cx="3657600" cy="3246167"/>
          </a:xfrm>
          <a:prstGeom prst="rect">
            <a:avLst/>
          </a:prstGeom>
        </p:spPr>
      </p:pic>
      <p:sp>
        <p:nvSpPr>
          <p:cNvPr id="5" name="">
            <a:extLst>
              <a:ext uri="{FF2B5EF4-FFF2-40B4-BE49-F238E27FC236}">
                <ns3:creationId id="{65F3ACCC-A2DF-4CC3-B07F-22BECA62E88A}"/>
              </a:ext>
            </a:extLst>
          </p:cNvPr>
          <p:cNvSpPr>
            <a:spLocks noGrp="1"/>
          </p:cNvSpPr>
          <p:nvPr/>
        </p:nvSpPr>
        <p:spPr>
          <a:xfrm>
            <a:off x="457200" y="5314950"/>
            <a:ext cx="1123950" cy="228600"/>
          </a:xfrm>
          <a:prstGeom prst="rect">
            <a:avLst/>
          </a:prstGeom>
          <a:noFill/>
          <a:ln w="0">
            <a:noFill/>
          </a:ln>
        </p:spPr>
        <p:txBody>
          <a:bodyPr>
            <a:normAutofit fontScale="75000"/>
          </a:bodyPr>
          <a:lstStyle>
            <a:defPPr>
              <a:defRPr sz="1200">
                <a:solidFill>
                  <a:srgbClr val="0072B2"/>
                </a:solidFill>
                <a:latin typeface="DejaVu Sans"/>
                <a:ea typeface="DejaVu Sans"/>
                <a:cs typeface="DejaVu Sans"/>
              </a:defRPr>
            </a:defPPr>
            <a:lvl1pPr>
              <a:defRPr sz="1200">
                <a:solidFill>
                  <a:srgbClr val="0072B2"/>
                </a:solidFill>
                <a:latin typeface="DejaVu Sans"/>
                <a:ea typeface="DejaVu Sans"/>
                <a:cs typeface="DejaVu Sans"/>
              </a:defRPr>
            </a:lvl1pPr>
            <a:lvl2pPr>
              <a:defRPr sz="1200">
                <a:solidFill>
                  <a:srgbClr val="0072B2"/>
                </a:solidFill>
                <a:latin typeface="DejaVu Sans"/>
                <a:ea typeface="DejaVu Sans"/>
                <a:cs typeface="DejaVu Sans"/>
              </a:defRPr>
            </a:lvl2pPr>
            <a:lvl3pPr>
              <a:defRPr sz="1200">
                <a:solidFill>
                  <a:srgbClr val="0072B2"/>
                </a:solidFill>
                <a:latin typeface="DejaVu Sans"/>
                <a:ea typeface="DejaVu Sans"/>
                <a:cs typeface="DejaVu Sans"/>
              </a:defRPr>
            </a:lvl3pPr>
            <a:lvl4pPr>
              <a:defRPr sz="1200">
                <a:solidFill>
                  <a:srgbClr val="0072B2"/>
                </a:solidFill>
                <a:latin typeface="DejaVu Sans"/>
                <a:ea typeface="DejaVu Sans"/>
                <a:cs typeface="DejaVu Sans"/>
              </a:defRPr>
            </a:lvl4pPr>
            <a:lvl5pPr>
              <a:defRPr sz="1200">
                <a:solidFill>
                  <a:srgbClr val="0072B2"/>
                </a:solidFill>
                <a:latin typeface="DejaVu Sans"/>
                <a:ea typeface="DejaVu Sans"/>
                <a:cs typeface="DejaVu Sans"/>
              </a:defRPr>
            </a:lvl5pPr>
            <a:lvl6pPr>
              <a:defRPr sz="1200">
                <a:solidFill>
                  <a:srgbClr val="0072B2"/>
                </a:solidFill>
                <a:latin typeface="DejaVu Sans"/>
                <a:ea typeface="DejaVu Sans"/>
                <a:cs typeface="DejaVu Sans"/>
              </a:defRPr>
            </a:lvl6pPr>
            <a:lvl7pPr>
              <a:defRPr sz="1200">
                <a:solidFill>
                  <a:srgbClr val="0072B2"/>
                </a:solidFill>
                <a:latin typeface="DejaVu Sans"/>
                <a:ea typeface="DejaVu Sans"/>
                <a:cs typeface="DejaVu Sans"/>
              </a:defRPr>
            </a:lvl7pPr>
            <a:lvl8pPr>
              <a:defRPr sz="1200">
                <a:solidFill>
                  <a:srgbClr val="0072B2"/>
                </a:solidFill>
                <a:latin typeface="DejaVu Sans"/>
                <a:ea typeface="DejaVu Sans"/>
                <a:cs typeface="DejaVu Sans"/>
              </a:defRPr>
            </a:lvl8pPr>
            <a:lvl9pPr>
              <a:defRPr sz="1200">
                <a:solidFill>
                  <a:srgbClr val="0072B2"/>
                </a:solidFill>
                <a:latin typeface="DejaVu Sans"/>
                <a:ea typeface="DejaVu Sans"/>
                <a:cs typeface="DejaVu Sans"/>
              </a:defRPr>
            </a:lvl9pPr>
          </a:lstStyle>
          <a:p>
            <a:pPr>
              <a:defRPr sz="1200">
                <a:solidFill>
                  <a:srgbClr val="0072B2"/>
                </a:solidFill>
                <a:latin typeface="DejaVu Sans"/>
                <a:ea typeface="DejaVu Sans"/>
                <a:cs typeface="DejaVu Sans"/>
              </a:defRPr>
            </a:pPr>
            <a:r>
              <a:rPr sz="1200">
                <a:solidFill>
                  <a:srgbClr val="0072B2"/>
                </a:solidFill>
                <a:latin typeface="DejaVu Sans"/>
                <a:ea typeface="DejaVu Sans"/>
                <a:cs typeface="DejaVu Sans"/>
              </a:rPr>
              <a:t>B1</a:t>
            </a:r>
          </a:p>
        </p:txBody>
      </p:sp>
      <p:sp>
        <p:nvSpPr>
          <p:cNvPr id="6" name="">
            <a:extLst>
              <a:ext uri="{FF2B5EF4-FFF2-40B4-BE49-F238E27FC236}">
                <ns3:creationId id="{B9257D00-5B37-4BE0-9C50-46F4C4895A7C}"/>
              </a:ext>
            </a:extLst>
          </p:cNvPr>
          <p:cNvSpPr>
            <a:spLocks noGrp="1"/>
          </p:cNvSpPr>
          <p:nvPr/>
        </p:nvSpPr>
        <p:spPr>
          <a:xfrm>
            <a:off x="1584960" y="5314950"/>
            <a:ext cx="1123950" cy="228600"/>
          </a:xfrm>
          <a:prstGeom prst="rect">
            <a:avLst/>
          </a:prstGeom>
          <a:noFill/>
          <a:ln w="0">
            <a:noFill/>
          </a:ln>
        </p:spPr>
        <p:txBody>
          <a:bodyPr>
            <a:normAutofit fontScale="75000"/>
          </a:bodyPr>
          <a:lstStyle>
            <a:defPPr>
              <a:defRPr sz="1200">
                <a:solidFill>
                  <a:srgbClr val="D55E00"/>
                </a:solidFill>
                <a:latin typeface="DejaVu Sans"/>
                <a:ea typeface="DejaVu Sans"/>
                <a:cs typeface="DejaVu Sans"/>
              </a:defRPr>
            </a:defPPr>
            <a:lvl1pPr>
              <a:defRPr sz="1200">
                <a:solidFill>
                  <a:srgbClr val="D55E00"/>
                </a:solidFill>
                <a:latin typeface="DejaVu Sans"/>
                <a:ea typeface="DejaVu Sans"/>
                <a:cs typeface="DejaVu Sans"/>
              </a:defRPr>
            </a:lvl1pPr>
            <a:lvl2pPr>
              <a:defRPr sz="1200">
                <a:solidFill>
                  <a:srgbClr val="D55E00"/>
                </a:solidFill>
                <a:latin typeface="DejaVu Sans"/>
                <a:ea typeface="DejaVu Sans"/>
                <a:cs typeface="DejaVu Sans"/>
              </a:defRPr>
            </a:lvl2pPr>
            <a:lvl3pPr>
              <a:defRPr sz="1200">
                <a:solidFill>
                  <a:srgbClr val="D55E00"/>
                </a:solidFill>
                <a:latin typeface="DejaVu Sans"/>
                <a:ea typeface="DejaVu Sans"/>
                <a:cs typeface="DejaVu Sans"/>
              </a:defRPr>
            </a:lvl3pPr>
            <a:lvl4pPr>
              <a:defRPr sz="1200">
                <a:solidFill>
                  <a:srgbClr val="D55E00"/>
                </a:solidFill>
                <a:latin typeface="DejaVu Sans"/>
                <a:ea typeface="DejaVu Sans"/>
                <a:cs typeface="DejaVu Sans"/>
              </a:defRPr>
            </a:lvl4pPr>
            <a:lvl5pPr>
              <a:defRPr sz="1200">
                <a:solidFill>
                  <a:srgbClr val="D55E00"/>
                </a:solidFill>
                <a:latin typeface="DejaVu Sans"/>
                <a:ea typeface="DejaVu Sans"/>
                <a:cs typeface="DejaVu Sans"/>
              </a:defRPr>
            </a:lvl5pPr>
            <a:lvl6pPr>
              <a:defRPr sz="1200">
                <a:solidFill>
                  <a:srgbClr val="D55E00"/>
                </a:solidFill>
                <a:latin typeface="DejaVu Sans"/>
                <a:ea typeface="DejaVu Sans"/>
                <a:cs typeface="DejaVu Sans"/>
              </a:defRPr>
            </a:lvl6pPr>
            <a:lvl7pPr>
              <a:defRPr sz="1200">
                <a:solidFill>
                  <a:srgbClr val="D55E00"/>
                </a:solidFill>
                <a:latin typeface="DejaVu Sans"/>
                <a:ea typeface="DejaVu Sans"/>
                <a:cs typeface="DejaVu Sans"/>
              </a:defRPr>
            </a:lvl7pPr>
            <a:lvl8pPr>
              <a:defRPr sz="1200">
                <a:solidFill>
                  <a:srgbClr val="D55E00"/>
                </a:solidFill>
                <a:latin typeface="DejaVu Sans"/>
                <a:ea typeface="DejaVu Sans"/>
                <a:cs typeface="DejaVu Sans"/>
              </a:defRPr>
            </a:lvl8pPr>
            <a:lvl9pPr>
              <a:defRPr sz="1200">
                <a:solidFill>
                  <a:srgbClr val="D55E00"/>
                </a:solidFill>
                <a:latin typeface="DejaVu Sans"/>
                <a:ea typeface="DejaVu Sans"/>
                <a:cs typeface="DejaVu Sans"/>
              </a:defRPr>
            </a:lvl9pPr>
          </a:lstStyle>
          <a:p>
            <a:pPr>
              <a:defRPr sz="1200">
                <a:solidFill>
                  <a:srgbClr val="D55E00"/>
                </a:solidFill>
                <a:latin typeface="DejaVu Sans"/>
                <a:ea typeface="DejaVu Sans"/>
                <a:cs typeface="DejaVu Sans"/>
              </a:defRPr>
            </a:pPr>
            <a:r>
              <a:rPr sz="1200">
                <a:solidFill>
                  <a:srgbClr val="D55E00"/>
                </a:solidFill>
                <a:latin typeface="DejaVu Sans"/>
                <a:ea typeface="DejaVu Sans"/>
                <a:cs typeface="DejaVu Sans"/>
              </a:rPr>
              <a:t>B2</a:t>
            </a:r>
          </a:p>
        </p:txBody>
      </p:sp>
      <p:sp>
        <p:nvSpPr>
          <p:cNvPr id="7" name="">
            <a:extLst>
              <a:ext uri="{FF2B5EF4-FFF2-40B4-BE49-F238E27FC236}">
                <ns3:creationId id="{D989B1EF-2447-49B2-9336-63F5C979C225}"/>
              </a:ext>
            </a:extLst>
          </p:cNvPr>
          <p:cNvSpPr>
            <a:spLocks noGrp="1"/>
          </p:cNvSpPr>
          <p:nvPr/>
        </p:nvSpPr>
        <p:spPr>
          <a:xfrm>
            <a:off x="457200" y="5829300"/>
            <a:ext cx="11277600" cy="800100"/>
          </a:xfrm>
          <a:prstGeom prst="rect">
            <a:avLst/>
          </a:prstGeom>
          <a:noFill/>
          <a:ln w="0">
            <a:noFill/>
          </a:ln>
        </p:spPr>
        <p:txBody>
          <a:bodyPr>
            <a:normAutofit fontScale="95387"/>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18. Bonsai of 15 representatives; 14 nonzero PCs, variance scaling off. a: equal-angle; b: equal-daylight; c: dendrogram. Bonsai-derived groups: native edge cuts, k=2 (tree-distance silhouette 0.911). Cx.y retains original identity; B groups apply only to selected models. Other slides retain UMAP labels. Paths encode distance; root is arbitrary.</a:t>
            </a:r>
          </a:p>
        </p:txBody>
      </p:sp>
    </p:spTree>
    <p:extLst>
      <p:ext uri="{BB962C8B-B14F-4D97-AF65-F5344CB8AC3E}">
        <ns4:creationId val="1688680730"/>
      </p:ext>
    </p:extLst>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24125"/>
            <a:ext cx="11277600" cy="609600"/>
          </a:xfrm>
          <a:prstGeom prst="rect">
            <a:avLst/>
          </a:prstGeom>
          <a:noFill/>
        </p:spPr>
        <p:txBody>
          <a:bodyPr wrap="square" lIns="0" rIns="0" tIns="0" bIns="0">
            <a:noAutofit/>
          </a:bodyPr>
          <a:lstStyle/>
          <a:p>
            <a:pPr algn="ctr">
              <a:defRPr sz="3600">
                <a:solidFill>
                  <a:srgbClr val="222222"/>
                </a:solidFill>
                <a:latin typeface="Arial"/>
              </a:defRPr>
            </a:pPr>
            <a:r>
              <a:t>SR215 bmr6366 largest child</a:t>
            </a:r>
          </a:p>
        </p:txBody>
      </p:sp>
      <p:sp>
        <p:nvSpPr>
          <p:cNvPr id="3" name="TextBox 2"/>
          <p:cNvSpPr txBox="1"/>
          <p:nvPr/>
        </p:nvSpPr>
        <p:spPr>
          <a:xfrm>
            <a:off x="457200" y="3209925"/>
            <a:ext cx="11277600" cy="609600"/>
          </a:xfrm>
          <a:prstGeom prst="rect">
            <a:avLst/>
          </a:prstGeom>
          <a:noFill/>
        </p:spPr>
        <p:txBody>
          <a:bodyPr wrap="square" lIns="0" rIns="0" tIns="0" bIns="0">
            <a:noAutofit/>
          </a:bodyPr>
          <a:lstStyle/>
          <a:p>
            <a:pPr algn="ctr">
              <a:defRPr sz="2550">
                <a:solidFill>
                  <a:srgbClr val="222222"/>
                </a:solidFill>
                <a:latin typeface="Arial"/>
              </a:defRPr>
            </a:pPr>
            <a:r>
              <a:t>11 AIS methods · 10,120 selected models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600" cy="381000"/>
          </a:xfrm>
          <a:prstGeom prst="rect">
            <a:avLst/>
          </a:prstGeom>
          <a:noFill/>
        </p:spPr>
        <p:txBody>
          <a:bodyPr wrap="square" lIns="0" rIns="0" tIns="0" bIns="0">
            <a:normAutofit/>
          </a:bodyPr>
          <a:lstStyle/>
          <a:p>
            <a:pPr>
              <a:defRPr sz="2250">
                <a:solidFill>
                  <a:srgbClr val="222222"/>
                </a:solidFill>
                <a:latin typeface="Arial"/>
              </a:defRPr>
            </a:pPr>
            <a:r>
              <a:t>Methodology</a:t>
            </a:r>
          </a:p>
        </p:txBody>
      </p:sp>
      <p:sp>
        <p:nvSpPr>
          <p:cNvPr id="3" name="TextBox 2"/>
          <p:cNvSpPr txBox="1"/>
          <p:nvPr/>
        </p:nvSpPr>
        <p:spPr>
          <a:xfrm>
            <a:off x="457200" y="838200"/>
            <a:ext cx="5410200" cy="285750"/>
          </a:xfrm>
          <a:prstGeom prst="rect">
            <a:avLst/>
          </a:prstGeom>
          <a:noFill/>
        </p:spPr>
        <p:txBody>
          <a:bodyPr wrap="square" lIns="0" rIns="0" tIns="0" bIns="0">
            <a:normAutofit/>
          </a:bodyPr>
          <a:lstStyle/>
          <a:p>
            <a:pPr>
              <a:defRPr sz="1650">
                <a:solidFill>
                  <a:srgbClr val="222222"/>
                </a:solidFill>
                <a:latin typeface="Arial"/>
              </a:defRPr>
            </a:pPr>
            <a:r>
              <a:t>Sampling methods analyzed</a:t>
            </a:r>
          </a:p>
        </p:txBody>
      </p:sp>
      <p:sp>
        <p:nvSpPr>
          <p:cNvPr id="4" name="TextBox 3"/>
          <p:cNvSpPr txBox="1"/>
          <p:nvPr/>
        </p:nvSpPr>
        <p:spPr>
          <a:xfrm>
            <a:off x="4572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11 AIS methods; 10,120 selected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AFSample2; AFSample3; Boltz2; OpenDDE.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 BioEMU2; AFCluster; SPEACH_AF.</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AlphaFlow MD; AlphaFlow PDB; ESMFlow PDB.</a:t>
            </a:r>
          </a:p>
        </p:txBody>
      </p:sp>
      <p:sp>
        <p:nvSpPr>
          <p:cNvPr id="5" name="TextBox 4"/>
          <p:cNvSpPr txBox="1"/>
          <p:nvPr/>
        </p:nvSpPr>
        <p:spPr>
          <a:xfrm>
            <a:off x="457200" y="2543175"/>
            <a:ext cx="5410200" cy="285750"/>
          </a:xfrm>
          <a:prstGeom prst="rect">
            <a:avLst/>
          </a:prstGeom>
          <a:noFill/>
        </p:spPr>
        <p:txBody>
          <a:bodyPr wrap="square" lIns="0" rIns="0" tIns="0" bIns="0">
            <a:normAutofit/>
          </a:bodyPr>
          <a:lstStyle/>
          <a:p>
            <a:pPr>
              <a:defRPr sz="1650">
                <a:solidFill>
                  <a:srgbClr val="222222"/>
                </a:solidFill>
                <a:latin typeface="Arial"/>
              </a:defRPr>
            </a:pPr>
            <a:r>
              <a:t>Shared structural feature input</a:t>
            </a:r>
          </a:p>
        </p:txBody>
      </p:sp>
      <p:sp>
        <p:nvSpPr>
          <p:cNvPr id="6" name="TextBox 5"/>
          <p:cNvSpPr txBox="1"/>
          <p:nvPr/>
        </p:nvSpPr>
        <p:spPr>
          <a:xfrm>
            <a:off x="4572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Second pass: only primary Cluster 1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Use the frozen parent residue/pair mask.</a:t>
            </a:r>
          </a:p>
          <a:p>
            <a:pPr>
              <a:lnSpc>
                <a:spcPts val="1650"/>
              </a:lnSpc>
              <a:spcBef>
                <a:spcPts val="0"/>
              </a:spcBef>
              <a:spcAft>
                <a:spcPts val="0"/>
              </a:spcAft>
              <a:defRPr sz="1500">
                <a:solidFill>
                  <a:srgbClr val="222222"/>
                </a:solidFill>
                <a:latin typeface="Arial"/>
              </a:defRPr>
            </a:pPr>
            <a:r>
              <a:rPr sz="1500">
                <a:solidFill>
                  <a:srgbClr val="222222"/>
                </a:solidFill>
                <a:latin typeface="Arial"/>
              </a:rPr>
              <a:t>139 retained residues; 9,591 Cα distance pairs.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Fresh PCA, UMAP and t-SNE fit this subset.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Primary labels and native structures are preserved.</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Final child-count review remains open.</a:t>
            </a:r>
          </a:p>
        </p:txBody>
      </p:sp>
      <p:sp>
        <p:nvSpPr>
          <p:cNvPr id="7" name="TextBox 6"/>
          <p:cNvSpPr txBox="1"/>
          <p:nvPr/>
        </p:nvSpPr>
        <p:spPr>
          <a:xfrm>
            <a:off x="457200" y="4248150"/>
            <a:ext cx="5410200" cy="285750"/>
          </a:xfrm>
          <a:prstGeom prst="rect">
            <a:avLst/>
          </a:prstGeom>
          <a:noFill/>
        </p:spPr>
        <p:txBody>
          <a:bodyPr wrap="square" lIns="0" rIns="0" tIns="0" bIns="0">
            <a:normAutofit/>
          </a:bodyPr>
          <a:lstStyle/>
          <a:p>
            <a:pPr>
              <a:defRPr sz="1650">
                <a:solidFill>
                  <a:srgbClr val="222222"/>
                </a:solidFill>
                <a:latin typeface="Arial"/>
              </a:defRPr>
            </a:pPr>
            <a:r>
              <a:t>Two-dimensional projections</a:t>
            </a:r>
          </a:p>
        </p:txBody>
      </p:sp>
      <p:sp>
        <p:nvSpPr>
          <p:cNvPr id="8" name="TextBox 7"/>
          <p:cNvSpPr txBox="1"/>
          <p:nvPr/>
        </p:nvSpPr>
        <p:spPr>
          <a:xfrm>
            <a:off x="4572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5"/>
              </a:rPr>
              <a:t>PCA: scikit-learn 1.7.1</a:t>
            </a:r>
            <a:r>
              <a:rPr sz="1500">
                <a:solidFill>
                  <a:srgbClr val="222222"/>
                </a:solidFill>
                <a:latin typeface="Arial"/>
              </a:rPr>
              <a:t>; centered SVD.</a:t>
            </a:r>
          </a:p>
          <a:p>
            <a:pPr>
              <a:lnSpc>
                <a:spcPts val="1650"/>
              </a:lnSpc>
              <a:spcBef>
                <a:spcPts val="0"/>
              </a:spcBef>
              <a:spcAft>
                <a:spcPts val="0"/>
              </a:spcAft>
            </a:pPr>
            <a:r>
              <a:rPr sz="1500">
                <a:solidFill>
                  <a:srgbClr val="245BA7"/>
                </a:solidFill>
                <a:latin typeface="Arial"/>
                <a:hlinkClick r:id="rId6"/>
              </a:rPr>
              <a:t>t-SNE: scikit-learn 1.7.1</a:t>
            </a:r>
            <a:r>
              <a:rPr sz="1500">
                <a:solidFill>
                  <a:srgbClr val="222222"/>
                </a:solidFill>
                <a:latin typeface="Arial"/>
              </a:rPr>
              <a:t>; Barnes–Hut,</a:t>
            </a:r>
          </a:p>
          <a:p>
            <a:pPr>
              <a:lnSpc>
                <a:spcPts val="1650"/>
              </a:lnSpc>
              <a:spcBef>
                <a:spcPts val="0"/>
              </a:spcBef>
              <a:spcAft>
                <a:spcPts val="0"/>
              </a:spcAft>
            </a:pPr>
            <a:r>
              <a:rPr sz="1500">
                <a:solidFill>
                  <a:srgbClr val="222222"/>
                </a:solidFill>
                <a:latin typeface="Arial"/>
              </a:rPr>
              <a:t>perplexity 30; the workflow uses Python t-SNE.</a:t>
            </a:r>
          </a:p>
          <a:p>
            <a:pPr>
              <a:lnSpc>
                <a:spcPts val="1650"/>
              </a:lnSpc>
              <a:spcBef>
                <a:spcPts val="0"/>
              </a:spcBef>
              <a:spcAft>
                <a:spcPts val="0"/>
              </a:spcAft>
            </a:pPr>
            <a:r>
              <a:rPr sz="1500">
                <a:solidFill>
                  <a:srgbClr val="245BA7"/>
                </a:solidFill>
                <a:latin typeface="Arial"/>
                <a:hlinkClick r:id="rId7"/>
              </a:rPr>
              <a:t>UMAP: umap-learn 0.5.11</a:t>
            </a:r>
            <a:r>
              <a:rPr sz="1500">
                <a:solidFill>
                  <a:srgbClr val="222222"/>
                </a:solidFill>
                <a:latin typeface="Arial"/>
              </a:rPr>
              <a:t>; neighbors 15,</a:t>
            </a:r>
          </a:p>
          <a:p>
            <a:pPr>
              <a:lnSpc>
                <a:spcPts val="1650"/>
              </a:lnSpc>
              <a:spcBef>
                <a:spcPts val="0"/>
              </a:spcBef>
              <a:spcAft>
                <a:spcPts val="0"/>
              </a:spcAft>
            </a:pPr>
            <a:r>
              <a:rPr sz="1500">
                <a:solidFill>
                  <a:srgbClr val="222222"/>
                </a:solidFill>
                <a:latin typeface="Arial"/>
              </a:rPr>
              <a:t>min_dist 0.1; Euclidean distance. Random seed 42.</a:t>
            </a:r>
          </a:p>
        </p:txBody>
      </p:sp>
      <p:sp>
        <p:nvSpPr>
          <p:cNvPr id="9" name="TextBox 8"/>
          <p:cNvSpPr txBox="1"/>
          <p:nvPr/>
        </p:nvSpPr>
        <p:spPr>
          <a:xfrm>
            <a:off x="6324600" y="838200"/>
            <a:ext cx="5410200" cy="285750"/>
          </a:xfrm>
          <a:prstGeom prst="rect">
            <a:avLst/>
          </a:prstGeom>
          <a:noFill/>
        </p:spPr>
        <p:txBody>
          <a:bodyPr wrap="square" lIns="0" rIns="0" tIns="0" bIns="0">
            <a:normAutofit/>
          </a:bodyPr>
          <a:lstStyle/>
          <a:p>
            <a:pPr>
              <a:defRPr sz="1650">
                <a:solidFill>
                  <a:srgbClr val="222222"/>
                </a:solidFill>
                <a:latin typeface="Arial"/>
              </a:defRPr>
            </a:pPr>
            <a:r>
              <a:t>Clusters and displayed representatives</a:t>
            </a:r>
          </a:p>
        </p:txBody>
      </p:sp>
      <p:sp>
        <p:nvSpPr>
          <p:cNvPr id="10" name="TextBox 9"/>
          <p:cNvSpPr txBox="1"/>
          <p:nvPr/>
        </p:nvSpPr>
        <p:spPr>
          <a:xfrm>
            <a:off x="63246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Preserve UMAP components; seeds 42/7/123.</a:t>
            </a:r>
          </a:p>
          <a:p>
            <a:pPr>
              <a:lnSpc>
                <a:spcPts val="1650"/>
              </a:lnSpc>
              <a:spcBef>
                <a:spcPts val="0"/>
              </a:spcBef>
              <a:spcAft>
                <a:spcPts val="0"/>
              </a:spcAft>
              <a:defRPr sz="1500">
                <a:solidFill>
                  <a:srgbClr val="222222"/>
                </a:solidFill>
                <a:latin typeface="Arial"/>
              </a:defRPr>
            </a:pPr>
            <a:r>
              <a:rPr sz="1500">
                <a:solidFill>
                  <a:srgbClr val="222222"/>
                </a:solidFill>
                <a:latin typeface="Arial"/>
              </a:rPr>
              <a:t>Ward splits: feature silhouette ≥0.15; ARI ≥0.80.</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Up to 5 models per cluster by mean pLDDT.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8,130 selected models have native confidence.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BioEMU/BioEMU2 stay unscored in clustering.</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Unscored-only clusters use structural medoids.</a:t>
            </a:r>
          </a:p>
        </p:txBody>
      </p:sp>
      <p:sp>
        <p:nvSpPr>
          <p:cNvPr id="11" name="TextBox 10"/>
          <p:cNvSpPr txBox="1"/>
          <p:nvPr/>
        </p:nvSpPr>
        <p:spPr>
          <a:xfrm>
            <a:off x="6324600" y="2543175"/>
            <a:ext cx="5410200" cy="285750"/>
          </a:xfrm>
          <a:prstGeom prst="rect">
            <a:avLst/>
          </a:prstGeom>
          <a:noFill/>
        </p:spPr>
        <p:txBody>
          <a:bodyPr wrap="square" lIns="0" rIns="0" tIns="0" bIns="0">
            <a:normAutofit/>
          </a:bodyPr>
          <a:lstStyle/>
          <a:p>
            <a:pPr>
              <a:defRPr sz="1650">
                <a:solidFill>
                  <a:srgbClr val="222222"/>
                </a:solidFill>
                <a:latin typeface="Arial"/>
              </a:defRPr>
            </a:pPr>
            <a:r>
              <a:t>Medoid TM-similarity grid</a:t>
            </a:r>
          </a:p>
        </p:txBody>
      </p:sp>
      <p:sp>
        <p:nvSpPr>
          <p:cNvPr id="12" name="TextBox 11"/>
          <p:cNvSpPr txBox="1"/>
          <p:nvPr/>
        </p:nvSpPr>
        <p:spPr>
          <a:xfrm>
            <a:off x="63246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Among the displayed models in each cluster, the</a:t>
            </a:r>
          </a:p>
          <a:p>
            <a:pPr>
              <a:lnSpc>
                <a:spcPts val="1650"/>
              </a:lnSpc>
              <a:spcBef>
                <a:spcPts val="0"/>
              </a:spcBef>
              <a:spcAft>
                <a:spcPts val="0"/>
              </a:spcAft>
            </a:pPr>
            <a:r>
              <a:rPr sz="1500">
                <a:solidFill>
                  <a:srgbClr val="222222"/>
                </a:solidFill>
                <a:latin typeface="Arial"/>
              </a:rPr>
              <a:t>medoid minimizes mean pairwise aligned Cα RMSD</a:t>
            </a:r>
          </a:p>
          <a:p>
            <a:pPr>
              <a:lnSpc>
                <a:spcPts val="1650"/>
              </a:lnSpc>
              <a:spcBef>
                <a:spcPts val="0"/>
              </a:spcBef>
              <a:spcAft>
                <a:spcPts val="0"/>
              </a:spcAft>
            </a:pPr>
            <a:r>
              <a:rPr sz="1500">
                <a:solidFill>
                  <a:srgbClr val="222222"/>
                </a:solidFill>
                <a:latin typeface="Arial"/>
              </a:rPr>
              <a:t>over shared, chain-corresponded residues.</a:t>
            </a:r>
          </a:p>
          <a:p>
            <a:pPr>
              <a:lnSpc>
                <a:spcPts val="1650"/>
              </a:lnSpc>
              <a:spcBef>
                <a:spcPts val="0"/>
              </a:spcBef>
              <a:spcAft>
                <a:spcPts val="0"/>
              </a:spcAft>
            </a:pPr>
            <a:r>
              <a:rPr sz="1500">
                <a:solidFill>
                  <a:srgbClr val="245BA7"/>
                </a:solidFill>
                <a:latin typeface="Arial"/>
                <a:hlinkClick r:id="rId8"/>
              </a:rPr>
              <a:t>US-align</a:t>
            </a:r>
            <a:r>
              <a:rPr sz="1500">
                <a:solidFill>
                  <a:srgbClr val="222222"/>
                </a:solidFill>
                <a:latin typeface="Arial"/>
              </a:rPr>
              <a:t> scores each medoid pair in both directions;</a:t>
            </a:r>
          </a:p>
          <a:p>
            <a:pPr>
              <a:lnSpc>
                <a:spcPts val="1650"/>
              </a:lnSpc>
              <a:spcBef>
                <a:spcPts val="0"/>
              </a:spcBef>
              <a:spcAft>
                <a:spcPts val="0"/>
              </a:spcAft>
            </a:pPr>
            <a:r>
              <a:rPr sz="1500">
                <a:solidFill>
                  <a:srgbClr val="222222"/>
                </a:solidFill>
                <a:latin typeface="Arial"/>
              </a:rPr>
              <a:t>average-length normalization and directional mean</a:t>
            </a:r>
          </a:p>
          <a:p>
            <a:pPr>
              <a:lnSpc>
                <a:spcPts val="1650"/>
              </a:lnSpc>
              <a:spcBef>
                <a:spcPts val="0"/>
              </a:spcBef>
              <a:spcAft>
                <a:spcPts val="0"/>
              </a:spcAft>
            </a:pPr>
            <a:r>
              <a:rPr sz="1500">
                <a:solidFill>
                  <a:srgbClr val="222222"/>
                </a:solidFill>
                <a:latin typeface="Arial"/>
              </a:rPr>
              <a:t>give a symmetric grid (0–1; higher is more similar).</a:t>
            </a:r>
          </a:p>
        </p:txBody>
      </p:sp>
      <p:sp>
        <p:nvSpPr>
          <p:cNvPr id="13" name="TextBox 12"/>
          <p:cNvSpPr txBox="1"/>
          <p:nvPr/>
        </p:nvSpPr>
        <p:spPr>
          <a:xfrm>
            <a:off x="6324600" y="4248150"/>
            <a:ext cx="5410200" cy="285750"/>
          </a:xfrm>
          <a:prstGeom prst="rect">
            <a:avLst/>
          </a:prstGeom>
          <a:noFill/>
        </p:spPr>
        <p:txBody>
          <a:bodyPr wrap="square" lIns="0" rIns="0" tIns="0" bIns="0">
            <a:normAutofit/>
          </a:bodyPr>
          <a:lstStyle/>
          <a:p>
            <a:pPr>
              <a:defRPr sz="1650">
                <a:solidFill>
                  <a:srgbClr val="222222"/>
                </a:solidFill>
                <a:latin typeface="Arial"/>
              </a:defRPr>
            </a:pPr>
            <a:r>
              <a:t>Bonsai of the selected ensembles</a:t>
            </a:r>
          </a:p>
        </p:txBody>
      </p:sp>
      <p:sp>
        <p:nvSpPr>
          <p:cNvPr id="14" name="TextBox 13"/>
          <p:cNvSpPr txBox="1"/>
          <p:nvPr/>
        </p:nvSpPr>
        <p:spPr>
          <a:xfrm>
            <a:off x="63246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9"/>
              </a:rPr>
              <a:t>Bonsai / Bonsai Scout</a:t>
            </a:r>
            <a:r>
              <a:rPr sz="1500">
                <a:solidFill>
                  <a:srgbClr val="222222"/>
                </a:solidFill>
                <a:latin typeface="Arial"/>
              </a:rPr>
              <a:t>: native engine b16ef6f.</a:t>
            </a:r>
          </a:p>
          <a:p>
            <a:pPr>
              <a:lnSpc>
                <a:spcPts val="1650"/>
              </a:lnSpc>
              <a:spcBef>
                <a:spcPts val="0"/>
              </a:spcBef>
              <a:spcAft>
                <a:spcPts val="0"/>
              </a:spcAft>
            </a:pPr>
            <a:r>
              <a:rPr sz="1500">
                <a:solidFill>
                  <a:srgbClr val="222222"/>
                </a:solidFill>
                <a:latin typeface="Arial"/>
              </a:rPr>
              <a:t>15 representatives; 14 nonzero PCA axes.</a:t>
            </a:r>
          </a:p>
          <a:p>
            <a:pPr>
              <a:lnSpc>
                <a:spcPts val="1650"/>
              </a:lnSpc>
              <a:spcBef>
                <a:spcPts val="0"/>
              </a:spcBef>
              <a:spcAft>
                <a:spcPts val="0"/>
              </a:spcAft>
            </a:pPr>
            <a:r>
              <a:rPr sz="1500">
                <a:solidFill>
                  <a:srgbClr val="222222"/>
                </a:solidFill>
                <a:latin typeface="Arial"/>
              </a:rPr>
              <a:t>Variance scaling off; tree paths encode distance.</a:t>
            </a:r>
          </a:p>
          <a:p>
            <a:pPr>
              <a:lnSpc>
                <a:spcPts val="1650"/>
              </a:lnSpc>
              <a:spcBef>
                <a:spcPts val="0"/>
              </a:spcBef>
              <a:spcAft>
                <a:spcPts val="0"/>
              </a:spcAft>
            </a:pPr>
            <a:r>
              <a:rPr sz="1500">
                <a:solidFill>
                  <a:srgbClr val="222222"/>
                </a:solidFill>
                <a:latin typeface="Arial"/>
              </a:rPr>
              <a:t>Native edge cuts select 2 groups by silhouette.</a:t>
            </a:r>
          </a:p>
          <a:p>
            <a:pPr>
              <a:lnSpc>
                <a:spcPts val="1650"/>
              </a:lnSpc>
              <a:spcBef>
                <a:spcPts val="0"/>
              </a:spcBef>
              <a:spcAft>
                <a:spcPts val="0"/>
              </a:spcAft>
            </a:pPr>
            <a:r>
              <a:rPr sz="1500">
                <a:solidFill>
                  <a:srgbClr val="222222"/>
                </a:solidFill>
                <a:latin typeface="Arial"/>
              </a:rPr>
              <a:t>B labels apply only to selected representatives.</a:t>
            </a:r>
          </a:p>
          <a:p>
            <a:pPr>
              <a:lnSpc>
                <a:spcPts val="1650"/>
              </a:lnSpc>
              <a:spcBef>
                <a:spcPts val="0"/>
              </a:spcBef>
              <a:spcAft>
                <a:spcPts val="0"/>
              </a:spcAft>
            </a:pPr>
            <a:r>
              <a:rPr sz="1500">
                <a:solidFill>
                  <a:srgbClr val="222222"/>
                </a:solidFill>
                <a:latin typeface="Arial"/>
              </a:rPr>
              <a:t>Circular views and dendrogram; root is arbitrary.</a:t>
            </a:r>
          </a:p>
        </p:txBody>
      </p:sp>
      <p:sp>
        <p:nvSpPr>
          <p:cNvPr id="15" name="TextBox 14"/>
          <p:cNvSpPr txBox="1"/>
          <p:nvPr/>
        </p:nvSpPr>
        <p:spPr>
          <a:xfrm>
            <a:off x="45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0"/>
              </a:rPr>
              <a:t>PCA / scikit-learn: Pedregosa et al., 2011</a:t>
            </a:r>
          </a:p>
        </p:txBody>
      </p:sp>
      <p:sp>
        <p:nvSpPr>
          <p:cNvPr id="16" name="TextBox 15"/>
          <p:cNvSpPr txBox="1"/>
          <p:nvPr/>
        </p:nvSpPr>
        <p:spPr>
          <a:xfrm>
            <a:off x="426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1"/>
              </a:rPr>
              <a:t>t-SNE: van der Maaten &amp; Hinton, 2008</a:t>
            </a:r>
          </a:p>
        </p:txBody>
      </p:sp>
      <p:sp>
        <p:nvSpPr>
          <p:cNvPr id="17" name="TextBox 16"/>
          <p:cNvSpPr txBox="1"/>
          <p:nvPr/>
        </p:nvSpPr>
        <p:spPr>
          <a:xfrm>
            <a:off x="807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2"/>
              </a:rPr>
              <a:t>UMAP: McInnes, Healy &amp; Melville, 2018</a:t>
            </a:r>
          </a:p>
        </p:txBody>
      </p:sp>
      <p:sp>
        <p:nvSpPr>
          <p:cNvPr id="18" name="TextBox 17"/>
          <p:cNvSpPr txBox="1"/>
          <p:nvPr/>
        </p:nvSpPr>
        <p:spPr>
          <a:xfrm>
            <a:off x="457200" y="6419850"/>
            <a:ext cx="11277600" cy="266700"/>
          </a:xfrm>
          <a:prstGeom prst="rect">
            <a:avLst/>
          </a:prstGeom>
          <a:noFill/>
        </p:spPr>
        <p:txBody>
          <a:bodyPr wrap="square" lIns="0" rIns="0" tIns="0" bIns="0">
            <a:normAutofit/>
          </a:bodyPr>
          <a:lstStyle/>
          <a:p>
            <a:pPr>
              <a:defRPr sz="1200">
                <a:solidFill>
                  <a:srgbClr val="222222"/>
                </a:solidFill>
                <a:latin typeface="Arial"/>
              </a:defRPr>
            </a:pPr>
            <a:r>
              <a:t>Only nine confidence-producing methods are ranked; BioEMU/BioEMU2 remain in every structural analysis. Unscored-only clusters retain their structural medoid.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9550"/>
            <a:ext cx="11277600" cy="419100"/>
          </a:xfrm>
          <a:prstGeom prst="rect">
            <a:avLst/>
          </a:prstGeom>
          <a:noFill/>
        </p:spPr>
        <p:txBody>
          <a:bodyPr wrap="square" lIns="0" rIns="0" tIns="0" bIns="0">
            <a:normAutofit/>
          </a:bodyPr>
          <a:lstStyle/>
          <a:p>
            <a:pPr>
              <a:defRPr sz="2250">
                <a:solidFill>
                  <a:srgbClr val="222222"/>
                </a:solidFill>
                <a:latin typeface="Arial"/>
              </a:defRPr>
            </a:pPr>
            <a:r>
              <a:t>TM-similar cluster ensembles</a:t>
            </a:r>
          </a:p>
        </p:txBody>
      </p:sp>
      <p:sp>
        <p:nvSpPr>
          <p:cNvPr id="3" name="TextBox 2"/>
          <p:cNvSpPr txBox="1"/>
          <p:nvPr/>
        </p:nvSpPr>
        <p:spPr>
          <a:xfrm>
            <a:off x="457200" y="742950"/>
            <a:ext cx="11087100" cy="266700"/>
          </a:xfrm>
          <a:prstGeom prst="rect">
            <a:avLst/>
          </a:prstGeom>
          <a:noFill/>
        </p:spPr>
        <p:txBody>
          <a:bodyPr wrap="square" lIns="0" rIns="0" tIns="0" bIns="0">
            <a:normAutofit/>
          </a:bodyPr>
          <a:lstStyle/>
          <a:p>
            <a:pPr>
              <a:defRPr sz="1725">
                <a:solidFill>
                  <a:srgbClr val="222222"/>
                </a:solidFill>
                <a:latin typeface="Arial"/>
              </a:defRPr>
            </a:pPr>
            <a:r>
              <a:t>a. Group 1: C1.2, C1.3</a:t>
            </a:r>
          </a:p>
        </p:txBody>
      </p:sp>
      <p:pic>
        <p:nvPicPr>
          <p:cNvPr id="4" name="TM group 1: cluster overlay" descr="ensemble.png"/>
          <p:cNvPicPr>
            <a:picLocks noChangeAspect="1"/>
          </p:cNvPicPr>
          <p:nvPr/>
        </p:nvPicPr>
        <p:blipFill>
          <a:blip r:embed="rId2"/>
          <a:srcRect l="35786" t="27222" r="26929" b="10222"/>
          <a:stretch>
            <a:fillRect/>
          </a:stretch>
        </p:blipFill>
        <p:spPr>
          <a:xfrm>
            <a:off x="4172660" y="1047750"/>
            <a:ext cx="3656178" cy="3943350"/>
          </a:xfrm>
          <a:prstGeom prst="rect">
            <a:avLst/>
          </a:prstGeom>
        </p:spPr>
      </p:pic>
      <p:sp>
        <p:nvSpPr>
          <p:cNvPr id="5" name="Rectangle 4"/>
          <p:cNvSpPr/>
          <p:nvPr/>
        </p:nvSpPr>
        <p:spPr>
          <a:xfrm>
            <a:off x="4514850" y="5105400"/>
            <a:ext cx="209550" cy="152400"/>
          </a:xfrm>
          <a:prstGeom prst="rect">
            <a:avLst/>
          </a:prstGeom>
          <a:solidFill>
            <a:srgbClr val="FF7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00600" y="5048250"/>
            <a:ext cx="1238250" cy="285750"/>
          </a:xfrm>
          <a:prstGeom prst="rect">
            <a:avLst/>
          </a:prstGeom>
          <a:noFill/>
        </p:spPr>
        <p:txBody>
          <a:bodyPr wrap="square" lIns="0" rIns="0" tIns="0" bIns="0">
            <a:normAutofit/>
          </a:bodyPr>
          <a:lstStyle/>
          <a:p>
            <a:pPr>
              <a:defRPr sz="1500">
                <a:solidFill>
                  <a:srgbClr val="222222"/>
                </a:solidFill>
                <a:latin typeface="Arial"/>
              </a:defRPr>
            </a:pPr>
            <a:r>
              <a:t>C1.2</a:t>
            </a:r>
          </a:p>
        </p:txBody>
      </p:sp>
      <p:sp>
        <p:nvSpPr>
          <p:cNvPr id="7" name="Rectangle 6"/>
          <p:cNvSpPr/>
          <p:nvPr/>
        </p:nvSpPr>
        <p:spPr>
          <a:xfrm>
            <a:off x="6096000" y="5105400"/>
            <a:ext cx="209550" cy="152400"/>
          </a:xfrm>
          <a:prstGeom prst="rect">
            <a:avLst/>
          </a:prstGeom>
          <a:solidFill>
            <a:srgbClr val="2C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1750" y="5048250"/>
            <a:ext cx="1238250" cy="285750"/>
          </a:xfrm>
          <a:prstGeom prst="rect">
            <a:avLst/>
          </a:prstGeom>
          <a:noFill/>
        </p:spPr>
        <p:txBody>
          <a:bodyPr wrap="square" lIns="0" rIns="0" tIns="0" bIns="0">
            <a:normAutofit/>
          </a:bodyPr>
          <a:lstStyle/>
          <a:p>
            <a:pPr>
              <a:defRPr sz="1500">
                <a:solidFill>
                  <a:srgbClr val="222222"/>
                </a:solidFill>
                <a:latin typeface="Arial"/>
              </a:defRPr>
            </a:pPr>
            <a:r>
              <a:t>C1.3</a:t>
            </a:r>
          </a:p>
        </p:txBody>
      </p:sp>
      <p:sp>
        <p:nvSpPr>
          <p:cNvPr id="9" name="TextBox 8"/>
          <p:cNvSpPr txBox="1"/>
          <p:nvPr/>
        </p:nvSpPr>
        <p:spPr>
          <a:xfrm>
            <a:off x="457200" y="5505450"/>
            <a:ext cx="11277600" cy="1123950"/>
          </a:xfrm>
          <a:prstGeom prst="rect">
            <a:avLst/>
          </a:prstGeom>
          <a:noFill/>
        </p:spPr>
        <p:txBody>
          <a:bodyPr wrap="square" lIns="0" rIns="0" tIns="0" bIns="0">
            <a:normAutofit/>
          </a:bodyPr>
          <a:lstStyle/>
          <a:p>
            <a:pPr>
              <a:defRPr sz="1425">
                <a:solidFill>
                  <a:srgbClr val="222222"/>
                </a:solidFill>
                <a:latin typeface="Arial"/>
              </a:defRPr>
            </a:pPr>
            <a:r>
              <a:t>Figure 19. Maximal groups whose every cluster-medoid pair has TM-score &gt; 0.8 (group 1: 10 models, TM 0.9391–0.9391). All displayed representatives are pooled and aligned to the pooled Cα RMSD medoid using the recorded alignment residues, without outlier rejection. Detected terminal exclusions also apply to fitting. Colors match PCA, UMAP and t-SNE clusters; saved camera orientation is reused. Groups may overlap.</a:t>
            </a:r>
          </a:p>
        </p:txBody>
      </p:sp>
    </p:spTree>
  </p:cSld>
  <p:clrMapOvr>
    <a:masterClrMapping/>
  </p:clrMapOvr>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55FBF607-9E27-4939-87BB-0642A971E482}"/>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1 · one model per frame</a:t>
            </a:r>
          </a:p>
        </p:txBody>
      </p:sp>
      <p:sp>
        <p:nvSpPr>
          <p:cNvPr id="2" name="">
            <a:extLst>
              <a:ext uri="{FF2B5EF4-FFF2-40B4-BE49-F238E27FC236}">
                <ns2:creationId id="{DD6EAD60-8554-4DF8-80CE-1A7E4D03F436}"/>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1 | whole_structure">
            <a:extLst>
              <a:ext uri="{FF2B5EF4-FFF2-40B4-BE49-F238E27FC236}">
                <ns2:creationId id="{4D78EED9-EACB-410B-BFF8-C457C6863775}"/>
              </a:ext>
            </a:extLst>
          </p:cNvPr>
          <p:cNvPicPr>
            <a:picLocks noChangeAspect="1"/>
          </p:cNvPicPr>
          <p:nvPr/>
        </p:nvPicPr>
        <p:blipFill>
          <a:blip r:embed="rIdPooledAnimation1"/>
          <a:stretch/>
        </p:blipFill>
        <p:spPr>
          <a:xfrm>
            <a:off x="4250014" y="1162050"/>
            <a:ext cx="3463371" cy="4191000"/>
          </a:xfrm>
          <a:prstGeom prst="rect">
            <a:avLst/>
          </a:prstGeom>
        </p:spPr>
      </p:pic>
      <p:sp>
        <p:nvSpPr>
          <p:cNvPr id="4" name="">
            <a:extLst>
              <a:ext uri="{FF2B5EF4-FFF2-40B4-BE49-F238E27FC236}">
                <ns2:creationId id="{FFE01AA5-A411-42BC-ABE4-DBFB3C00DC8E}"/>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12378834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group_21/notesMasters/_rels/notesMaster1.xml.rels><?xml version='1.0' encoding='utf-8'?>
<Relationships xmlns="http://schemas.openxmlformats.org/package/2006/relationships"><Relationship Id="rId1" Type="http://schemas.openxmlformats.org/officeDocument/2006/relationships/theme" Target="../theme/theme2.xml" /></Relationships>
</file>

<file path=ppt/tm_group_21/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tm_group_21/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tm_group_21/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"PyMOL extra_fit, method=align, CA atoms, cycles=0 (no outlier rejection)",</a:t>
            </a:r>
          </a:p>
          <a:p>
            <a:r>
              <a:t>  "statistics": "sqrt(mean_model(sum_xyz((CA_model - mean_model(CA))**2))) after extra_fit",</a:t>
            </a:r>
          </a:p>
          <a:p>
            <a:r>
              <a:t>  "plddt": "Mean atom pLDDT within each residue in each model, then equal-weight mean over every represented model.",</a:t>
            </a:r>
          </a:p>
          <a:p>
            <a:r>
              <a:t>  "putty": {</a:t>
            </a:r>
          </a:p>
          <a:p>
            <a:r>
              <a:t>    "transform": 7,</a:t>
            </a:r>
          </a:p>
          <a:p>
            <a:r>
              <a:t>    "radius_scale": 2.0,</a:t>
            </a:r>
          </a:p>
          <a:p>
            <a:r>
              <a:t>    "scale_min": -1.0,</a:t>
            </a:r>
          </a:p>
          <a:p>
            <a:r>
              <a:t>    "scale_max": -1.0,</a:t>
            </a:r>
          </a:p>
          <a:p>
            <a:r>
              <a:t>    "cartoon_sampling": 1,</a:t>
            </a:r>
          </a:p>
          <a:p>
            <a:r>
              <a:t>    "color_bins": [</a:t>
            </a:r>
          </a:p>
          <a:p>
            <a:r>
              <a:t>      [</a:t>
            </a:r>
          </a:p>
          <a:p>
            <a:r>
              <a:t>        0,</a:t>
            </a:r>
          </a:p>
          <a:p>
            <a:r>
              <a:t>        50,</a:t>
            </a:r>
          </a:p>
          <a:p>
            <a:r>
              <a:t>        "#ff7d45"</a:t>
            </a:r>
          </a:p>
          <a:p>
            <a:r>
              <a:t>      ],</a:t>
            </a:r>
          </a:p>
          <a:p>
            <a:r>
              <a:t>      [</a:t>
            </a:r>
          </a:p>
          <a:p>
            <a:r>
              <a:t>        50,</a:t>
            </a:r>
          </a:p>
          <a:p>
            <a:r>
              <a:t>        70,</a:t>
            </a:r>
          </a:p>
          <a:p>
            <a:r>
              <a:t>        "#ffdb13"</a:t>
            </a:r>
          </a:p>
          <a:p>
            <a:r>
              <a:t>      ],</a:t>
            </a:r>
          </a:p>
          <a:p>
            <a:r>
              <a:t>      [</a:t>
            </a:r>
          </a:p>
          <a:p>
            <a:r>
              <a:t>        70,</a:t>
            </a:r>
          </a:p>
          <a:p>
            <a:r>
              <a:t>        90,</a:t>
            </a:r>
          </a:p>
          <a:p>
            <a:r>
              <a:t>        "#65cbf3"</a:t>
            </a:r>
          </a:p>
          <a:p>
            <a:r>
              <a:t>      ],</a:t>
            </a:r>
          </a:p>
          <a:p>
            <a:r>
              <a:t>      [</a:t>
            </a:r>
          </a:p>
          <a:p>
            <a:r>
              <a:t>        90,</a:t>
            </a:r>
          </a:p>
          <a:p>
            <a:r>
              <a:t>        101,</a:t>
            </a:r>
          </a:p>
          <a:p>
            <a:r>
              <a:t>        "#0053d6"</a:t>
            </a:r>
          </a:p>
          <a:p>
            <a:r>
              <a:t>      ]</a:t>
            </a:r>
          </a:p>
          <a:p>
            <a:r>
              <a:t>    ]</a:t>
            </a:r>
          </a:p>
          <a:p>
            <a:r>
              <a:t>  },</a:t>
            </a:r>
          </a:p>
          <a:p>
            <a:r>
              <a:t>  "groups": [</a:t>
            </a:r>
          </a:p>
          <a:p>
            <a:r>
              <a:t>    {</a:t>
            </a:r>
          </a:p>
          <a:p>
            <a:r>
              <a:t>      "id": 1,</a:t>
            </a:r>
          </a:p>
          <a:p>
            <a:r>
              <a:t>      "clusters": [</a:t>
            </a:r>
          </a:p>
          <a:p>
            <a:r>
              <a:t>        "C1.2",</a:t>
            </a:r>
          </a:p>
          <a:p>
            <a:r>
              <a:t>        "C1.3"</a:t>
            </a:r>
          </a:p>
          <a:p>
            <a:r>
              <a:t>      ],</a:t>
            </a:r>
          </a:p>
          <a:p>
            <a:r>
              <a:t>      "model_count": 10,</a:t>
            </a:r>
          </a:p>
          <a:p>
            <a:r>
              <a:t>      "residue_count": 139,</a:t>
            </a:r>
          </a:p>
          <a:p>
            <a:r>
              <a:t>      "min_pair_tm": 0.93907,</a:t>
            </a:r>
          </a:p>
          <a:p>
            <a:r>
              <a:t>      "max_pair_tm": 0.93907,</a:t>
            </a:r>
          </a:p>
          <a:p>
            <a:r>
              <a:t>      "alignment_ca_keys": [</a:t>
            </a:r>
          </a:p>
          <a:p>
            <a:r>
              <a:t>        [</a:t>
            </a:r>
          </a:p>
          <a:p>
            <a:r>
              <a:t>          "A",</a:t>
            </a:r>
          </a:p>
          <a:p>
            <a:r>
              <a:t>          "1"</a:t>
            </a:r>
          </a:p>
          <a:p>
            <a:r>
              <a:t>        ],</a:t>
            </a:r>
          </a:p>
          <a:p>
            <a:r>
              <a:t>        [</a:t>
            </a:r>
          </a:p>
          <a:p>
            <a:r>
              <a:t>          "A",</a:t>
            </a:r>
          </a:p>
          <a:p>
            <a:r>
              <a:t>          "10"</a:t>
            </a:r>
          </a:p>
          <a:p>
            <a:r>
              <a:t>        ],</a:t>
            </a:r>
          </a:p>
          <a:p>
            <a:r>
              <a:t>        [</a:t>
            </a:r>
          </a:p>
          <a:p>
            <a:r>
              <a:t>          "A",</a:t>
            </a:r>
          </a:p>
          <a:p>
            <a:r>
              <a:t>          "100"</a:t>
            </a:r>
          </a:p>
          <a:p>
            <a:r>
              <a:t>        ],</a:t>
            </a:r>
          </a:p>
          <a:p>
            <a:r>
              <a:t>        [</a:t>
            </a:r>
          </a:p>
          <a:p>
            <a:r>
              <a:t>          "A",</a:t>
            </a:r>
          </a:p>
          <a:p>
            <a:r>
              <a:t>          "101"</a:t>
            </a:r>
          </a:p>
          <a:p>
            <a:r>
              <a:t>        ],</a:t>
            </a:r>
          </a:p>
          <a:p>
            <a:r>
              <a:t>        [</a:t>
            </a:r>
          </a:p>
          <a:p>
            <a:r>
              <a:t>          "A",</a:t>
            </a:r>
          </a:p>
          <a:p>
            <a:r>
              <a:t>          "102"</a:t>
            </a:r>
          </a:p>
          <a:p>
            <a:r>
              <a:t>        ],</a:t>
            </a:r>
          </a:p>
          <a:p>
            <a:r>
              <a:t>        [</a:t>
            </a:r>
          </a:p>
          <a:p>
            <a:r>
              <a:t>          "A",</a:t>
            </a:r>
          </a:p>
          <a:p>
            <a:r>
              <a:t>          "103"</a:t>
            </a:r>
          </a:p>
          <a:p>
            <a:r>
              <a:t>        ],</a:t>
            </a:r>
          </a:p>
          <a:p>
            <a:r>
              <a:t>        [</a:t>
            </a:r>
          </a:p>
          <a:p>
            <a:r>
              <a:t>          "A",</a:t>
            </a:r>
          </a:p>
          <a:p>
            <a:r>
              <a:t>          "104"</a:t>
            </a:r>
          </a:p>
          <a:p>
            <a:r>
              <a:t>        ],</a:t>
            </a:r>
          </a:p>
          <a:p>
            <a:r>
              <a:t>        [</a:t>
            </a:r>
          </a:p>
          <a:p>
            <a:r>
              <a:t>          "A",</a:t>
            </a:r>
          </a:p>
          <a:p>
            <a:r>
              <a:t>          "105"</a:t>
            </a:r>
          </a:p>
          <a:p>
            <a:r>
              <a:t>        ],</a:t>
            </a:r>
          </a:p>
          <a:p>
            <a:r>
              <a:t>        [</a:t>
            </a:r>
          </a:p>
          <a:p>
            <a:r>
              <a:t>          "A",</a:t>
            </a:r>
          </a:p>
          <a:p>
            <a:r>
              <a:t>          "106"</a:t>
            </a:r>
          </a:p>
          <a:p>
            <a:r>
              <a:t>        ],</a:t>
            </a:r>
          </a:p>
          <a:p>
            <a:r>
              <a:t>        [</a:t>
            </a:r>
          </a:p>
          <a:p>
            <a:r>
              <a:t>          "A",</a:t>
            </a:r>
          </a:p>
          <a:p>
            <a:r>
              <a:t>          "107"</a:t>
            </a:r>
          </a:p>
          <a:p>
            <a:r>
              <a:t>        ],</a:t>
            </a:r>
          </a:p>
          <a:p>
            <a:r>
              <a:t>        [</a:t>
            </a:r>
          </a:p>
          <a:p>
            <a:r>
              <a:t>          "A",</a:t>
            </a:r>
          </a:p>
          <a:p>
            <a:r>
              <a:t>          "108"</a:t>
            </a:r>
          </a:p>
          <a:p>
            <a:r>
              <a:t>        ],</a:t>
            </a:r>
          </a:p>
          <a:p>
            <a:r>
              <a:t>        [</a:t>
            </a:r>
          </a:p>
          <a:p>
            <a:r>
              <a:t>          "A",</a:t>
            </a:r>
          </a:p>
          <a:p>
            <a:r>
              <a:t>          "109"</a:t>
            </a:r>
          </a:p>
          <a:p>
            <a:r>
              <a:t>        ],</a:t>
            </a:r>
          </a:p>
          <a:p>
            <a:r>
              <a:t>        [</a:t>
            </a:r>
          </a:p>
          <a:p>
            <a:r>
              <a:t>          "A",</a:t>
            </a:r>
          </a:p>
          <a:p>
            <a:r>
              <a:t>          "11"</a:t>
            </a:r>
          </a:p>
          <a:p>
            <a:r>
              <a:t>        ],</a:t>
            </a:r>
          </a:p>
          <a:p>
            <a:r>
              <a:t>        [</a:t>
            </a:r>
          </a:p>
          <a:p>
            <a:r>
              <a:t>          "A",</a:t>
            </a:r>
          </a:p>
          <a:p>
            <a:r>
              <a:t>          "110"</a:t>
            </a:r>
          </a:p>
          <a:p>
            <a:r>
              <a:t>        ],</a:t>
            </a:r>
          </a:p>
          <a:p>
            <a:r>
              <a:t>        [</a:t>
            </a:r>
          </a:p>
          <a:p>
            <a:r>
              <a:t>          "A",</a:t>
            </a:r>
          </a:p>
          <a:p>
            <a:r>
              <a:t>          "111"</a:t>
            </a:r>
          </a:p>
          <a:p>
            <a:r>
              <a:t>        ],</a:t>
            </a:r>
          </a:p>
          <a:p>
            <a:r>
              <a:t>        [</a:t>
            </a:r>
          </a:p>
          <a:p>
            <a:r>
              <a:t>          "A",</a:t>
            </a:r>
          </a:p>
          <a:p>
            <a:r>
              <a:t>          "112"</a:t>
            </a:r>
          </a:p>
          <a:p>
            <a:r>
              <a:t>        ],</a:t>
            </a:r>
          </a:p>
          <a:p>
            <a:r>
              <a:t>        [</a:t>
            </a:r>
          </a:p>
          <a:p>
            <a:r>
              <a:t>          "A",</a:t>
            </a:r>
          </a:p>
          <a:p>
            <a:r>
              <a:t>          "113"</a:t>
            </a:r>
          </a:p>
          <a:p>
            <a:r>
              <a:t>        ],</a:t>
            </a:r>
          </a:p>
          <a:p>
            <a:r>
              <a:t>        [</a:t>
            </a:r>
          </a:p>
          <a:p>
            <a:r>
              <a:t>          "A",</a:t>
            </a:r>
          </a:p>
          <a:p>
            <a:r>
              <a:t>          "114"</a:t>
            </a:r>
          </a:p>
          <a:p>
            <a:r>
              <a:t>        ],</a:t>
            </a:r>
          </a:p>
          <a:p>
            <a:r>
              <a:t>        [</a:t>
            </a:r>
          </a:p>
          <a:p>
            <a:r>
              <a:t>          "A",</a:t>
            </a:r>
          </a:p>
          <a:p>
            <a:r>
              <a:t>          "115"</a:t>
            </a:r>
          </a:p>
          <a:p>
            <a:r>
              <a:t>        ],</a:t>
            </a:r>
          </a:p>
          <a:p>
            <a:r>
              <a:t>        [</a:t>
            </a:r>
          </a:p>
          <a:p>
            <a:r>
              <a:t>          "A",</a:t>
            </a:r>
          </a:p>
          <a:p>
            <a:r>
              <a:t>          "116"</a:t>
            </a:r>
          </a:p>
          <a:p>
            <a:r>
              <a:t>        ],</a:t>
            </a:r>
          </a:p>
          <a:p>
            <a:r>
              <a:t>        [</a:t>
            </a:r>
          </a:p>
          <a:p>
            <a:r>
              <a:t>          "A",</a:t>
            </a:r>
          </a:p>
          <a:p>
            <a:r>
              <a:t>          "117"</a:t>
            </a:r>
          </a:p>
          <a:p>
            <a:r>
              <a:t>        ],</a:t>
            </a:r>
          </a:p>
          <a:p>
            <a:r>
              <a:t>        [</a:t>
            </a:r>
          </a:p>
          <a:p>
            <a:r>
              <a:t>          "A",</a:t>
            </a:r>
          </a:p>
          <a:p>
            <a:r>
              <a:t>          "118"</a:t>
            </a:r>
          </a:p>
          <a:p>
            <a:r>
              <a:t>        ],</a:t>
            </a:r>
          </a:p>
          <a:p>
            <a:r>
              <a:t>        [</a:t>
            </a:r>
          </a:p>
          <a:p>
            <a:r>
              <a:t>          "A",</a:t>
            </a:r>
          </a:p>
          <a:p>
            <a:r>
              <a:t>          "119"</a:t>
            </a:r>
          </a:p>
          <a:p>
            <a:r>
              <a:t>        ],</a:t>
            </a:r>
          </a:p>
          <a:p>
            <a:r>
              <a:t>        [</a:t>
            </a:r>
          </a:p>
          <a:p>
            <a:r>
              <a:t>          "A",</a:t>
            </a:r>
          </a:p>
          <a:p>
            <a:r>
              <a:t>          "12"</a:t>
            </a:r>
          </a:p>
          <a:p>
            <a:r>
              <a:t>        ],</a:t>
            </a:r>
          </a:p>
          <a:p>
            <a:r>
              <a:t>        [</a:t>
            </a:r>
          </a:p>
          <a:p>
            <a:r>
              <a:t>          "A",</a:t>
            </a:r>
          </a:p>
          <a:p>
            <a:r>
              <a:t>          "120"</a:t>
            </a:r>
          </a:p>
          <a:p>
            <a:r>
              <a:t>        ],</a:t>
            </a:r>
          </a:p>
          <a:p>
            <a:r>
              <a:t>        [</a:t>
            </a:r>
          </a:p>
          <a:p>
            <a:r>
              <a:t>          "A",</a:t>
            </a:r>
          </a:p>
          <a:p>
            <a:r>
              <a:t>          "121"</a:t>
            </a:r>
          </a:p>
          <a:p>
            <a:r>
              <a:t>        ],</a:t>
            </a:r>
          </a:p>
          <a:p>
            <a:r>
              <a:t>        [</a:t>
            </a:r>
          </a:p>
          <a:p>
            <a:r>
              <a:t>          "A",</a:t>
            </a:r>
          </a:p>
          <a:p>
            <a:r>
              <a:t>          "122"</a:t>
            </a:r>
          </a:p>
          <a:p>
            <a:r>
              <a:t>        ],</a:t>
            </a:r>
          </a:p>
          <a:p>
            <a:r>
              <a:t>        [</a:t>
            </a:r>
          </a:p>
          <a:p>
            <a:r>
              <a:t>          "A",</a:t>
            </a:r>
          </a:p>
          <a:p>
            <a:r>
              <a:t>          "123"</a:t>
            </a:r>
          </a:p>
          <a:p>
            <a:r>
              <a:t>        ],</a:t>
            </a:r>
          </a:p>
          <a:p>
            <a:r>
              <a:t>        [</a:t>
            </a:r>
          </a:p>
          <a:p>
            <a:r>
              <a:t>          "A",</a:t>
            </a:r>
          </a:p>
          <a:p>
            <a:r>
              <a:t>          "124"</a:t>
            </a:r>
          </a:p>
          <a:p>
            <a:r>
              <a:t>        ],</a:t>
            </a:r>
          </a:p>
          <a:p>
            <a:r>
              <a:t>        [</a:t>
            </a:r>
          </a:p>
          <a:p>
            <a:r>
              <a:t>          "A",</a:t>
            </a:r>
          </a:p>
          <a:p>
            <a:r>
              <a:t>          "125"</a:t>
            </a:r>
          </a:p>
          <a:p>
            <a:r>
              <a:t>        ],</a:t>
            </a:r>
          </a:p>
          <a:p>
            <a:r>
              <a:t>        [</a:t>
            </a:r>
          </a:p>
          <a:p>
            <a:r>
              <a:t>          "A",</a:t>
            </a:r>
          </a:p>
          <a:p>
            <a:r>
              <a:t>          "126"</a:t>
            </a:r>
          </a:p>
          <a:p>
            <a:r>
              <a:t>        ],</a:t>
            </a:r>
          </a:p>
          <a:p>
            <a:r>
              <a:t>        [</a:t>
            </a:r>
          </a:p>
          <a:p>
            <a:r>
              <a:t>          "A",</a:t>
            </a:r>
          </a:p>
          <a:p>
            <a:r>
              <a:t>          "127"</a:t>
            </a:r>
          </a:p>
          <a:p>
            <a:r>
              <a:t>        ],</a:t>
            </a:r>
          </a:p>
          <a:p>
            <a:r>
              <a:t>        [</a:t>
            </a:r>
          </a:p>
          <a:p>
            <a:r>
              <a:t>          "A",</a:t>
            </a:r>
          </a:p>
          <a:p>
            <a:r>
              <a:t>          "128"</a:t>
            </a:r>
          </a:p>
          <a:p>
            <a:r>
              <a:t>        ],</a:t>
            </a:r>
          </a:p>
          <a:p>
            <a:r>
              <a:t>        [</a:t>
            </a:r>
          </a:p>
          <a:p>
            <a:r>
              <a:t>          "A",</a:t>
            </a:r>
          </a:p>
          <a:p>
            <a:r>
              <a:t>          "129"</a:t>
            </a:r>
          </a:p>
          <a:p>
            <a:r>
              <a:t>        ],</a:t>
            </a:r>
          </a:p>
          <a:p>
            <a:r>
              <a:t>        [</a:t>
            </a:r>
          </a:p>
          <a:p>
            <a:r>
              <a:t>          "A",</a:t>
            </a:r>
          </a:p>
          <a:p>
            <a:r>
              <a:t>          "13"</a:t>
            </a:r>
          </a:p>
          <a:p>
            <a:r>
              <a:t>        ],</a:t>
            </a:r>
          </a:p>
          <a:p>
            <a:r>
              <a:t>        [</a:t>
            </a:r>
          </a:p>
          <a:p>
            <a:r>
              <a:t>          "A",</a:t>
            </a:r>
          </a:p>
          <a:p>
            <a:r>
              <a:t>          "130"</a:t>
            </a:r>
          </a:p>
          <a:p>
            <a:r>
              <a:t>        ],</a:t>
            </a:r>
          </a:p>
          <a:p>
            <a:r>
              <a:t>        [</a:t>
            </a:r>
          </a:p>
          <a:p>
            <a:r>
              <a:t>          "A",</a:t>
            </a:r>
          </a:p>
          <a:p>
            <a:r>
              <a:t>          "131"</a:t>
            </a:r>
          </a:p>
          <a:p>
            <a:r>
              <a:t>        ],</a:t>
            </a:r>
          </a:p>
          <a:p>
            <a:r>
              <a:t>        [</a:t>
            </a:r>
          </a:p>
          <a:p>
            <a:r>
              <a:t>          "A",</a:t>
            </a:r>
          </a:p>
          <a:p>
            <a:r>
              <a:t>          "132"</a:t>
            </a:r>
          </a:p>
          <a:p>
            <a:r>
              <a:t>        ],</a:t>
            </a:r>
          </a:p>
          <a:p>
            <a:r>
              <a:t>        [</a:t>
            </a:r>
          </a:p>
          <a:p>
            <a:r>
              <a:t>          "A",</a:t>
            </a:r>
          </a:p>
          <a:p>
            <a:r>
              <a:t>          "133"</a:t>
            </a:r>
          </a:p>
          <a:p>
            <a:r>
              <a:t>        ],</a:t>
            </a:r>
          </a:p>
          <a:p>
            <a:r>
              <a:t>        [</a:t>
            </a:r>
          </a:p>
          <a:p>
            <a:r>
              <a:t>          "A",</a:t>
            </a:r>
          </a:p>
          <a:p>
            <a:r>
              <a:t>          "134"</a:t>
            </a:r>
          </a:p>
          <a:p>
            <a:r>
              <a:t>        ],</a:t>
            </a:r>
          </a:p>
          <a:p>
            <a:r>
              <a:t>        [</a:t>
            </a:r>
          </a:p>
          <a:p>
            <a:r>
              <a:t>          "A",</a:t>
            </a:r>
          </a:p>
          <a:p>
            <a:r>
              <a:t>          "135"</a:t>
            </a:r>
          </a:p>
          <a:p>
            <a:r>
              <a:t>        ],</a:t>
            </a:r>
          </a:p>
          <a:p>
            <a:r>
              <a:t>        [</a:t>
            </a:r>
          </a:p>
          <a:p>
            <a:r>
              <a:t>          "A",</a:t>
            </a:r>
          </a:p>
          <a:p>
            <a:r>
              <a:t>          "136"</a:t>
            </a:r>
          </a:p>
          <a:p>
            <a:r>
              <a:t>        ],</a:t>
            </a:r>
          </a:p>
          <a:p>
            <a:r>
              <a:t>        [</a:t>
            </a:r>
          </a:p>
          <a:p>
            <a:r>
              <a:t>          "A",</a:t>
            </a:r>
          </a:p>
          <a:p>
            <a:r>
              <a:t>          "137"</a:t>
            </a:r>
          </a:p>
          <a:p>
            <a:r>
              <a:t>        ],</a:t>
            </a:r>
          </a:p>
          <a:p>
            <a:r>
              <a:t>        [</a:t>
            </a:r>
          </a:p>
          <a:p>
            <a:r>
              <a:t>          "A",</a:t>
            </a:r>
          </a:p>
          <a:p>
            <a:r>
              <a:t>          "138"</a:t>
            </a:r>
          </a:p>
          <a:p>
            <a:r>
              <a:t>        ],</a:t>
            </a:r>
          </a:p>
          <a:p>
            <a:r>
              <a:t>        [</a:t>
            </a:r>
          </a:p>
          <a:p>
            <a:r>
              <a:t>          "A",</a:t>
            </a:r>
          </a:p>
          <a:p>
            <a:r>
              <a:t>          "139"</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"A",</a:t>
            </a:r>
          </a:p>
          <a:p>
            <a:r>
              <a:t>          "92"</a:t>
            </a:r>
          </a:p>
          <a:p>
            <a:r>
              <a:t>        ],</a:t>
            </a:r>
          </a:p>
          <a:p>
            <a:r>
              <a:t>        [</a:t>
            </a:r>
          </a:p>
          <a:p>
            <a:r>
              <a:t>          "A",</a:t>
            </a:r>
          </a:p>
          <a:p>
            <a:r>
              <a:t>          "93"</a:t>
            </a:r>
          </a:p>
          <a:p>
            <a:r>
              <a:t>        ],</a:t>
            </a:r>
          </a:p>
          <a:p>
            <a:r>
              <a:t>        [</a:t>
            </a:r>
          </a:p>
          <a:p>
            <a:r>
              <a:t>          "A",</a:t>
            </a:r>
          </a:p>
          <a:p>
            <a:r>
              <a:t>          "94"</a:t>
            </a:r>
          </a:p>
          <a:p>
            <a:r>
              <a:t>        ],</a:t>
            </a:r>
          </a:p>
          <a:p>
            <a:r>
              <a:t>        [</a:t>
            </a:r>
          </a:p>
          <a:p>
            <a:r>
              <a:t>          "A",</a:t>
            </a:r>
          </a:p>
          <a:p>
            <a:r>
              <a:t>          "95"</a:t>
            </a:r>
          </a:p>
          <a:p>
            <a:r>
              <a:t>        ],</a:t>
            </a:r>
          </a:p>
          <a:p>
            <a:r>
              <a:t>        [</a:t>
            </a:r>
          </a:p>
          <a:p>
            <a:r>
              <a:t>          "A",</a:t>
            </a:r>
          </a:p>
          <a:p>
            <a:r>
              <a:t>          "96"</a:t>
            </a:r>
          </a:p>
          <a:p>
            <a:r>
              <a:t>        ],</a:t>
            </a:r>
          </a:p>
          <a:p>
            <a:r>
              <a:t>        [</a:t>
            </a:r>
          </a:p>
          <a:p>
            <a:r>
              <a:t>          "A",</a:t>
            </a:r>
          </a:p>
          <a:p>
            <a:r>
              <a:t>          "97"</a:t>
            </a:r>
          </a:p>
          <a:p>
            <a:r>
              <a:t>        ],</a:t>
            </a:r>
          </a:p>
          <a:p>
            <a:r>
              <a:t>        [</a:t>
            </a:r>
          </a:p>
          <a:p>
            <a:r>
              <a:t>          "A",</a:t>
            </a:r>
          </a:p>
          <a:p>
            <a:r>
              <a:t>          "98"</a:t>
            </a:r>
          </a:p>
          <a:p>
            <a:r>
              <a:t>        ],</a:t>
            </a:r>
          </a:p>
          <a:p>
            <a:r>
              <a:t>        [</a:t>
            </a:r>
          </a:p>
          <a:p>
            <a:r>
              <a:t>          "A",</a:t>
            </a:r>
          </a:p>
          <a:p>
            <a:r>
              <a:t>          "99"</a:t>
            </a:r>
          </a:p>
          <a:p>
            <a:r>
              <a:t>        ]</a:t>
            </a:r>
          </a:p>
          <a:p>
            <a:r>
              <a:t>      ],</a:t>
            </a:r>
          </a:p>
          <a:p>
            <a:r>
              <a:t>      "medoid_model": "SR215_bmr6366__SPEACHAF__0396",</a:t>
            </a:r>
          </a:p>
          <a:p>
            <a:r>
              <a:t>      "medoid_mean_ca_rmsd_angstrom": 1.0516751584389838,</a:t>
            </a:r>
          </a:p>
          <a:p>
            <a:r>
              <a:t>      "rendering": {</a:t>
            </a:r>
          </a:p>
          <a:p>
            <a:r>
              <a:t>        "ray_max_passes": 25,</a:t>
            </a:r>
          </a:p>
          <a:p>
            <a:r>
              <a:t>        "max_threads": 2,</a:t>
            </a:r>
          </a:p>
          <a:p>
            <a:r>
              <a:t>        "cartoon_transparency": 0.35</a:t>
            </a:r>
          </a:p>
          <a:p>
            <a:r>
              <a:t>      },</a:t>
            </a:r>
          </a:p>
          <a:p>
            <a:r>
              <a:t>      "rmsf_range_angstrom": [</a:t>
            </a:r>
          </a:p>
          <a:p>
            <a:r>
              <a:t>        0.13412310860422622,</a:t>
            </a:r>
          </a:p>
          <a:p>
            <a:r>
              <a:t>        3.410440913165308</a:t>
            </a:r>
          </a:p>
          <a:p>
            <a:r>
              <a:t>      ],</a:t>
            </a:r>
          </a:p>
          <a:p>
            <a:r>
              <a:t>      "mean_plddt_range": [</a:t>
            </a:r>
          </a:p>
          <a:p>
            <a:r>
              <a:t>        38.319,</a:t>
            </a:r>
          </a:p>
          <a:p>
            <a:r>
              <a:t>        95.276</a:t>
            </a:r>
          </a:p>
          <a:p>
            <a:r>
              <a:t>      ],</a:t>
            </a:r>
          </a:p>
          <a:p>
            <a:r>
              <a:t>      "fits": [</a:t>
            </a:r>
          </a:p>
          <a:p>
            <a:r>
              <a:t>        {</a:t>
            </a:r>
          </a:p>
          <a:p>
            <a:r>
              <a:t>          "model": "SR215_bmr6366__SPEACHAF__0286",</a:t>
            </a:r>
          </a:p>
          <a:p>
            <a:r>
              <a:t>          "ca_rmsd_angstrom": 1.4334687928570788</a:t>
            </a:r>
          </a:p>
          <a:p>
            <a:r>
              <a:t>        },</a:t>
            </a:r>
          </a:p>
          <a:p>
            <a:r>
              <a:t>        {</a:t>
            </a:r>
          </a:p>
          <a:p>
            <a:r>
              <a:t>          "model": "SR215_bmr6366__SPEACHAF__0961",</a:t>
            </a:r>
          </a:p>
          <a:p>
            <a:r>
              <a:t>          "ca_rmsd_angstrom": 2.4119167540439075</a:t>
            </a:r>
          </a:p>
          <a:p>
            <a:r>
              <a:t>        },</a:t>
            </a:r>
          </a:p>
          <a:p>
            <a:r>
              <a:t>        {</a:t>
            </a:r>
          </a:p>
          <a:p>
            <a:r>
              <a:t>          "model": "SR215_bmr6366__SPEACHAF__0336",</a:t>
            </a:r>
          </a:p>
          <a:p>
            <a:r>
              <a:t>          "ca_rmsd_angstrom": 1.0741410851584459</a:t>
            </a:r>
          </a:p>
          <a:p>
            <a:r>
              <a:t>        },</a:t>
            </a:r>
          </a:p>
          <a:p>
            <a:r>
              <a:t>        {</a:t>
            </a:r>
          </a:p>
          <a:p>
            <a:r>
              <a:t>          "model": "SR215_bmr6366__SPEACHAF__0386",</a:t>
            </a:r>
          </a:p>
          <a:p>
            <a:r>
              <a:t>          "ca_rmsd_angstrom": 1.3390788596009817</a:t>
            </a:r>
          </a:p>
          <a:p>
            <a:r>
              <a:t>        },</a:t>
            </a:r>
          </a:p>
          <a:p>
            <a:r>
              <a:t>        {</a:t>
            </a:r>
          </a:p>
          <a:p>
            <a:r>
              <a:t>          "model": "SR215_bmr6366__SPEACHAF__0436",</a:t>
            </a:r>
          </a:p>
          <a:p>
            <a:r>
              <a:t>          "ca_rmsd_angstrom": 1.4162447793469266</a:t>
            </a:r>
          </a:p>
          <a:p>
            <a:r>
              <a:t>        },</a:t>
            </a:r>
          </a:p>
          <a:p>
            <a:r>
              <a:t>        {</a:t>
            </a:r>
          </a:p>
          <a:p>
            <a:r>
              <a:t>          "model": "SR215_bmr6366__SPEACHAF__0246",</a:t>
            </a:r>
          </a:p>
          <a:p>
            <a:r>
              <a:t>          "ca_rmsd_angstrom": 0.31929413434246817</a:t>
            </a:r>
          </a:p>
          <a:p>
            <a:r>
              <a:t>        },</a:t>
            </a:r>
          </a:p>
          <a:p>
            <a:r>
              <a:t>        {</a:t>
            </a:r>
          </a:p>
          <a:p>
            <a:r>
              <a:t>          "model": "SR215_bmr6366__SPEACHAF__0146",</a:t>
            </a:r>
          </a:p>
          <a:p>
            <a:r>
              <a:t>          "ca_rmsd_angstrom": 1.088218795960197</a:t>
            </a:r>
          </a:p>
          <a:p>
            <a:r>
              <a:t>        },</a:t>
            </a:r>
          </a:p>
          <a:p>
            <a:r>
              <a:t>        {</a:t>
            </a:r>
          </a:p>
          <a:p>
            <a:r>
              <a:t>          "model": "SR215_bmr6366__SPEACHAF__0096",</a:t>
            </a:r>
          </a:p>
          <a:p>
            <a:r>
              <a:t>          "ca_rmsd_angstrom": 0.5671721623156359</a:t>
            </a:r>
          </a:p>
          <a:p>
            <a:r>
              <a:t>        },</a:t>
            </a:r>
          </a:p>
          <a:p>
            <a:r>
              <a:t>        {</a:t>
            </a:r>
          </a:p>
          <a:p>
            <a:r>
              <a:t>          "model": "SR215_bmr6366__SPEACHAF__0446",</a:t>
            </a:r>
          </a:p>
          <a:p>
            <a:r>
              <a:t>          "ca_rmsd_angstrom": 0.867216780086776</a:t>
            </a:r>
          </a:p>
          <a:p>
            <a:r>
              <a:t>        },</a:t>
            </a:r>
          </a:p>
          <a:p>
            <a:r>
              <a:t>        {</a:t>
            </a:r>
          </a:p>
          <a:p>
            <a:r>
              <a:t>          "model": "SR215_bmr6366__SPEACHAF__0396",</a:t>
            </a:r>
          </a:p>
          <a:p>
            <a:r>
              <a:t>          "ca_rmsd_angstrom": 0.0</a:t>
            </a:r>
          </a:p>
          <a:p>
            <a:r>
              <a:t>        }</a:t>
            </a:r>
          </a:p>
          <a:p>
            <a:r>
              <a:t>      ],</a:t>
            </a:r>
          </a:p>
          <a:p>
            <a:r>
              <a:t>      "view": [</a:t>
            </a:r>
          </a:p>
          <a:p>
            <a:r>
              <a:t>        0.5500845909118652,</a:t>
            </a:r>
          </a:p>
          <a:p>
            <a:r>
              <a:t>        -0.4321903586387634,</a:t>
            </a:r>
          </a:p>
          <a:p>
            <a:r>
              <a:t>        0.7145757079124451,</a:t>
            </a:r>
          </a:p>
          <a:p>
            <a:r>
              <a:t>        0.6746689081192017,</a:t>
            </a:r>
          </a:p>
          <a:p>
            <a:r>
              <a:t>        -0.2742937207221985,</a:t>
            </a:r>
          </a:p>
          <a:p>
            <a:r>
              <a:t>        -0.6852626800537109,</a:t>
            </a:r>
          </a:p>
          <a:p>
            <a:r>
              <a:t>        0.49216753244400024,</a:t>
            </a:r>
          </a:p>
          <a:p>
            <a:r>
              <a:t>        0.8590543866157532,</a:t>
            </a:r>
          </a:p>
          <a:p>
            <a:r>
              <a:t>        0.14070065319538116,</a:t>
            </a:r>
          </a:p>
          <a:p>
            <a:r>
              <a:t>        0.0,</a:t>
            </a:r>
          </a:p>
          <a:p>
            <a:r>
              <a:t>        0.0,</a:t>
            </a:r>
          </a:p>
          <a:p>
            <a:r>
              <a:t>        -402.6197814941406,</a:t>
            </a:r>
          </a:p>
          <a:p>
            <a:r>
              <a:t>        6.9449920654296875,</a:t>
            </a:r>
          </a:p>
          <a:p>
            <a:r>
              <a:t>        4.0215911865234375,</a:t>
            </a:r>
          </a:p>
          <a:p>
            <a:r>
              <a:t>        -3.463350296020508,</a:t>
            </a:r>
          </a:p>
          <a:p>
            <a:r>
              <a:t>        317.4284973144531,</a:t>
            </a:r>
          </a:p>
          <a:p>
            <a:r>
              <a:t>        487.8110656738281,</a:t>
            </a:r>
          </a:p>
          <a:p>
            <a:r>
              <a:t>        20.0</a:t>
            </a:r>
          </a:p>
          <a:p>
            <a:r>
              <a:t>      ],</a:t>
            </a:r>
          </a:p>
          <a:p>
            <a:r>
              <a:t>      "cluster_colors": {</a:t>
            </a:r>
          </a:p>
          <a:p>
            <a:r>
              <a:t>        "C1.2": "#ff7f0e",</a:t>
            </a:r>
          </a:p>
          <a:p>
            <a:r>
              <a:t>        "C1.3": "#2ca02c"</a:t>
            </a:r>
          </a:p>
          <a:p>
            <a:r>
              <a:t>      },</a:t>
            </a:r>
          </a:p>
          <a:p>
            <a:r>
              <a:t>      "chain_colors": {</a:t>
            </a:r>
          </a:p>
          <a:p>
            <a:r>
              <a:t>        "SR215_bmr6366__SPEACHAF__0286": {</a:t>
            </a:r>
          </a:p>
          <a:p>
            <a:r>
              <a:t>          "A": "#FF7F0E"</a:t>
            </a:r>
          </a:p>
          <a:p>
            <a:r>
              <a:t>        },</a:t>
            </a:r>
          </a:p>
          <a:p>
            <a:r>
              <a:t>        "SR215_bmr6366__SPEACHAF__0961": {</a:t>
            </a:r>
          </a:p>
          <a:p>
            <a:r>
              <a:t>          "A": "#FF7F0E"</a:t>
            </a:r>
          </a:p>
          <a:p>
            <a:r>
              <a:t>        },</a:t>
            </a:r>
          </a:p>
          <a:p>
            <a:r>
              <a:t>        "SR215_bmr6366__SPEACHAF__0336": {</a:t>
            </a:r>
          </a:p>
          <a:p>
            <a:r>
              <a:t>          "A": "#FF7F0E"</a:t>
            </a:r>
          </a:p>
          <a:p>
            <a:r>
              <a:t>        },</a:t>
            </a:r>
          </a:p>
          <a:p>
            <a:r>
              <a:t>        "SR215_bmr6366__SPEACHAF__0386": {</a:t>
            </a:r>
          </a:p>
          <a:p>
            <a:r>
              <a:t>          "A": "#FF7F0E"</a:t>
            </a:r>
          </a:p>
          <a:p>
            <a:r>
              <a:t>        },</a:t>
            </a:r>
          </a:p>
          <a:p>
            <a:r>
              <a:t>        "SR215_bmr6366__SPEACHAF__0436": {</a:t>
            </a:r>
          </a:p>
          <a:p>
            <a:r>
              <a:t>          "A": "#FF7F0E"</a:t>
            </a:r>
          </a:p>
          <a:p>
            <a:r>
              <a:t>        },</a:t>
            </a:r>
          </a:p>
          <a:p>
            <a:r>
              <a:t>        "SR215_bmr6366__SPEACHAF__0246": {</a:t>
            </a:r>
          </a:p>
          <a:p>
            <a:r>
              <a:t>          "A": "#2CA02C"</a:t>
            </a:r>
          </a:p>
          <a:p>
            <a:r>
              <a:t>        },</a:t>
            </a:r>
          </a:p>
          <a:p>
            <a:r>
              <a:t>        "SR215_bmr6366__SPEACHAF__0146": {</a:t>
            </a:r>
          </a:p>
          <a:p>
            <a:r>
              <a:t>          "A": "#2CA02C"</a:t>
            </a:r>
          </a:p>
          <a:p>
            <a:r>
              <a:t>        },</a:t>
            </a:r>
          </a:p>
          <a:p>
            <a:r>
              <a:t>        "SR215_bmr6366__SPEACHAF__0096": {</a:t>
            </a:r>
          </a:p>
          <a:p>
            <a:r>
              <a:t>          "A": "#2CA02C"</a:t>
            </a:r>
          </a:p>
          <a:p>
            <a:r>
              <a:t>        },</a:t>
            </a:r>
          </a:p>
          <a:p>
            <a:r>
              <a:t>        "SR215_bmr6366__SPEACHAF__0446": {</a:t>
            </a:r>
          </a:p>
          <a:p>
            <a:r>
              <a:t>          "A": "#2CA02C"</a:t>
            </a:r>
          </a:p>
          <a:p>
            <a:r>
              <a:t>        },</a:t>
            </a:r>
          </a:p>
          <a:p>
            <a:r>
              <a:t>        "SR215_bmr6366__SPEACHAF__0396": {</a:t>
            </a:r>
          </a:p>
          <a:p>
            <a:r>
              <a:t>          "A": "#2CA02C"</a:t>
            </a:r>
          </a:p>
          <a:p>
            <a:r>
              <a:t>        }</a:t>
            </a:r>
          </a:p>
          <a:p>
            <a:r>
              <a:t>      },</a:t>
            </a:r>
          </a:p>
          <a:p>
            <a:r>
              <a:t>      "models": [</a:t>
            </a:r>
          </a:p>
          <a:p>
            <a:r>
              <a:t>        {</a:t>
            </a:r>
          </a:p>
          <a:p>
            <a:r>
              <a:t>          "model": "SR215_bmr6366__SPEACHAF__0286",</a:t>
            </a:r>
          </a:p>
          <a:p>
            <a:r>
              <a:t>          "cluster_label": "C1.2",</a:t>
            </a:r>
          </a:p>
          <a:p>
            <a:r>
              <a:t>          "color": "#ff7f0e",</a:t>
            </a:r>
          </a:p>
          <a:p>
            <a:r>
              <a:t>          "rank": 1,</a:t>
            </a:r>
          </a:p>
          <a:p>
            <a:r>
              <a:t>          "confidence": 76.0796648299507,</a:t>
            </a:r>
          </a:p>
          <a:p>
            <a:r>
              <a:t>          "pdb_sha256": "bd769442e6f7975ca2a421ee809161c75b91c766c313660729bb96f0e9124490"</a:t>
            </a:r>
          </a:p>
          <a:p>
            <a:r>
              <a:t>        },</a:t>
            </a:r>
          </a:p>
          <a:p>
            <a:r>
              <a:t>        {</a:t>
            </a:r>
          </a:p>
          <a:p>
            <a:r>
              <a:t>          "model": "SR215_bmr6366__SPEACHAF__0961",</a:t>
            </a:r>
          </a:p>
          <a:p>
            <a:r>
              <a:t>          "cluster_label": "C1.2",</a:t>
            </a:r>
          </a:p>
          <a:p>
            <a:r>
              <a:t>          "color": "#ff7f0e",</a:t>
            </a:r>
          </a:p>
          <a:p>
            <a:r>
              <a:t>          "rank": 2,</a:t>
            </a:r>
          </a:p>
          <a:p>
            <a:r>
              <a:t>          "confidence": 76.0151686100731,</a:t>
            </a:r>
          </a:p>
          <a:p>
            <a:r>
              <a:t>          "pdb_sha256": "7c68685c7de3c6c57e8a64229789493063bc0d64a65e3789e9ffa04975c0a49f"</a:t>
            </a:r>
          </a:p>
          <a:p>
            <a:r>
              <a:t>        },</a:t>
            </a:r>
          </a:p>
          <a:p>
            <a:r>
              <a:t>        {</a:t>
            </a:r>
          </a:p>
          <a:p>
            <a:r>
              <a:t>          "model": "SR215_bmr6366__SPEACHAF__0336",</a:t>
            </a:r>
          </a:p>
          <a:p>
            <a:r>
              <a:t>          "cluster_label": "C1.2",</a:t>
            </a:r>
          </a:p>
          <a:p>
            <a:r>
              <a:t>          "color": "#ff7f0e",</a:t>
            </a:r>
          </a:p>
          <a:p>
            <a:r>
              <a:t>          "rank": 3,</a:t>
            </a:r>
          </a:p>
          <a:p>
            <a:r>
              <a:t>          "confidence": 75.74314386238935,</a:t>
            </a:r>
          </a:p>
          <a:p>
            <a:r>
              <a:t>          "pdb_sha256": "c33869d29bde3d535d3b0cf580e5d46e00b782fdd94d15af1bdc99d90850a39c"</a:t>
            </a:r>
          </a:p>
          <a:p>
            <a:r>
              <a:t>        },</a:t>
            </a:r>
          </a:p>
          <a:p>
            <a:r>
              <a:t>        {</a:t>
            </a:r>
          </a:p>
          <a:p>
            <a:r>
              <a:t>          "model": "SR215_bmr6366__SPEACHAF__0386",</a:t>
            </a:r>
          </a:p>
          <a:p>
            <a:r>
              <a:t>          "cluster_label": "C1.2",</a:t>
            </a:r>
          </a:p>
          <a:p>
            <a:r>
              <a:t>          "color": "#ff7f0e",</a:t>
            </a:r>
          </a:p>
          <a:p>
            <a:r>
              <a:t>          "rank": 4,</a:t>
            </a:r>
          </a:p>
          <a:p>
            <a:r>
              <a:t>          "confidence": 75.41161758187529,</a:t>
            </a:r>
          </a:p>
          <a:p>
            <a:r>
              <a:t>          "pdb_sha256": "232c2df36107b5a431d40340a518c55b2267a941ceabffa55af86c908dab00b7"</a:t>
            </a:r>
          </a:p>
          <a:p>
            <a:r>
              <a:t>        },</a:t>
            </a:r>
          </a:p>
          <a:p>
            <a:r>
              <a:t>        {</a:t>
            </a:r>
          </a:p>
          <a:p>
            <a:r>
              <a:t>          "model": "SR215_bmr6366__SPEACHAF__0436",</a:t>
            </a:r>
          </a:p>
          <a:p>
            <a:r>
              <a:t>          "cluster_label": "C1.2",</a:t>
            </a:r>
          </a:p>
          <a:p>
            <a:r>
              <a:t>          "color": "#ff7f0e",</a:t>
            </a:r>
          </a:p>
          <a:p>
            <a:r>
              <a:t>          "rank": 5,</a:t>
            </a:r>
          </a:p>
          <a:p>
            <a:r>
              <a:t>          "confidence": 75.27176395825573,</a:t>
            </a:r>
          </a:p>
          <a:p>
            <a:r>
              <a:t>          "pdb_sha256": "81e4409ab822261e5d97e18bc56a14b83ed2f8d93d4e68a59864eaeee005819d"</a:t>
            </a:r>
          </a:p>
          <a:p>
            <a:r>
              <a:t>        },</a:t>
            </a:r>
          </a:p>
          <a:p>
            <a:r>
              <a:t>        {</a:t>
            </a:r>
          </a:p>
          <a:p>
            <a:r>
              <a:t>          "model": "SR215_bmr6366__SPEACHAF__0246",</a:t>
            </a:r>
          </a:p>
          <a:p>
            <a:r>
              <a:t>          "cluster_label": "C1.3",</a:t>
            </a:r>
          </a:p>
          <a:p>
            <a:r>
              <a:t>          "color": "#2ca02c",</a:t>
            </a:r>
          </a:p>
          <a:p>
            <a:r>
              <a:t>          "rank": 1,</a:t>
            </a:r>
          </a:p>
          <a:p>
            <a:r>
              <a:t>          "confidence": 73.81109107757524,</a:t>
            </a:r>
          </a:p>
          <a:p>
            <a:r>
              <a:t>          "pdb_sha256": "0ae17058b9f07ef3bff65298b45b4e2100c7323f73648acbc5cbf3ebd7166366"</a:t>
            </a:r>
          </a:p>
          <a:p>
            <a:r>
              <a:t>        },</a:t>
            </a:r>
          </a:p>
          <a:p>
            <a:r>
              <a:t>        {</a:t>
            </a:r>
          </a:p>
          <a:p>
            <a:r>
              <a:t>          "model": "SR215_bmr6366__SPEACHAF__0146",</a:t>
            </a:r>
          </a:p>
          <a:p>
            <a:r>
              <a:t>          "cluster_label": "C1.3",</a:t>
            </a:r>
          </a:p>
          <a:p>
            <a:r>
              <a:t>          "color": "#2ca02c",</a:t>
            </a:r>
          </a:p>
          <a:p>
            <a:r>
              <a:t>          "rank": 2,</a:t>
            </a:r>
          </a:p>
          <a:p>
            <a:r>
              <a:t>          "confidence": 73.78808335429989,</a:t>
            </a:r>
          </a:p>
          <a:p>
            <a:r>
              <a:t>          "pdb_sha256": "e2cf9b630139936666f79fc9411d1c54e055d2c5e8d8ec66711d06ac989104bd"</a:t>
            </a:r>
          </a:p>
          <a:p>
            <a:r>
              <a:t>        },</a:t>
            </a:r>
          </a:p>
          <a:p>
            <a:r>
              <a:t>        {</a:t>
            </a:r>
          </a:p>
          <a:p>
            <a:r>
              <a:t>          "model": "SR215_bmr6366__SPEACHAF__0096",</a:t>
            </a:r>
          </a:p>
          <a:p>
            <a:r>
              <a:t>          "cluster_label": "C1.3",</a:t>
            </a:r>
          </a:p>
          <a:p>
            <a:r>
              <a:t>          "color": "#2ca02c",</a:t>
            </a:r>
          </a:p>
          <a:p>
            <a:r>
              <a:t>          "rank": 3,</a:t>
            </a:r>
          </a:p>
          <a:p>
            <a:r>
              <a:t>          "confidence": 73.78522460541097,</a:t>
            </a:r>
          </a:p>
          <a:p>
            <a:r>
              <a:t>          "pdb_sha256": "23b53c204cbd7a89f56b1608ccdc304c4611d1714fc4157a2b18915dc2ec208b"</a:t>
            </a:r>
          </a:p>
          <a:p>
            <a:r>
              <a:t>        },</a:t>
            </a:r>
          </a:p>
          <a:p>
            <a:r>
              <a:t>        {</a:t>
            </a:r>
          </a:p>
          <a:p>
            <a:r>
              <a:t>          "model": "SR215_bmr6366__SPEACHAF__0446",</a:t>
            </a:r>
          </a:p>
          <a:p>
            <a:r>
              <a:t>          "cluster_label": "C1.3",</a:t>
            </a:r>
          </a:p>
          <a:p>
            <a:r>
              <a:t>          "color": "#2ca02c",</a:t>
            </a:r>
          </a:p>
          <a:p>
            <a:r>
              <a:t>          "rank": 4,</a:t>
            </a:r>
          </a:p>
          <a:p>
            <a:r>
              <a:t>          "confidence": 73.76921783228985,</a:t>
            </a:r>
          </a:p>
          <a:p>
            <a:r>
              <a:t>          "pdb_sha256": "10b0d0236fbe757635dcfd6284139bc0fb1fc588791b9995fa4a9ecfb12aa845"</a:t>
            </a:r>
          </a:p>
          <a:p>
            <a:r>
              <a:t>        },</a:t>
            </a:r>
          </a:p>
          <a:p>
            <a:r>
              <a:t>        {</a:t>
            </a:r>
          </a:p>
          <a:p>
            <a:r>
              <a:t>          "model": "SR215_bmr6366__SPEACHAF__0396",</a:t>
            </a:r>
          </a:p>
          <a:p>
            <a:r>
              <a:t>          "cluster_label": "C1.3",</a:t>
            </a:r>
          </a:p>
          <a:p>
            <a:r>
              <a:t>          "color": "#2ca02c",</a:t>
            </a:r>
          </a:p>
          <a:p>
            <a:r>
              <a:t>          "rank": 5,</a:t>
            </a:r>
          </a:p>
          <a:p>
            <a:r>
              <a:t>          "confidence": 73.7507612268607,</a:t>
            </a:r>
          </a:p>
          <a:p>
            <a:r>
              <a:t>          "pdb_sha256": "2d4bf32a9a9c5277c4e8053386cde3da4e3ea11ad49721a3728af711a3649c01"</a:t>
            </a:r>
          </a:p>
          <a:p>
            <a:r>
              <a:t>        }</a:t>
            </a:r>
          </a:p>
          <a:p>
            <a:r>
              <a:t>      ],</a:t>
            </a:r>
          </a:p>
          <a:p>
            <a:r>
              <a:t>      "directory": "group-01",</a:t>
            </a:r>
          </a:p>
          <a:p>
            <a:r>
              <a:t>      "files": {</a:t>
            </a:r>
          </a:p>
          <a:p>
            <a:r>
              <a:t>        "residue_statistics.csv": {</a:t>
            </a:r>
          </a:p>
          <a:p>
            <a:r>
              <a:t>          "bytes": 8161,</a:t>
            </a:r>
          </a:p>
          <a:p>
            <a:r>
              <a:t>          "sha256": "c8e5599967f484604c6c66559b9ba398d2aa8ec2ecdfd70062e04b4ffd20fbb1"</a:t>
            </a:r>
          </a:p>
          <a:p>
            <a:r>
              <a:t>        },</a:t>
            </a:r>
          </a:p>
          <a:p>
            <a:r>
              <a:t>        "aligned_models.pdb": {</a:t>
            </a:r>
          </a:p>
          <a:p>
            <a:r>
              <a:t>          "bytes": 900204,</a:t>
            </a:r>
          </a:p>
          <a:p>
            <a:r>
              <a:t>          "sha256": "c8c6c35ea6c3e480d38fd75c9bb8685cf0107f4c7f7c79b4cf62bc85df9a5b08"</a:t>
            </a:r>
          </a:p>
          <a:p>
            <a:r>
              <a:t>        },</a:t>
            </a:r>
          </a:p>
          <a:p>
            <a:r>
              <a:t>        "ensemble.pse": {</a:t>
            </a:r>
          </a:p>
          <a:p>
            <a:r>
              <a:t>          "bytes": 1953499,</a:t>
            </a:r>
          </a:p>
          <a:p>
            <a:r>
              <a:t>          "sha256": "2f7b7da66a8b10c04900a72827c4987f640e1b7d52fa7aab75db564699f139d7"</a:t>
            </a:r>
          </a:p>
          <a:p>
            <a:r>
              <a:t>        },</a:t>
            </a:r>
          </a:p>
          <a:p>
            <a:r>
              <a:t>        "ensemble.png": {</a:t>
            </a:r>
          </a:p>
          <a:p>
            <a:r>
              <a:t>          "bytes": 115362,</a:t>
            </a:r>
          </a:p>
          <a:p>
            <a:r>
              <a:t>          "sha256": "f3505971ea6d4f6e5a7f819238670a58fed9e5856a40b67968909219873ad698"</a:t>
            </a:r>
          </a:p>
          <a:p>
            <a:r>
              <a:t>        },</a:t>
            </a:r>
          </a:p>
          <a:p>
            <a:r>
              <a:t>        "medoid.pdb": {</a:t>
            </a:r>
          </a:p>
          <a:p>
            <a:r>
              <a:t>          "bytes": 90002,</a:t>
            </a:r>
          </a:p>
          <a:p>
            <a:r>
              <a:t>          "sha256": "234e517debea8d322dbe6d8eade095ef6a6d1ac9308e3a72d66e12252e8fffb5"</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tm_group_21/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tm_group_21/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tm_group_21/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tm_group_21/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tm_group_21/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tm_group_21/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tm_group_21/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tm_group_21/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tm_group_21/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tm_group_21/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tm_group_21/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tm_group_21/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tm_group_21/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tm_group_21/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m_group_21/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group_21/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heatmap/notesMasters/_rels/notesMaster1.xml.rels><?xml version='1.0' encoding='utf-8'?>
<Relationships xmlns="http://schemas.openxmlformats.org/package/2006/relationships"><Relationship Type="http://schemas.openxmlformats.org/officeDocument/2006/relationships/theme" Target="theme/theme3.xml" Id="R183d0883e2ca4d22" /></Relationships>
</file>

<file path=ppt/tm_heatmap/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tm_heatmap/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heatmap/notesSlides/_rels/notesSlide1.xml.rels><?xml version='1.0' encoding='utf-8'?>
<Relationships xmlns="http://schemas.openxmlformats.org/package/2006/relationships"><Relationship Type="http://schemas.openxmlformats.org/officeDocument/2006/relationships/slide" Target="../../slides/slide18.xml" Id="R335914f5dca64747" /><Relationship Type="http://schemas.openxmlformats.org/officeDocument/2006/relationships/notesMaster" Target="../notesMasters/notesMaster1.xml" Id="Rad359b1803e84dc1" /></Relationships>
</file>

<file path=ppt/tm_heatmap/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SR215_bmr6366_largest_child</ns1:t>
            </ns1:r>
          </ns1:p>
          <ns1:p>
            <ns1:r>
              <ns1:t>Each representative minimizes mean chain-corresponded, rigid-fit Cα RMSD among only that cluster's selected models (up to five). Ties use selection order.</ns1:t>
            </ns1:r>
          </ns1:p>
          <ns1:p>
            <ns1:r>
              <ns1:t>These selected-ensemble medoids can differ from the full-cluster medoids used to align the structure slides. Those alignments and models are unchanged.</ns1:t>
            </ns1:r>
          </ns1:p>
          <ns1:p>
            <ns1:r>
              <ns1:t>TM-scores use protein Cα US-align, all chains of the first model, multimer mode for complexes, average-length normalization and the mean of both input directions. No -fast approximation. Diagonal self-similarities are 1.</ns1:t>
            </ns1:r>
          </ns1:p>
          <ns1:p>
            <ns1:r>
              <ns1:t>Cells display two decimal places. The JSON and CSV retain all reported score precision.</ns1:t>
            </ns1:r>
          </ns1:p>
          <ns1:p>
            <ns1:r>
              <ns1:t>Method: https://github.com/pylelab/USalign</ns1:t>
            </ns1:r>
          </ns1:p>
          <ns1:p>
            <ns1:r>
              <ns1:t>Source data: [private source path]</ns1:t>
            </ns1:r>
          </ns1:p>
          <ns1:p>
            <ns1:r>
              <ns1:t>{"identifier":"SR215_bmr6366_largest_child","terminal_detection":{"schema_version":1,"method":"terminal_distance_variance_and_domain_boundaries_v3","settings":{"enabled":true,"minimum_models":3,"minimum_segment_residues":3,"maximum_terminal_fraction":0.49,"minimum_distance_sd_angstrom":2,"minimum_high_variance_fraction":0.6,"robust_mad_multiplier":3,"neighbor_exclusion":3,"rigid_segment_sd_angstrom":1,"minimum_remaining_residues":10,"comparison_scope":"all_residues","preserve_rigid_segments":false,"exclude_unassigned_terminals":true,"minimum_chain_residues_for_trimming":16,"maximum_excluded_fraction":0.25},"model_count":11000,"segments":[],"excluded_indices":[],"retained_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99,100,101,102,103,104,105,106,107,108,109,110,111,112,113,114,115,116,117,118,119,120,121,122,123,124,125,126,127,128,129,130,131,132,133,134,135,136,137,138],"chains":[{"chain":"A","sd_cutoff_angstrom":12.120008940759796,"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99,100,101,102,103,104,105,106,107,108,109,110,111,112,113,114,115,116,117,118,119,120,121,122,123,124,125,126,127,128,129,130,131,132,133,134,135,136,137,138],"high_variance_fractions":[0.08148148148148149,0.08208955223880597,0.08270676691729323,0.08333333333333333,0.09090909090909091,0.09090909090909091,0.09090909090909091,0.08333333333333333,0.08333333333333333,0.09090909090909091,0.09090909090909091,0.08333333333333333,0.08333333333333333,0.09090909090909091,0.09090909090909091,0.09090909090909091,0.09090909090909091,0.09090909090909091,0.09090909090909091,0.09848484848484848,0.09848484848484848,0.09848484848484848,0.09848484848484848,0.09848484848484848,0.09848484848484848,0.09848484848484848,0.09848484848484848,0.09848484848484848,0.09090909090909091,0.09090909090909091,0.09090909090909091,0.09090909090909091,0.08333333333333333,0.07575757575757576,0.07575757575757576,0.06818181818181818,0.05303030303030303,0.045454545454545456,0.03787878787878788,0.030303030303030304,0.030303030303030304,0.022727272727272728,0.030303030303030304,0.045454545454545456,0.045454545454545456,0.06060606060606061,0.045454545454545456,0.05303030303030303,0.045454545454545456,0.05303030303030303,0.06818181818181818,0.06818181818181818,0.06818181818181818,0.06060606060606061,0.06818181818181818,0.05303030303030303,0.06060606060606061,0.06818181818181818,0.06818181818181818,0.06818181818181818,0.07575757575757576,0.07575757575757576,0.07575757575757576,0.07575757575757576,0.08333333333333333,0.08333333333333333,0.08333333333333333,0.09090909090909091,0.09090909090909091,0.09090909090909091,0.09090909090909091,0.09848484848484848,0.09848484848484848,0.09090909090909091,0.09090909090909091,0.09090909090909091,0.09090909090909091,0.09090909090909091,0.09848484848484848,0.09848484848484848,0.10606060606060606,0.11363636363636363,0.12121212121212122,0.12878787878787878,0.15151515151515152,0.16666666666666666,0.18181818181818182,0.17424242424242425,0.15151515151515152,0.12121212121212122,0.10606060606060606,0.09848484848484848,0.09848484848484848,0.09090909090909091,0.09090909090909091,0.08333333333333333,0.08333333333333333,0.08333333333333333,0.08333333333333333,0.07575757575757576,0.07575757575757576,0.06818181818181818,0.05303030303030303,0.045454545454545456,0.03787878787878788,0.03787878787878788,0.045454545454545456,0.03787878787878788,0.022727272727272728,0.022727272727272728,0.022727272727272728,0.015151515151515152,0.007575757575757576,0.007575757575757576,0,0.007575757575757576,0.015151515151515152,0.022727272727272728,0.022727272727272728,0.03787878787878788,0.03787878787878788,0.03787878787878788,0.045454545454545456,0.06060606060606061,0.06818181818181818,0.08333333333333333,0.19696969696969696,0.3939393939393939,0.5151515151515151,0.5757575757575758,0.6439393939393939,0.6666666666666666,0.7045454545454546,0.7575757575757576,0.7878787878787878,0.8106060606060606,0.8345864661654135,0.835820895522388,0.8444444444444444],"decisions":[]}],"input_residue_keys":[["A","1"],["A","2"],["A","3"],["A","4"],["A","5"],["A","6"],["A","7"],["A","8"],["A","9"],["A","10"],["A","11"],["A","12"],["A","13"],["A","14"],["A","15"],["A","16"],["A","17"],["A","18"],["A","19"],["A","20"],["A","21"],["A","22"],["A","23"],["A","24"],["A","25"],["A","26"],["A","27"],["A","28"],["A","29"],["A","30"],["A","31"],["A","32"],["A","33"],["A","34"],["A","35"],["A","36"],["A","37"],["A","38"],["A","39"],["A","40"],["A","41"],["A","42"],["A","43"],["A","44"],["A","45"],["A","46"],["A","47"],["A","48"],["A","49"],["A","50"],["A","51"],["A","52"],["A","53"],["A","54"],["A","55"],["A","56"],["A","57"],["A","58"],["A","59"],["A","60"],["A","61"],["A","62"],["A","63"],["A","64"],["A","65"],["A","66"],["A","67"],["A","68"],["A","69"],["A","70"],["A","71"],["A","72"],["A","73"],["A","74"],["A","75"],["A","76"],["A","77"],["A","78"],["A","79"],["A","80"],["A","81"],["A","82"],["A","83"],["A","84"],["A","85"],["A","86"],["A","87"],["A","88"],["A","89"],["A","90"],["A","91"],["A","92"],["A","93"],["A","94"],["A","95"],["A","96"],["A","97"],["A","98"],["A","99"],["A","100"],["A","101"],["A","102"],["A","103"],["A","104"],["A","105"],["A","106"],["A","107"],["A","108"],["A","109"],["A","110"],["A","111"],["A","112"],["A","113"],["A","114"],["A","115"],["A","116"],["A","117"],["A","118"],["A","119"],["A","120"],["A","121"],["A","122"],["A","123"],["A","124"],["A","125"],["A","126"],["A","127"],["A","128"],["A","129"],["A","130"],["A","131"],["A","132"],["A","133"],["A","134"],["A","135"],["A","136"],["A","137"],["A","138"],["A","139"]],"interpretation":"High-variance terminal candidates; biological disorder is not established.","terminal_anchor_domains":[{"chain":"A","cores":[{"key":"domain_1","chain":"A","indices":[14,15,16,17,18,19,20,21,22,23,24,25,26,27,28,29,30,31,32,33,34,35,36,37,38,39],"segments":[[14,39]],"residue_keys":[["A","15"],["A","16"],["A","17"],["A","18"],["A","19"],["A","20"],["A","21"],["A","22"],["A","23"],["A","24"],["A","25"],["A","26"],["A","27"],["A","28"],["A","29"],["A","30"],["A","31"],["A","32"],["A","33"],["A","34"],["A","35"],["A","36"],["A","37"],["A","38"],["A","39"],["A","40"]],"within_variance_median_angstrom2":0.13599558026980366,"within_variance_q90_angstrom2":0.47362714382444676},{"key":"domain_2","chain":"A","indices":[48,49,50,51,52,53,54,55,56,57,58,59,60,61,62,63,64,65,66,67,68,69,70,71],"segments":[[48,71]],"residue_keys":[["A","49"],["A","50"],["A","51"],["A","52"],["A","53"],["A","54"],["A","55"],["A","56"],["A","57"],["A","58"],["A","59"],["A","60"],["A","61"],["A","62"],["A","63"],["A","64"],["A","65"],["A","66"],["A","67"],["A","68"],["A","69"],["A","70"],["A","71"],["A","72"]],"within_variance_median_angstrom2":0.08198802778335254,"within_variance_q90_angstrom2":1.0584933004614423}],"input_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99,100,101,102,103,104,105,106,107,108,109,110,111,112,113,114,115,116,117,118,119,120,121,122,123,124,125,126,127,128,129,130,131,132,133,134,135,136,137,138],"settings":{"distance_sd_cutoff_angstrom":1,"minimum_core_residues":20,"minimum_core_coverage":0.7,"minimum_inter_core_variance_ratio":4,"minimum_inter_core_sd_angstrom":1,"minimum_models":3}}],"domain_evidence":{"method":"average_linkage_distance_sd_per_chain_v2","settings":{"distance_sd_cutoff_angstrom":1,"minimum_core_residues":20,"minimum_core_coverage":0.7,"minimum_inter_core_variance_ratio":4,"minimum_inter_core_sd_angstrom":1,"minimum_models":3},"core_coverage":0.3597122302158273,"cores":[{"key":"domain_1","chain":"A","indices":[14,15,16,17,18,19,20,21,22,23,24,25,26,27,28,29,30,31,32,33,34,35,36,37,38,39],"segments":[[14,39]],"residue_keys":[["A","15"],["A","16"],["A","17"],["A","18"],["A","19"],["A","20"],["A","21"],["A","22"],["A","23"],["A","24"],["A","25"],["A","26"],["A","27"],["A","28"],["A","29"],["A","30"],["A","31"],["A","32"],["A","33"],["A","34"],["A","35"],["A","36"],["A","37"],["A","38"],["A","39"],["A","40"]],"within_variance_median_angstrom2":0.13599558026980366,"within_variance_q90_angstrom2":0.47362714382444676},{"key":"domain_2","chain":"A","indices":[48,49,50,51,52,53,54,55,56,57,58,59,60,61,62,63,64,65,66,67,68,69,70,71],"segments":[[48,71]],"residue_keys":[["A","49"],["A","50"],["A","51"],["A","52"],["A","53"],["A","54"],["A","55"],["A","56"],["A","57"],["A","58"],["A","59"],["A","60"],["A","61"],["A","62"],["A","63"],["A","64"],["A","65"],["A","66"],["A","67"],["A","68"],["A","69"],["A","70"],["A","71"],["A","72"]],"within_variance_median_angstrom2":0.08198802778335254,"within_variance_q90_angstrom2":1.0584933004614423}],"unassigned_indices":[0,1,2,3,4,5,6,7,8,9,10,11,12,13,40,41,42,43,44,45,46,47,72,73,74,75,76,77,78,79,80,81,82,83,84,85,86,87,88,89,90,91,92,93,94,95,96,97,98,99,100,101,102,103,104,105,106,107,108,109,110,111,112,113,114,115,116,117,118,119,120,121,122,123,124,125,126,127,128,129,130,131,132,133,134,135,136,137,138]},"retention_budget_decisions":[{"chain":"A","reason":"Abstained: combined N/C exclusions exceed the 25% per-chain sequence budget.","proposed_indices":[0,1,2,3,4,5,6,7,8,9,10,11,12,13,72,73,74,75,76,77,78,79,80,81,82,83,84,85,86,87,88,89,90,91,92,93,94,95,96,97,98,99,100,101,102,103,104,105,106,107,108,109,110,111,112,113,114,115,116,117,118,119,120,121,122,123,124,125,126,127,128,129,130,131,132,133,134,135,136,137,138],"maximum_excluded_residues":34,"retained_chain_residues":139}],"input_feature_count":9591,"retained_feature_count":9591,"pair_mask_sha256":"7719cd31748aee2e8dbf1d9b1e7271bc7fe6875d1e088f76bdb6eb0a0a881415","reference_position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99,100,101,102,103,104,105,106,107,108,109,110,111,112,113,114,115,116,117,118,119,120,121,122,123,124,125,126,127,128,129,130,131,132,133,134,135,136,137,138],"retained_reference_position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99,100,101,102,103,104,105,106,107,108,109,110,111,112,113,114,115,116,117,118,119,120,121,122,123,124,125,126,127,128,129,130,131,132,133,134,135,136,137,138],"residue_labels":["M1","L2","L3","I4","T5","P6","D7","E8","L9","K10","S11","Y12","S13","V14","F15","E16","S17","V18","K19","T20","R21","P22","D23","E24","L25","L26","K27","Q28","D29","I30","L31","E32","A33","T34","A35","D36","I37","I38","L39","K40","V41","G42","H43","D44","F45","S46","D47","A48","E49","Y50","I51","P52","L53","P54","E55","T56","V57","R58","L59","A60","L61","L62","K63","L64","S65","Q66","F67","Y68","A69","L70","I71","N72","G73","D74","E75","S76","I77","I78","K79","G80","Y81","T82","T83","E84","K85","I86","G87","D88","Y89","S90","Y91","T92","L93","G94","D95","G96","S97","S98","L99","Q100","K101","P102","D103","V104","Y105","A106","L107","I108","K109","D110","Y111","V112","K113","P114","A115","D116","P117","D118","L119","E120","G121","I122","E123","A124","K125","V126","R127","M128","R129","S130","I131","L132","E133","H134","H135","H136","H137","H138","H139"],"mask_scope":"frozen_prediction_predecessor","comparison_model_count":10120},"alignment_inputs":[],"medoid_population":"selected_models_only","medoid_metric":"whole_complex_chain_corresponded_ca_rmsd","outlier_rejection":false,"tm_metric":"mean_bidirectional_average_length_normalized_usalign","alignment_mode":"monomer","normalization":"average_structure_length","executable":"[private source path] * US-align (Version 20241108)                                      *\n * Universal Structure Alignment of Proteins and Nucleic Acids      *\n * Reference: C Zhang, M Shine, AM Pyle, Y Zhang. (2022) Nat Methods*\n *            C Zhang, AM Pyle (2022) iScience.                     *\n * Please email comments and suggestions to zhang@zhanggroup.org    *\n ********************************************************************","options":["-mol","prot","-ter","1","-a","T"],"medoids":[{"cluster_label":"C1.1","color":"#1f77b4","model":"SR215_bmr6366__AlphaFlowMD__0519","source_path":"[private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tm_heatmap/slideLayouts/_rels/slideLayout1.xml.rels><?xml version='1.0' encoding='utf-8'?>
<Relationships xmlns="http://schemas.openxmlformats.org/package/2006/relationships"><Relationship Type="http://schemas.openxmlformats.org/officeDocument/2006/relationships/slideMaster" Target="../slideMasters/slideMaster1.xml" Id="R349d52ab52bc4d4c" /></Relationships>
</file>

<file path=ppt/tm_heatmap/slideLayouts/_rels/slideLayout2.xml.rels><?xml version='1.0' encoding='utf-8'?>
<Relationships xmlns="http://schemas.openxmlformats.org/package/2006/relationships"><Relationship Type="http://schemas.openxmlformats.org/officeDocument/2006/relationships/slideMaster" Target="../slideMasters/slideMaster1.xml" Id="R083aaa2d3ce04287" /></Relationships>
</file>

<file path=ppt/tm_heatmap/slideLayouts/_rels/slideLayout3.xml.rels><?xml version='1.0' encoding='utf-8'?>
<Relationships xmlns="http://schemas.openxmlformats.org/package/2006/relationships"><Relationship Type="http://schemas.openxmlformats.org/officeDocument/2006/relationships/slideMaster" Target="../slideMasters/slideMaster1.xml" Id="Rc90d64ae04a54b9e" /></Relationships>
</file>

<file path=ppt/tm_heatmap/slideLayouts/_rels/slideLayout4.xml.rels><?xml version='1.0' encoding='utf-8'?>
<Relationships xmlns="http://schemas.openxmlformats.org/package/2006/relationships"><Relationship Type="http://schemas.openxmlformats.org/officeDocument/2006/relationships/slideMaster" Target="../slideMasters/slideMaster1.xml" Id="R3e65cd64961848ac" /></Relationships>
</file>

<file path=ppt/tm_heatmap/slideLayouts/_rels/slideLayout5.xml.rels><?xml version='1.0' encoding='utf-8'?>
<Relationships xmlns="http://schemas.openxmlformats.org/package/2006/relationships"><Relationship Type="http://schemas.openxmlformats.org/officeDocument/2006/relationships/slideMaster" Target="../slideMasters/slideMaster1.xml" Id="R42a8ca7efa9943b9" /></Relationships>
</file>

<file path=ppt/tm_heatmap/slideLayouts/_rels/slideLayout6.xml.rels><?xml version='1.0' encoding='utf-8'?>
<Relationships xmlns="http://schemas.openxmlformats.org/package/2006/relationships"><Relationship Type="http://schemas.openxmlformats.org/officeDocument/2006/relationships/slideMaster" Target="../slideMasters/slideMaster1.xml" Id="R7f3d5e455b7e409e" /></Relationships>
</file>

<file path=ppt/tm_heatmap/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E233D3-413B-40AA-906B-87E4D770DC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6D2C21-A0F4-47D7-8DB7-EF0CDBB8EA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32C199-45A8-411D-86A7-FBB58DD573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tm_heatmap/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43C233-FB99-4A8B-AB69-C6799CDCAF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C3198-7BFF-4F0B-BFC5-AB8D2CA82D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B5967A-0DF3-4A8F-97E6-28EB839825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908ABF-9A47-450E-BCBD-DFC084B682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57B25D-508D-489A-B6DD-EAA0D2D094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C9B5FC-688E-4C61-B710-0F116E0267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8190A1-7924-4ECC-A43C-9AB11115CF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tm_heatmap/slideMasters/_rels/slideMaster1.xml.rels><?xml version='1.0' encoding='utf-8'?>
<Relationships xmlns="http://schemas.openxmlformats.org/package/2006/relationships"><Relationship Type="http://schemas.openxmlformats.org/officeDocument/2006/relationships/theme" Target="theme/theme2.xml" Id="Rfd1cb09638fe4781" /><Relationship Type="http://schemas.openxmlformats.org/officeDocument/2006/relationships/slideLayout" Target="../slideLayouts/slideLayout1.xml" Id="Rf68a435fd97b4f48" /><Relationship Type="http://schemas.openxmlformats.org/officeDocument/2006/relationships/slideLayout" Target="../slideLayouts/slideLayout2.xml" Id="Rbe5638563a6d47a3" /><Relationship Type="http://schemas.openxmlformats.org/officeDocument/2006/relationships/slideLayout" Target="../slideLayouts/slideLayout3.xml" Id="R0fac63095e3143b9" /><Relationship Type="http://schemas.openxmlformats.org/officeDocument/2006/relationships/slideLayout" Target="../slideLayouts/slideLayout4.xml" Id="R9e893691770b4c7e" /><Relationship Type="http://schemas.openxmlformats.org/officeDocument/2006/relationships/slideLayout" Target="../slideLayouts/slideLayout5.xml" Id="R52811e3821054615" /><Relationship Type="http://schemas.openxmlformats.org/officeDocument/2006/relationships/slideLayout" Target="../slideLayouts/slideLayout6.xml" Id="R6427fcceae15478c" /></Relationships>
</file>

<file path=ppt/tm_heatmap/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8a435fd97b4f48"/>
    <p:sldLayoutId xmlns:r="http://schemas.openxmlformats.org/officeDocument/2006/relationships" id="2147483650" r:id="Rbe5638563a6d47a3"/>
    <p:sldLayoutId xmlns:r="http://schemas.openxmlformats.org/officeDocument/2006/relationships" id="2147483651" r:id="R0fac63095e3143b9"/>
    <p:sldLayoutId xmlns:r="http://schemas.openxmlformats.org/officeDocument/2006/relationships" id="2147483652" r:id="R9e893691770b4c7e"/>
    <p:sldLayoutId xmlns:r="http://schemas.openxmlformats.org/officeDocument/2006/relationships" id="2147483653" r:id="R52811e3821054615"/>
    <p:sldLayoutId xmlns:r="http://schemas.openxmlformats.org/officeDocument/2006/relationships" id="2147483654" r:id="R6427fcceae1547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tm_heatmap/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5_workflow-pptx-k7_h60i0/notesMasters/_rels/notesMaster1.xml.rels><?xml version='1.0' encoding='utf-8'?>
<Relationships xmlns="http://schemas.openxmlformats.org/package/2006/relationships"><Relationship Type="http://schemas.openxmlformats.org/officeDocument/2006/relationships/theme" Target="theme/theme3.xml" Id="Rfaa08c3c2f384026" /></Relationships>
</file>

<file path=ppt/workflow_addition_15_workflow-pptx-k7_h60i0/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5_workflow-pptx-k7_h60i0/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5_workflow-pptx-k7_h60i0/notesSlides/_rels/notesSlide1.xml.rels><?xml version='1.0' encoding='utf-8'?>
<Relationships xmlns="http://schemas.openxmlformats.org/package/2006/relationships"><Relationship Type="http://schemas.openxmlformats.org/officeDocument/2006/relationships/slide" Target="../../slides/slide16.xml" Id="Rff864012f67f4954" /><Relationship Type="http://schemas.openxmlformats.org/officeDocument/2006/relationships/notesMaster" Target="../notesMasters/notesMaster1.xml" Id="R2ce4993e37f147d7" /></Relationships>
</file>

<file path=ppt/workflow_addition_15_workflow-pptx-k7_h60i0/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C1.1","crop":{"left":0.18833333333333332,"top":0.14818181818181816,"right":0.3133333333333334,"bottom":0.06090909090909095},"display_width":896.9999999999999,"display_height":870,"cluster_label":"C1.1","selected_count":5},{"image":"[private source path] C1.2","crop":{"left":0.18833333333333332,"top":0.14818181818181816,"right":0.3133333333333334,"bottom":0.06090909090909095},"display_width":896.9999999999999,"display_height":870,"cluster_label":"C1.2","selected_count":5},{"image":"[private source path] C1.3","crop":{"left":0.18833333333333332,"top":0.14818181818181816,"right":0.3133333333333334,"bottom":0.06090909090909095},"display_width":896.9999999999999,"display_height":870,"cluster_label":"C1.3","selected_count":5}],"caption":"Figure 15. Cluster ensembles (up to 5 models each), aligned to each full-cluster Cα RMSD medoid.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5_workflow-pptx-k7_h60i0/slideLayouts/_rels/slideLayout1.xml.rels><?xml version='1.0' encoding='utf-8'?>
<Relationships xmlns="http://schemas.openxmlformats.org/package/2006/relationships"><Relationship Type="http://schemas.openxmlformats.org/officeDocument/2006/relationships/slideMaster" Target="../slideMasters/slideMaster1.xml" Id="R61b902e376274718" /></Relationships>
</file>

<file path=ppt/workflow_addition_15_workflow-pptx-k7_h60i0/slideLayouts/_rels/slideLayout2.xml.rels><?xml version='1.0' encoding='utf-8'?>
<Relationships xmlns="http://schemas.openxmlformats.org/package/2006/relationships"><Relationship Type="http://schemas.openxmlformats.org/officeDocument/2006/relationships/slideMaster" Target="../slideMasters/slideMaster1.xml" Id="Rb68dda93f1cd4962" /></Relationships>
</file>

<file path=ppt/workflow_addition_15_workflow-pptx-k7_h60i0/slideLayouts/_rels/slideLayout3.xml.rels><?xml version='1.0' encoding='utf-8'?>
<Relationships xmlns="http://schemas.openxmlformats.org/package/2006/relationships"><Relationship Type="http://schemas.openxmlformats.org/officeDocument/2006/relationships/slideMaster" Target="../slideMasters/slideMaster1.xml" Id="R5f39c284b9a149ac" /></Relationships>
</file>

<file path=ppt/workflow_addition_15_workflow-pptx-k7_h60i0/slideLayouts/_rels/slideLayout4.xml.rels><?xml version='1.0' encoding='utf-8'?>
<Relationships xmlns="http://schemas.openxmlformats.org/package/2006/relationships"><Relationship Type="http://schemas.openxmlformats.org/officeDocument/2006/relationships/slideMaster" Target="../slideMasters/slideMaster1.xml" Id="R2870e8f2b4054c27" /></Relationships>
</file>

<file path=ppt/workflow_addition_15_workflow-pptx-k7_h60i0/slideLayouts/_rels/slideLayout5.xml.rels><?xml version='1.0' encoding='utf-8'?>
<Relationships xmlns="http://schemas.openxmlformats.org/package/2006/relationships"><Relationship Type="http://schemas.openxmlformats.org/officeDocument/2006/relationships/slideMaster" Target="../slideMasters/slideMaster1.xml" Id="R60ce8a6de4214a56" /></Relationships>
</file>

<file path=ppt/workflow_addition_15_workflow-pptx-k7_h60i0/slideLayouts/_rels/slideLayout6.xml.rels><?xml version='1.0' encoding='utf-8'?>
<Relationships xmlns="http://schemas.openxmlformats.org/package/2006/relationships"><Relationship Type="http://schemas.openxmlformats.org/officeDocument/2006/relationships/slideMaster" Target="../slideMasters/slideMaster1.xml" Id="R435683c4f06e47e5" /></Relationships>
</file>

<file path=ppt/workflow_addition_15_workflow-pptx-k7_h60i0/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1F8563-F142-4ADB-9D39-9D14165F9F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27F2CB-01C0-43E2-ACD1-4906561EA0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k7_h60i0/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478CA9-A954-43E1-BDDB-2BD9B2CA44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5_workflow-pptx-k7_h60i0/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A5A7FA-3BF8-47CF-9B07-678C0D3133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DDEB91-31AD-4D29-823C-2BA49223B7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k7_h60i0/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F9A96C-5766-4E02-9D21-8C4259274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60ACDF-7752-4F3A-89A4-623F0CF287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B48525-368B-46E2-A801-B1563A78D5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k7_h60i0/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14C387-4561-4529-A19A-95AE1465E1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0C66DA-BA4A-4198-B82A-3E8A9D7DA3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k7_h60i0/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5_workflow-pptx-k7_h60i0/slideMasters/_rels/slideMaster1.xml.rels><?xml version='1.0' encoding='utf-8'?>
<Relationships xmlns="http://schemas.openxmlformats.org/package/2006/relationships"><Relationship Type="http://schemas.openxmlformats.org/officeDocument/2006/relationships/theme" Target="theme/theme2.xml" Id="Red4aceb4c275462e" /><Relationship Type="http://schemas.openxmlformats.org/officeDocument/2006/relationships/slideLayout" Target="../slideLayouts/slideLayout1.xml" Id="R6c5f37a8be014dde" /><Relationship Type="http://schemas.openxmlformats.org/officeDocument/2006/relationships/slideLayout" Target="../slideLayouts/slideLayout2.xml" Id="R74e5d483fe8747e9" /><Relationship Type="http://schemas.openxmlformats.org/officeDocument/2006/relationships/slideLayout" Target="../slideLayouts/slideLayout3.xml" Id="Rf050e11618e7427a" /><Relationship Type="http://schemas.openxmlformats.org/officeDocument/2006/relationships/slideLayout" Target="../slideLayouts/slideLayout4.xml" Id="R67fc43b5b51347e2" /><Relationship Type="http://schemas.openxmlformats.org/officeDocument/2006/relationships/slideLayout" Target="../slideLayouts/slideLayout5.xml" Id="R8fcbbfa5c7aa483d" /><Relationship Type="http://schemas.openxmlformats.org/officeDocument/2006/relationships/slideLayout" Target="../slideLayouts/slideLayout6.xml" Id="R25adf54c2cdb42ec" /></Relationships>
</file>

<file path=ppt/workflow_addition_15_workflow-pptx-k7_h60i0/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5f37a8be014dde"/>
    <p:sldLayoutId xmlns:r="http://schemas.openxmlformats.org/officeDocument/2006/relationships" id="2147483650" r:id="R74e5d483fe8747e9"/>
    <p:sldLayoutId xmlns:r="http://schemas.openxmlformats.org/officeDocument/2006/relationships" id="2147483651" r:id="Rf050e11618e7427a"/>
    <p:sldLayoutId xmlns:r="http://schemas.openxmlformats.org/officeDocument/2006/relationships" id="2147483652" r:id="R67fc43b5b51347e2"/>
    <p:sldLayoutId xmlns:r="http://schemas.openxmlformats.org/officeDocument/2006/relationships" id="2147483653" r:id="R8fcbbfa5c7aa483d"/>
    <p:sldLayoutId xmlns:r="http://schemas.openxmlformats.org/officeDocument/2006/relationships" id="2147483654" r:id="R25adf54c2cdb42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5_workflow-pptx-k7_h60i0/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6_workflow-pptx-k7_h60i0/notesMasters/_rels/notesMaster1.xml.rels><?xml version='1.0' encoding='utf-8'?>
<Relationships xmlns="http://schemas.openxmlformats.org/package/2006/relationships"><Relationship Type="http://schemas.openxmlformats.org/officeDocument/2006/relationships/theme" Target="theme/theme3.xml" Id="R59f79f08e1f74a8b" /></Relationships>
</file>

<file path=ppt/workflow_addition_16_workflow-pptx-k7_h60i0/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6_workflow-pptx-k7_h60i0/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6_workflow-pptx-k7_h60i0/notesSlides/_rels/notesSlide1.xml.rels><?xml version='1.0' encoding='utf-8'?>
<Relationships xmlns="http://schemas.openxmlformats.org/package/2006/relationships"><Relationship Type="http://schemas.openxmlformats.org/officeDocument/2006/relationships/slide" Target="../../slides/slide17.xml" Id="R3029fcf30c034297" /><Relationship Type="http://schemas.openxmlformats.org/officeDocument/2006/relationships/notesMaster" Target="../notesMasters/notesMaster1.xml" Id="R60d9c2b22dce407a" /></Relationships>
</file>

<file path=ppt/workflow_addition_16_workflow-pptx-k7_h60i0/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nfidence_grid":{"metric":"mean_plddt","metric_label":"&lt;pLDDT&gt;","y_bounds":[30,100],"major_unit":5,"violin_series":[{"cluster_label":"C1.1","color":"#1f77b4","x":[-0.003568043003088309,-0.004370660245512912,-0.005254158860551778,-0.0062227176918501275,-0.007276499636751431,-0.008402834462061567,-0.009568434465392177,-0.010716572839453624,-0.011771845120155758,-0.012652415732154303,-0.01328663208974423,-0.013628917932057859,-0.013669853759236864,-0.013437336194898744,-0.012988809549461426,-0.012397478994135755,-0.01173703841364068,-0.011069316890535592,-0.010437638616346176,-0.009866376792610407,-0.009365077492694256,-0.008934360874397319,-0.008570894060868988,-0.008269898277245485,-0.008025304053693552,-0.007829018427498353,-0.007671193535537315,-0.007542723579322264,-0.007439828832523827,-0.0073692432680163775,-0.007351910308510127,-0.0074235257677924636,-0.007631525838480403,-0.008029564048402207,-0.008671430320168465,-0.009606290233516685,-0.010876117940990393,-0.012514798523915764,-0.014547345220487633,-0.016987621116699384,-0.019834010996089575,-0.02306421973734104,-0.02663192408290295,-0.03046845795123976,-0.03449151030213258,-0.03862010263211673,-0.042791855518217924,-0.04697630147403401,-0.051178249454675924,-0.05542851738686608,-0.059764713048003,-0.06420972444633553,-0.06875744295907688,-0.07337255622008676,-0.07800496197723672,-0.08261250137432925,-0.0871817740607693,-0.09173772014438396,-0.09633775914376524,-0.10105279152204331,-0.1059421633531705,-0.11103106809079433,-0.1162972362557644,-0.12167094520293002,-0.12704999341363368,-0.13232959289499754,-0.13744506807345722,-0.1424215653343405,-0.14741967202155823,-0.15276080342286835,-0.15891463157174662,-0.16643568329228775,-0.1758485934255972,-0.1874993383076446,-0.20140787145265743,-0.2171687880731436,-0.2339444577697379,-0.25057674271690483,-0.2658121112682285,-0.2785993601733462,-0.288390378478834,-0.2953615574853779,-0.30048071022111095,-0.30537083205572524,-0.3119639747295309,-0.32199085773122355,-0.3364069659142051,-0.35490059220640974,-0.37564340425969844,-0.3954106781124894,-0.41010986942688216,-0.41563014250822866,-0.4088041728439857,-0.38820929945812194,-0.3545645174167669,-0.31060128191439695,-0.2604555837022673,-0.2087786041414574,-0.1598348654103035,-0.11682847259630001,-0.08159255873992566,-0.054646032900069946,-0.035517979248268695,-0.023193955336597252,-0.016549931941141932,-0.014686185533722489,-0.017126154527658196,-0.023882937761960616,-0.035411827410076854,-0.052466839279727534,-0.07587499924842044,-0.10624596394573255,-0.1436518798579945,-0.18733913998124443,-0.23555638606425602,-0.28558330737997867,-0.33400801600228763,-0.3772271616431229,-0.41205410996467917,-0.43625601856726165,-0.44884113061262565,-0.45,-0.44074347186266394,-0.422412297578891,-0.39628643649680134,-0.3634599975035001,-0.32499787947874326,-0.282233855577131,0.282233855577131,0.32499787947874326,0.3634599975035001,0.39628643649680134,0.422412297578891,0.44074347186266394,0.45,0.44884113061262565,0.43625601856726165,0.41205410996467917,0.3772271616431229,0.33400801600228763,0.28558330737997867,0.23555638606425602,0.18733913998124443,0.1436518798579945,0.10624596394573255,0.07587499924842044,0.052466839279727534,0.035411827410076854,0.023882937761960616,0.017126154527658196,0.014686185533722489,0.016549931941141932,0.023193955336597252,0.035517979248268695,0.054646032900069946,0.08159255873992566,0.11682847259630001,0.1598348654103035,0.2087786041414574,0.2604555837022673,0.31060128191439695,0.3545645174167669,0.38820929945812194,0.4088041728439857,0.41563014250822866,0.41010986942688216,0.3954106781124894,0.37564340425969844,0.35490059220640974,0.3364069659142051,0.32199085773122355,0.3119639747295309,0.30537083205572524,0.30048071022111095,0.2953615574853779,0.288390378478834,0.2785993601733462,0.2658121112682285,0.25057674271690483,0.2339444577697379,0.2171687880731436,0.20140787145265743,0.1874993383076446,0.1758485934255972,0.16643568329228775,0.15891463157174662,0.15276080342286835,0.14741967202155823,0.1424215653343405,0.13744506807345722,0.13232959289499754,0.12704999341363368,0.12167094520293002,0.1162972362557644,0.11103106809079433,0.1059421633531705,0.10105279152204331,0.09633775914376524,0.09173772014438396,0.0871817740607693,0.08261250137432925,0.07800496197723672,0.07337255622008676,0.06875744295907688,0.06420972444633553,0.059764713048003,0.05542851738686608,0.051178249454675924,0.04697630147403401,0.042791855518217924,0.03862010263211673,0.03449151030213258,0.03046845795123976,0.02663192408290295,0.02306421973734104,0.019834010996089575,0.016987621116699384,0.014547345220487633,0.012514798523915764,0.010876117940990393,0.009606290233516685,0.008671430320168465,0.008029564048402207,0.007631525838480403,0.0074235257677924636,0.007351910308510127,0.0073692432680163775,0.007439828832523827,0.007542723579322264,0.007671193535537315,0.007829018427498353,0.008025304053693552,0.008269898277245485,0.008570894060868988,0.008934360874397319,0.009365077492694256,0.009866376792610407,0.010437638616346176,0.011069316890535592,0.01173703841364068,0.012397478994135755,0.012988809549461426,0.013437336194898744,0.013669853759236864,0.013628917932057859,0.01328663208974423,0.012652415732154303,0.011771845120155758,0.010716572839453624,0.009568434465392177,0.008402834462061567,0.007276499636751431,0.0062227176918501275,0.005254158860551778,0.004370660245512912,0.003568043003088309,-0.003568043003088309],"y":[34.70697841726619,35.20735579745058,35.70773317763497,36.20811055781936,36.70848793800375,37.20886531818814,37.70924269837253,38.20962007855692,38.709997458741306,39.210374838925695,39.710752219110084,40.21112959929447,40.71150697947886,41.21188435966325,41.712261739847634,42.21263912003202,42.71301650021641,43.2133938804008,43.71377126058519,44.21414864076958,44.71452602095397,45.21490340113836,45.71528078132275,46.215658161507136,46.716035541691525,47.216412921875914,47.7167903020603,48.21716768224469,48.71754506242908,49.21792244261347,49.71829982279786,50.21867720298225,50.71905458316664,51.21943196335103,51.71980934353542,52.220186723719806,52.720564103904195,53.220941484088584,53.72131886427297,54.22169624445736,54.72207362464175,55.22245100482614,55.72282838501053,56.22320576519492,56.72358314537931,57.2239605255637,57.72433790574809,58.224715285932476,58.725092666116865,59.225470046301254,59.72584742648564,60.22622480667003,60.72660218685442,61.22697956703881,61.7273569472232,62.22773432740759,62.72811170759197,63.22848908777636,63.72886646796075,64.22924384814513,64.72962122832953,65.22999860851391,65.73037598869831,66.23075336888269,66.73113074906709,67.23150812925147,67.73188550943587,68.23226288962024,68.73264026980465,69.23301764998902,69.73339503017343,70.2337724103578,70.7341497905422,71.23452717072658,71.73490455091098,72.23528193109536,72.73565931127976,73.23603669146414,73.73641407164854,74.23679145183291,74.73716883201732,75.23754621220169,75.73792359238608,76.23830097257047,76.73867835275486,77.23905573293925,77.73943311312364,78.23981049330803,78.74018787349242,79.2405652536768,79.7409426338612,80.24132001404558,80.74169739422997,81.24207477441436,81.74245215459875,82.24282953478314,82.74320691496753,83.24358429515192,83.74396167533631,84.2443390555207,84.74471643570509,85.24509381588948,85.74547119607386,86.24584857625825,86.74622595644264,87.24660333662703,87.74698071681142,88.24735809699581,88.7477354771802,89.24811285736459,89.74849023754898,90.24886761773337,90.74924499791774,91.24962237810215,91.74999975828652,92.25037713847092,92.7507545186553,93.2511318988397,93.75150927902408,94.25188665920848,94.75226403939286,95.25264141957726,95.75301879976163,96.25339617994604,96.75377356013041,97.25415094031482,97.75452832049919,98.2549057006836,98.2549057006836,97.75452832049919,97.25415094031482,96.75377356013041,96.25339617994604,95.75301879976163,95.25264141957726,94.75226403939286,94.25188665920848,93.75150927902408,93.2511318988397,92.7507545186553,92.25037713847092,91.74999975828652,91.24962237810215,90.74924499791774,90.24886761773337,89.74849023754898,89.24811285736459,88.7477354771802,88.24735809699581,87.74698071681142,87.24660333662703,86.74622595644264,86.24584857625825,85.74547119607386,85.24509381588948,84.74471643570509,84.2443390555207,83.74396167533631,83.24358429515192,82.74320691496753,82.24282953478314,81.74245215459875,81.24207477441436,80.74169739422997,80.24132001404558,79.7409426338612,79.2405652536768,78.74018787349242,78.23981049330803,77.73943311312364,77.23905573293925,76.73867835275486,76.23830097257047,75.73792359238608,75.23754621220169,74.73716883201732,74.23679145183291,73.73641407164854,73.23603669146414,72.73565931127976,72.23528193109536,71.73490455091098,71.23452717072658,70.7341497905422,70.2337724103578,69.73339503017343,69.23301764998902,68.73264026980465,68.23226288962024,67.73188550943587,67.23150812925147,66.73113074906709,66.23075336888269,65.73037598869831,65.22999860851391,64.72962122832953,64.22924384814513,63.72886646796075,63.22848908777636,62.72811170759197,62.22773432740759,61.7273569472232,61.22697956703881,60.72660218685442,60.22622480667003,59.72584742648564,59.225470046301254,58.725092666116865,58.224715285932476,57.72433790574809,57.2239605255637,56.72358314537931,56.22320576519492,55.72282838501053,55.22245100482614,54.72207362464175,54.22169624445736,53.72131886427297,53.220941484088584,52.720564103904195,52.220186723719806,51.71980934353542,51.21943196335103,50.71905458316664,50.21867720298225,49.71829982279786,49.21792244261347,48.71754506242908,48.21716768224469,47.7167903020603,47.216412921875914,46.716035541691525,46.215658161507136,45.71528078132275,45.21490340113836,44.71452602095397,44.21414864076958,43.71377126058519,43.2133938804008,42.71301650021641,42.21263912003202,41.712261739847634,41.21188435966325,40.71150697947886,40.21112959929447,39.710752219110084,39.210374838925695,38.709997458741306,38.20962007855692,37.70924269837253,37.20886531818814,36.70848793800375,36.20811055781936,35.70773317763497,35.20735579745058,34.70697841726619,34.70697841726619],"scored_count":8088,"cluster_size":10078},{"cluster_label":"C1.2","color":"#ff7f0e","x":[0.9773259368787024,0.9773910444137945,0.9775852474449892,0.9779052192752882,0.9783455208804731,0.9788987547007177,0.9795557713519919,0.9803059211875808,0.9811373410506768,0.982037265445259,0.9829923507572517,0.9839890010937516,0.9850136847572815,0.9860532312890774,0.9870951003309899,0.9881276151819008,0.9891401557618391,0.9901233076401039,0.9910689657290532,0.9919703930967124,0.9928222370257318,0.9936205058768965,0.9943625114550494,0.9950467823968653,0.9956729545962634,0.9962416448654668,0.9967543139245695,0.9972131244589706,0.9976207994297547,0.9979804851192541,0.9982956225959039,0.998569830440091,0.9988068007321171,0.9990102095038463,0.9991836421281004,0.9993305334866964,0.9994541222327463,0.9995574180509598,0.9996431805195546,0.999713907981481,0.9997718347290268,0.9998189347794723,0.9998569305535444,0.9998873048457456,0.9999113145794437,0.9999300049544598,0.9999442227072309,0.999954627302204,0.9999616989492387,0.9999657423894253,0.9999668854075419,0.9999650710127961,0.9999600421825922,0.9999513179916577,0.9999381598584316,0.9999195265423901,0.9998940164329623,0.9998597955985489,0.9998145100313127,0.9997551805506213,0.9996780789381831,0.9995785840952827,0.9994510173619017,0.9992884566430011,0.999082529670664,0.9988231876098012,0.9984984613009975,0.9980942037293123,0.9975938238036526,0.9969780182051173,0.9962245098759239,0.9953078036168774,0.9941989711658629,0.9928654799488209,0.9912710813169541,0.9893757753835255,0.9871358704140777,0.9845041549640335,0.9814302004591542,0.9778608105504654,0.9737406312408379,0.9690129324020431,0.9636205668476417,0.9575071076189717,0.9506181576588278,0.9429028187351639,0.9343152985475216,0.9248166266796527,0.9143764417902465,0.9029748045459772,0.8906039837171649,0.8772701570104753,0.862994964031277,0.8478168466431066,0.8317921122565137,0.8149956584830818,0.7975213032740176,0.7794816731416948,0.7610076132134054,0.7422470964213144,0.7233636246814247,0.7045341319164824,0.6859464165821805,0.6677961492281597,0.6502835177826856,0.6336095889006739,0.617972477100323,0.6035634238504449,0.5905628956899249,0.579136813442922,0.5694330233948028,0.5615781158640871,0.5556746870947462,0.551799127146199,0.55,0.5502970631104138,0.5526809528969595,0.5571135410834608,0.5635289452342553,0.5718351562127695,0.5819162264191833,0.5936349462804357,0.6068359231610665,0.6213489670719108,0.6369926815352127,0.6535781557994504,0.6709126561901553,0.6888032194785593,1.3111967805214406,1.3290873438098447,1.3464218442005496,1.3630073184647873,1.3786510329280892,1.3931640768389335,1.4063650537195644,1.4180837735808167,1.4281648437872305,1.4364710547657447,1.442886458916539,1.4473190471030404,1.4497029368895862,1.45,1.448200872853801,1.4443253129052538,1.4384218841359129,1.4305669766051972,1.420863186557078,1.409437104310075,1.3964365761495552,1.382027522899677,1.3663904110993261,1.3497164822173144,1.3322038507718403,1.3140535834178195,1.2954658680835176,1.2766363753185752,1.2577529035786856,1.2389923867865946,1.2205183268583053,1.2024786967259824,1.1850043415169182,1.1682078877434863,1.1521831533568934,1.137005035968723,1.1227298429895247,1.1093960162828351,1.0970251954540227,1.0856235582097535,1.0751833733203473,1.0656847014524784,1.057097181264836,1.049381842341172,1.0424928923810282,1.0363794331523581,1.0309870675979569,1.0262593687591621,1.0221391894495346,1.0185697995408458,1.0154958450359663,1.0128641295859222,1.0106242246164745,1.008728918683046,1.007134520051179,1.005801028834137,1.0046921963831226,1.003775490124076,1.0030219817948827,1.0024061761963474,1.0019057962706877,1.0015015386990025,1.0011768123901987,1.000917470329336,1.0007115433569989,1.0005489826380982,1.0004214159047173,1.000321921061817,1.0002448194493787,1.0001854899686873,1.0001402044014511,1.0001059835670378,1.0000804734576099,1.0000618401415684,1.0000486820083423,1.000039957817408,1.000034928987204,1.0000331145924581,1.0000342576105747,1.0000383010507612,1.000045372697796,1.000055777292769,1.00006999504554,1.0000886854205562,1.0001126951542543,1.0001430694464555,1.0001810652205279,1.0002281652709732,1.000286092018519,1.0003568194804453,1.0004425819490403,1.0005458777672536,1.0006694665133036,1.0008163578718996,1.0009897904961538,1.0011931992678829,1.001430169559909,1.0017043774040961,1.0020195148807458,1.0023792005702452,1.0027868755410294,1.0032456860754306,1.003758355134533,1.0043270454037367,1.0049532176031348,1.0056374885449506,1.0063794941231035,1.0071777629742682,1.0080296069032877,1.0089310342709468,1.009876692359896,1.0108598442381609,1.011872384818099,1.01290489966901,1.0139467687109225,1.0149863152427185,1.0160109989062482,1.0170076492427482,1.017962734554741,1.018862658949323,1.0196940788124191,1.020444228648008,1.0211012452992823,1.021654479119527,1.0220947807247118,1.0224147525550107,1.0226089555862055,1.0226740631212976,0.9773259368787024],"y":[62.658848920863306,62.76452463668289,62.87020035250248,62.975876068322066,63.08155178414165,63.18722749996124,63.29290321578082,63.398578931600404,63.50425464741999,63.60993036323958,63.715606079059164,63.82128179487875,63.92695751069834,64.03263322651792,64.1383089423375,64.24398465815709,64.34966037397668,64.45533608979626,64.56101180561585,64.66668752143543,64.77236323725502,64.87803895307461,64.9837146688942,65.08939038471378,65.19506610053337,65.30074181635295,65.40641753217254,65.51209324799213,65.61776896381171,65.7234446796313,65.82912039545089,65.93479611127047,66.04047182709004,66.14614754290963,66.25182325872922,66.3574989745488,66.46317469036839,66.56885040618798,66.67452612200756,66.78020183782715,66.88587755364674,66.99155326946632,67.09722898528591,67.2029047011055,67.30858041692508,67.41425613274467,67.51993184856426,67.62560756438384,67.73128328020343,67.83695899602301,67.9426347118426,68.04831042766219,68.15398614348177,68.25966185930136,68.36533757512095,68.47101329094052,68.5766890067601,68.68236472257969,68.78804043839928,68.89371615421886,68.99939187003845,69.10506758585804,69.21074330167762,69.31641901749721,69.4220947333168,69.52777044913638,69.63344616495597,69.73912188077556,69.84479759659514,69.95047331241473,70.05614902823432,70.1618247440539,70.26750045987349,70.37317617569308,70.47885189151265,70.58452760733223,70.69020332315182,70.7958790389714,70.901554754791,71.00723047061058,71.11290618643017,71.21858190224975,71.32425761806934,71.42993333388893,71.53560904970851,71.6412847655281,71.74696048134768,71.85263619716727,71.95831191298686,72.06398762880644,72.16966334462603,72.27533906044562,72.3810147762652,72.48669049208479,72.59236620790438,72.69804192372396,72.80371763954355,72.90939335536314,73.01506907118271,73.1207447870023,73.22642050282188,73.33209621864147,73.43777193446105,73.54344765028064,73.64912336610023,73.75479908191981,73.8604747977394,73.96615051355899,74.07182622937857,74.17750194519816,74.28317766101775,74.38885337683733,74.49452909265692,74.6002048084765,74.70588052429609,74.81155624011568,74.91723195593525,75.02290767175484,75.12858338757442,75.23425910339401,75.3399348192136,75.44561053503318,75.55128625085277,75.65696196667236,75.76263768249194,75.86831339831153,75.97398911413111,76.0796648299507,76.0796648299507,75.97398911413111,75.86831339831153,75.76263768249194,75.65696196667236,75.55128625085277,75.44561053503318,75.3399348192136,75.23425910339401,75.12858338757442,75.02290767175484,74.91723195593525,74.81155624011568,74.70588052429609,74.6002048084765,74.49452909265692,74.38885337683733,74.28317766101775,74.17750194519816,74.07182622937857,73.96615051355899,73.8604747977394,73.75479908191981,73.64912336610023,73.54344765028064,73.43777193446105,73.33209621864147,73.22642050282188,73.1207447870023,73.01506907118271,72.90939335536314,72.80371763954355,72.69804192372396,72.59236620790438,72.48669049208479,72.3810147762652,72.27533906044562,72.16966334462603,72.06398762880644,71.95831191298686,71.85263619716727,71.74696048134768,71.6412847655281,71.53560904970851,71.42993333388893,71.32425761806934,71.21858190224975,71.11290618643017,71.00723047061058,70.901554754791,70.7958790389714,70.69020332315182,70.58452760733223,70.47885189151265,70.37317617569308,70.26750045987349,70.1618247440539,70.05614902823432,69.95047331241473,69.84479759659514,69.73912188077556,69.63344616495597,69.52777044913638,69.4220947333168,69.31641901749721,69.21074330167762,69.10506758585804,68.99939187003845,68.89371615421886,68.78804043839928,68.68236472257969,68.5766890067601,68.47101329094052,68.36533757512095,68.25966185930136,68.15398614348177,68.04831042766219,67.9426347118426,67.83695899602301,67.73128328020343,67.62560756438384,67.51993184856426,67.41425613274467,67.30858041692508,67.2029047011055,67.09722898528591,66.99155326946632,66.88587755364674,66.78020183782715,66.67452612200756,66.56885040618798,66.46317469036839,66.3574989745488,66.25182325872922,66.14614754290963,66.04047182709004,65.93479611127047,65.82912039545089,65.7234446796313,65.61776896381171,65.51209324799213,65.40641753217254,65.30074181635295,65.19506610053337,65.08939038471378,64.9837146688942,64.87803895307461,64.77236323725502,64.66668752143543,64.56101180561585,64.45533608979626,64.34966037397668,64.24398465815709,64.1383089423375,64.03263322651792,63.92695751069834,63.82128179487875,63.715606079059164,63.60993036323958,63.50425464741999,63.398578931600404,63.29290321578082,63.18722749996124,63.08155178414165,62.975876068322066,62.87020035250248,62.76452463668289,62.658848920863306,62.658848920863306],"scored_count":23,"cluster_size":23},{"cluster_label":"C1.3","color":"#2ca02c","x":[1.8894992005842168,1.887948688699527,1.8864538862197526,1.8850056110955997,1.8835935320481698,1.8822062472831178,1.88083137841519,1.8794556788258956,1.8780651554631906,1.8766452028888982,1.8751807481904017,1.8736564052007378,1.8720566363187015,1.8703659200900093,1.8685689226042625,1.8666506706820762,1.86459672477333,1.8623933494623002,1.8600276794784472,1.857487879143069,1.8547632932414957,1.8518445873967655,1.848723876133144,1.8453948369542308,1.84185280891917,1.8380948743794567,1.8341199227350957,1.8299286952804796,1.8255238104337423,1.8209097688759273,1.816092938365176,1.8110815182324858,1.80588548380743,1.8005165112604307,1.7949878835804924,1.7893143786305075,1.7835121404340573,1.7775985350446926,1.7715919925299608,1.7655118367645892,1.7593781048692085,1.7532113582512834,1.7470324873013927,1.7408625118711814,1.7347223797070817,1.7286327650368392,1.7226138695039448,1.7166852276177198,1.7108655188360358,1.7051723883229517,1.6996222783268866,1.6942302720077564,1.689009951404545,1.6839732710812663,1.6791304488198415,1.6744898745459789,1.6700580384809234,1.6658394793095104,1.661836752946813,1.65805042227298,1.6544790679916,1.651119320553279,1.6479659128746287,1.6450117533765134,1.6422480186650756,1.6396642649870858,1.6372485574089812,1.634987615497573,1.6328669741216733,1.630871157848162,1.6289838672745915,1.627188175523913,1.6254667330256607,1.6238019786228242,1.6221763549745782,1.6205725261725552,1.6189735954526236,1.6173633208650928,1.6157263267643989,1.6140483089943372,1.6123162316771111,1.6105185135639049,1.6086452019711932,1.6066881324109574,1.604641072124009,1.6024998458438502,1.6002624422538658,1.597929099752527,1.5955023703098892,1.5929871603828976,1.5903907480565098,1.5877227757914376,1.5849952183859113,1.5822223259973982,1.5794205423183592,1.5766083982562535,1.5738063817296044,1.5710367844565938,1.5683235268770455,1.5656919626103014,1.563168664106341,1.5607811913924428,1.5585578460490237,1.556527412761956,1.5547188909915588,1.5531612194663704,1.5518829963496383,1.550912198035011,1.5502758996020622,1.55,1.55010895502686,1.5506255211305442,1.5515705129763415,1.5529625776030231,1.554817987826813,1.5571504573508372,1.559970979799151,1.563287693621724,1.5671057745136983,1.5714273566623063,1.576251483783305,1.5815740905405073,1.5873880145623551,1.5936830388851213,1.600445964268103,1.6076607104493892,1.6153084450468356,1.6233677384635168,2.3766322615364834,2.3846915549531644,2.392339289550611,2.399554035731897,2.4063169611148787,2.412611985437645,2.4184259094594927,2.423748516216695,2.4285726433376937,2.4328942254863017,2.436712306378276,2.440029020200849,2.4428495426491628,2.4451820121731873,2.447037422396977,2.4484294870236583,2.449374478869456,2.44989104497314,2.45,2.4497241003979378,2.449087801964989,2.4481170036503617,2.4468387805336294,2.445281109008441,2.4434725872380443,2.4414421539509763,2.4392188086075572,2.4368313358936593,2.4343080373896986,2.4316764731229545,2.428963215543406,2.4261936182703954,2.4233916017437465,2.420579457681641,2.417777674002602,2.4150047816140887,2.4122772242085624,2.40960925194349,2.4070128396171024,2.404497629690111,2.402070900247473,2.399737557746134,2.3975001541561496,2.395358927875991,2.3933118675890426,2.391354798028807,2.389481486436095,2.387683768322889,2.385951691005663,2.3842736732356014,2.382636679134907,2.3810264045473764,2.3794274738274446,2.3778236450254218,2.376198021377176,2.374533266974339,2.372811824476087,2.3710161327254085,2.369128842151838,2.3671330258783265,2.365012384502427,2.3627514425910188,2.360335735012914,2.3577519813349244,2.3549882466234866,2.352034087125371,2.348880679446721,2.3455209320084,2.34194957772702,2.338163247053187,2.3341605206904896,2.3299419615190766,2.3255101254540214,2.3208695511801585,2.3160267289187337,2.310990048595455,2.3057697279922436,2.3003777216731134,2.2948276116770483,2.289134481163964,2.28331477238228,2.277386130496055,2.271367234963161,2.265277620292918,2.2591374881288186,2.252967512698607,2.2467886417487164,2.2406218951307912,2.2344881632354108,2.228408007470039,2.2224014649553077,2.2164878595659427,2.2106856213694925,2.2050121164195073,2.1994834887395696,2.19411451619257,2.188918481767514,2.183907061634824,2.1790902311240727,2.1744761895662577,2.1700713047195204,2.1658800772649043,2.1619051256205433,2.1581471910808303,2.154605163045769,2.151276123866856,2.1481554126032347,2.1452367067585043,2.142512120856931,2.139972320521553,2.1376066505376996,2.13540327522667,2.1333493293179235,2.1314310773957375,2.1296340799099904,2.1279433636812985,2.126343594799262,2.1248192518095985,2.1233547971111015,2.1219348445368094,2.1205443211741044,2.11916862158481,2.1177937527168824,2.11640646795183,2.1149943889044,2.1135461137802474,2.112051311300473,2.1105007994157834,1.8894992005842168],"y":[72.87030930482021,72.87771703531435,72.88512476580848,72.89253249630261,72.89994022679674,72.90734795729088,72.91475568778502,72.92216341827915,72.92957114877328,72.93697887926741,72.94438660976155,72.95179434025569,72.95920207074982,72.96660980124395,72.97401753173808,72.98142526223222,72.98883299272636,72.9962407232205,73.00364845371462,73.01105618420875,73.01846391470289,73.02587164519703,73.03327937569117,73.04068710618529,73.04809483667943,73.05550256717356,73.0629102976677,73.07031802816184,73.07772575865596,73.0851334891501,73.09254121964423,73.09994895013837,73.1073566806325,73.11476441112664,73.12217214162077,73.1295798721149,73.13698760260904,73.14439533310318,73.15180306359731,73.15921079409144,73.16661852458557,73.17402625507971,73.18143398557385,73.18884171606798,73.1962494465621,73.20365717705624,73.21106490755038,73.21847263804452,73.22588036853865,73.23328809903278,73.24069582952691,73.24810356002105,73.25551129051519,73.26291902100932,73.27032675150345,73.27773448199758,73.28514221249172,73.29254994298586,73.29995767348,73.30736540397412,73.31477313446825,73.32218086496239,73.32958859545653,73.33699632595066,73.34440405644479,73.35181178693892,73.35921951743306,73.3666272479272,73.37403497842134,73.38144270891546,73.3888504394096,73.39625816990373,73.40366590039787,73.411073630892,73.41848136138613,73.42588909188026,73.4332968223744,73.44070455286854,73.44811228336268,73.4555200138568,73.46292774435094,73.47033547484507,73.47774320533921,73.48515093583335,73.49255866632747,73.4999663968216,73.50737412731574,73.51478185780988,73.52218958830402,73.52959731879814,73.53700504929228,73.54441277978641,73.55182051028055,73.55922824077469,73.56663597126882,73.57404370176295,73.58145143225708,73.58885916275122,73.59626689324536,73.6036746237395,73.61108235423362,73.61849008472775,73.62589781522189,73.63330554571603,73.64071327621016,73.64812100670429,73.65552873719842,73.66293646769256,73.6703441981867,73.67775192868083,73.68515965917496,73.6925673896691,73.69997512016323,73.70738285065737,73.7147905811515,73.72219831164563,73.72960604213976,73.7370137726339,73.74442150312804,73.75182923362217,73.7592369641163,73.76664469461043,73.77405242510457,73.78146015559871,73.78886788609285,73.79627561658697,73.8036833470811,73.81109107757524,73.81109107757524,73.8036833470811,73.79627561658697,73.78886788609285,73.78146015559871,73.77405242510457,73.76664469461043,73.7592369641163,73.75182923362217,73.74442150312804,73.7370137726339,73.72960604213976,73.72219831164563,73.7147905811515,73.70738285065737,73.69997512016323,73.6925673896691,73.68515965917496,73.67775192868083,73.6703441981867,73.66293646769256,73.65552873719842,73.64812100670429,73.64071327621016,73.63330554571603,73.62589781522189,73.61849008472775,73.61108235423362,73.6036746237395,73.59626689324536,73.58885916275122,73.58145143225708,73.57404370176295,73.56663597126882,73.55922824077469,73.55182051028055,73.54441277978641,73.53700504929228,73.52959731879814,73.52218958830402,73.51478185780988,73.50737412731574,73.4999663968216,73.49255866632747,73.48515093583335,73.47774320533921,73.47033547484507,73.46292774435094,73.4555200138568,73.44811228336268,73.44070455286854,73.4332968223744,73.42588909188026,73.41848136138613,73.411073630892,73.40366590039787,73.39625816990373,73.3888504394096,73.38144270891546,73.37403497842134,73.3666272479272,73.35921951743306,73.35181178693892,73.34440405644479,73.33699632595066,73.32958859545653,73.32218086496239,73.31477313446825,73.30736540397412,73.29995767348,73.29254994298586,73.28514221249172,73.27773448199758,73.27032675150345,73.26291902100932,73.25551129051519,73.24810356002105,73.24069582952691,73.23328809903278,73.22588036853865,73.21847263804452,73.21106490755038,73.20365717705624,73.1962494465621,73.18884171606798,73.18143398557385,73.17402625507971,73.16661852458557,73.15921079409144,73.15180306359731,73.14439533310318,73.13698760260904,73.1295798721149,73.12217214162077,73.11476441112664,73.1073566806325,73.09994895013837,73.09254121964423,73.0851334891501,73.07772575865596,73.07031802816184,73.0629102976677,73.05550256717356,73.04809483667943,73.04068710618529,73.03327937569117,73.02587164519703,73.01846391470289,73.01105618420875,73.00364845371462,72.9962407232205,72.98883299272636,72.98142526223222,72.97401753173808,72.96660980124395,72.95920207074982,72.95179434025569,72.94438660976155,72.93697887926741,72.92957114877328,72.92216341827915,72.91475568778502,72.90734795729088,72.89994022679674,72.89253249630261,72.88512476580848,72.87771703531435,72.87030930482021,72.87030930482021],"scored_count":19,"cluster_size":19}],"selected":[{"model":"SR215_bmr6366__AlphaFlowMD__0593","source_path":"[private source path] 16. Cluster confidence distributions. Colored outlines show eligible cluster members with confidence scores; black dots mark the displayed models.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6_workflow-pptx-k7_h60i0/slideLayouts/_rels/slideLayout1.xml.rels><?xml version='1.0' encoding='utf-8'?>
<Relationships xmlns="http://schemas.openxmlformats.org/package/2006/relationships"><Relationship Type="http://schemas.openxmlformats.org/officeDocument/2006/relationships/slideMaster" Target="../slideMasters/slideMaster1.xml" Id="R8429f1eef8cb4336" /></Relationships>
</file>

<file path=ppt/workflow_addition_16_workflow-pptx-k7_h60i0/slideLayouts/_rels/slideLayout2.xml.rels><?xml version='1.0' encoding='utf-8'?>
<Relationships xmlns="http://schemas.openxmlformats.org/package/2006/relationships"><Relationship Type="http://schemas.openxmlformats.org/officeDocument/2006/relationships/slideMaster" Target="../slideMasters/slideMaster1.xml" Id="Ra3d169d1042f4d43" /></Relationships>
</file>

<file path=ppt/workflow_addition_16_workflow-pptx-k7_h60i0/slideLayouts/_rels/slideLayout3.xml.rels><?xml version='1.0' encoding='utf-8'?>
<Relationships xmlns="http://schemas.openxmlformats.org/package/2006/relationships"><Relationship Type="http://schemas.openxmlformats.org/officeDocument/2006/relationships/slideMaster" Target="../slideMasters/slideMaster1.xml" Id="Rf909e33ff55b46d9" /></Relationships>
</file>

<file path=ppt/workflow_addition_16_workflow-pptx-k7_h60i0/slideLayouts/_rels/slideLayout4.xml.rels><?xml version='1.0' encoding='utf-8'?>
<Relationships xmlns="http://schemas.openxmlformats.org/package/2006/relationships"><Relationship Type="http://schemas.openxmlformats.org/officeDocument/2006/relationships/slideMaster" Target="../slideMasters/slideMaster1.xml" Id="R89fb443948c74318" /></Relationships>
</file>

<file path=ppt/workflow_addition_16_workflow-pptx-k7_h60i0/slideLayouts/_rels/slideLayout5.xml.rels><?xml version='1.0' encoding='utf-8'?>
<Relationships xmlns="http://schemas.openxmlformats.org/package/2006/relationships"><Relationship Type="http://schemas.openxmlformats.org/officeDocument/2006/relationships/slideMaster" Target="../slideMasters/slideMaster1.xml" Id="Rff677f07a4c94bae" /></Relationships>
</file>

<file path=ppt/workflow_addition_16_workflow-pptx-k7_h60i0/slideLayouts/_rels/slideLayout6.xml.rels><?xml version='1.0' encoding='utf-8'?>
<Relationships xmlns="http://schemas.openxmlformats.org/package/2006/relationships"><Relationship Type="http://schemas.openxmlformats.org/officeDocument/2006/relationships/slideMaster" Target="../slideMasters/slideMaster1.xml" Id="R67018cb5f502494d" /></Relationships>
</file>

<file path=ppt/workflow_addition_16_workflow-pptx-k7_h60i0/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D05552-0682-46A7-BEC3-19B9362F84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49E76E-75AF-4FBF-A236-E7166448FB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6_workflow-pptx-k7_h60i0/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1F5B9D-393F-421C-91DE-ABD0D4DD13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6_workflow-pptx-k7_h60i0/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392F3C-EB60-4A43-BE5D-1D24B01968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0C7091-DE0C-408F-854E-9D2314BB81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6_workflow-pptx-k7_h60i0/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67E3C0-2006-4FC3-8178-156816D692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1713A1-B509-428E-9500-82EF5DF31A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98B68D-97F7-4664-9DBE-3046E74721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6_workflow-pptx-k7_h60i0/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3496D5-C262-4322-A4B5-9D590035D2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E34C7C-B2BC-43F7-A729-DD87463422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6_workflow-pptx-k7_h60i0/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6_workflow-pptx-k7_h60i0/slideMasters/_rels/slideMaster1.xml.rels><?xml version='1.0' encoding='utf-8'?>
<Relationships xmlns="http://schemas.openxmlformats.org/package/2006/relationships"><Relationship Type="http://schemas.openxmlformats.org/officeDocument/2006/relationships/theme" Target="theme/theme2.xml" Id="R1194e414c5974bc8" /><Relationship Type="http://schemas.openxmlformats.org/officeDocument/2006/relationships/slideLayout" Target="../slideLayouts/slideLayout1.xml" Id="Rca0c4fc32a704eaf" /><Relationship Type="http://schemas.openxmlformats.org/officeDocument/2006/relationships/slideLayout" Target="../slideLayouts/slideLayout2.xml" Id="Rbf86b1a77fe14523" /><Relationship Type="http://schemas.openxmlformats.org/officeDocument/2006/relationships/slideLayout" Target="../slideLayouts/slideLayout3.xml" Id="R8e59593d6515426f" /><Relationship Type="http://schemas.openxmlformats.org/officeDocument/2006/relationships/slideLayout" Target="../slideLayouts/slideLayout4.xml" Id="R2e755e47d28a421a" /><Relationship Type="http://schemas.openxmlformats.org/officeDocument/2006/relationships/slideLayout" Target="../slideLayouts/slideLayout5.xml" Id="Rab5a6405e3ad4493" /><Relationship Type="http://schemas.openxmlformats.org/officeDocument/2006/relationships/slideLayout" Target="../slideLayouts/slideLayout6.xml" Id="R372fab5ec62d4379" /></Relationships>
</file>

<file path=ppt/workflow_addition_16_workflow-pptx-k7_h60i0/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0c4fc32a704eaf"/>
    <p:sldLayoutId xmlns:r="http://schemas.openxmlformats.org/officeDocument/2006/relationships" id="2147483650" r:id="Rbf86b1a77fe14523"/>
    <p:sldLayoutId xmlns:r="http://schemas.openxmlformats.org/officeDocument/2006/relationships" id="2147483651" r:id="R8e59593d6515426f"/>
    <p:sldLayoutId xmlns:r="http://schemas.openxmlformats.org/officeDocument/2006/relationships" id="2147483652" r:id="R2e755e47d28a421a"/>
    <p:sldLayoutId xmlns:r="http://schemas.openxmlformats.org/officeDocument/2006/relationships" id="2147483653" r:id="Rab5a6405e3ad4493"/>
    <p:sldLayoutId xmlns:r="http://schemas.openxmlformats.org/officeDocument/2006/relationships" id="2147483654" r:id="R372fab5ec62d43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6_workflow-pptx-k7_h60i0/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6_workflow-pptx-k7_h60i0/slides/charts/_rels/chart1.xml.rels><?xml version='1.0' encoding='utf-8'?>
<Relationships xmlns="http://schemas.openxmlformats.org/package/2006/relationships"><Relationship Id="rIdConfidenceData" Type="http://schemas.openxmlformats.org/officeDocument/2006/relationships/package" Target="../../embeddings/confidence-chart-1.xlsx" /></Relationships>
</file>

<file path=ppt/workflow_addition_16_workflow-pptx-k7_h60i0/slides/charts/chart1.xml><?xml version="1.0" encoding="utf-8"?>
<c:chartSpace xmlns:a="http://schemas.openxmlformats.org/drawingml/2006/main" xmlns:c="http://schemas.openxmlformats.org/drawingml/2006/chart" xmlns:r="http://schemas.openxmlformats.org/officeDocument/2006/relationships">
  <c:lang val="en-US"/>
  <c:chart>
    <c:plotArea>
      <c:layout>
        <c:manualLayout>
          <c:layoutTarget val="inner"/>
          <c:xMode val="factor"/>
          <c:yMode val="factor"/>
          <c:wMode val="factor"/>
          <c:hMode val="factor"/>
          <c:x val=".075"/>
          <c:y val=".04"/>
          <c:w val=".91"/>
          <c:h val=".91"/>
        </c:manualLayout>
      </c:layout>
      <c:scatterChart>
        <c:scatterStyle val="lineMarker"/>
        <c:varyColors val="0"/>
        <c:ser>
          <c:idx val="0"/>
          <c:order val="0"/>
          <c:tx>
            <c:v>C1.1</c:v>
          </c:tx>
          <c:spPr>
            <a:solidFill>
              <a:srgbClr val="1F77B4"/>
            </a:solidFill>
            <a:ln w="23813">
              <a:solidFill>
                <a:srgbClr val="1F77B4"/>
              </a:solidFill>
            </a:ln>
          </c:spPr>
          <c:marker>
            <c:symbol val="none"/>
          </c:marker>
          <c:xVal>
            <c:numRef>
              <c:f>'Chart Data'!$A$2:$A$258</c:f>
              <c:numCache>
                <c:formatCode>General</c:formatCode>
                <c:ptCount val="257"/>
                <c:pt idx="0">
                  <c:v>-0.003568043003088</c:v>
                </c:pt>
                <c:pt idx="1">
                  <c:v>-0.004370660245513</c:v>
                </c:pt>
                <c:pt idx="2">
                  <c:v>-0.005254158860552</c:v>
                </c:pt>
                <c:pt idx="3">
                  <c:v>-0.00622271769185</c:v>
                </c:pt>
                <c:pt idx="4">
                  <c:v>-0.007276499636751</c:v>
                </c:pt>
                <c:pt idx="5">
                  <c:v>-0.008402834462062</c:v>
                </c:pt>
                <c:pt idx="6">
                  <c:v>-0.009568434465392</c:v>
                </c:pt>
                <c:pt idx="7">
                  <c:v>-0.01071657283945</c:v>
                </c:pt>
                <c:pt idx="8">
                  <c:v>-0.01177184512016</c:v>
                </c:pt>
                <c:pt idx="9">
                  <c:v>-0.01265241573215</c:v>
                </c:pt>
                <c:pt idx="10">
                  <c:v>-0.01328663208974</c:v>
                </c:pt>
                <c:pt idx="11">
                  <c:v>-0.01362891793206</c:v>
                </c:pt>
                <c:pt idx="12">
                  <c:v>-0.01366985375924</c:v>
                </c:pt>
                <c:pt idx="13">
                  <c:v>-0.0134373361949</c:v>
                </c:pt>
                <c:pt idx="14">
                  <c:v>-0.01298880954946</c:v>
                </c:pt>
                <c:pt idx="15">
                  <c:v>-0.01239747899414</c:v>
                </c:pt>
                <c:pt idx="16">
                  <c:v>-0.01173703841364</c:v>
                </c:pt>
                <c:pt idx="17">
                  <c:v>-0.01106931689054</c:v>
                </c:pt>
                <c:pt idx="18">
                  <c:v>-0.01043763861635</c:v>
                </c:pt>
                <c:pt idx="19">
                  <c:v>-0.00986637679261</c:v>
                </c:pt>
                <c:pt idx="20">
                  <c:v>-0.009365077492694</c:v>
                </c:pt>
                <c:pt idx="21">
                  <c:v>-0.008934360874397</c:v>
                </c:pt>
                <c:pt idx="22">
                  <c:v>-0.008570894060869</c:v>
                </c:pt>
                <c:pt idx="23">
                  <c:v>-0.008269898277245</c:v>
                </c:pt>
                <c:pt idx="24">
                  <c:v>-0.008025304053694</c:v>
                </c:pt>
                <c:pt idx="25">
                  <c:v>-0.007829018427498</c:v>
                </c:pt>
                <c:pt idx="26">
                  <c:v>-0.007671193535537</c:v>
                </c:pt>
                <c:pt idx="27">
                  <c:v>-0.007542723579322</c:v>
                </c:pt>
                <c:pt idx="28">
                  <c:v>-0.007439828832524</c:v>
                </c:pt>
                <c:pt idx="29">
                  <c:v>-0.007369243268016</c:v>
                </c:pt>
                <c:pt idx="30">
                  <c:v>-0.00735191030851</c:v>
                </c:pt>
                <c:pt idx="31">
                  <c:v>-0.007423525767792</c:v>
                </c:pt>
                <c:pt idx="32">
                  <c:v>-0.00763152583848</c:v>
                </c:pt>
                <c:pt idx="33">
                  <c:v>-0.008029564048402</c:v>
                </c:pt>
                <c:pt idx="34">
                  <c:v>-0.008671430320168</c:v>
                </c:pt>
                <c:pt idx="35">
                  <c:v>-0.009606290233517</c:v>
                </c:pt>
                <c:pt idx="36">
                  <c:v>-0.01087611794099</c:v>
                </c:pt>
                <c:pt idx="37">
                  <c:v>-0.01251479852392</c:v>
                </c:pt>
                <c:pt idx="38">
                  <c:v>-0.01454734522049</c:v>
                </c:pt>
                <c:pt idx="39">
                  <c:v>-0.0169876211167</c:v>
                </c:pt>
                <c:pt idx="40">
                  <c:v>-0.01983401099609</c:v>
                </c:pt>
                <c:pt idx="41">
                  <c:v>-0.02306421973734</c:v>
                </c:pt>
                <c:pt idx="42">
                  <c:v>-0.0266319240829</c:v>
                </c:pt>
                <c:pt idx="43">
                  <c:v>-0.03046845795124</c:v>
                </c:pt>
                <c:pt idx="44">
                  <c:v>-0.03449151030213</c:v>
                </c:pt>
                <c:pt idx="45">
                  <c:v>-0.03862010263212</c:v>
                </c:pt>
                <c:pt idx="46">
                  <c:v>-0.04279185551822</c:v>
                </c:pt>
                <c:pt idx="47">
                  <c:v>-0.04697630147403</c:v>
                </c:pt>
                <c:pt idx="48">
                  <c:v>-0.05117824945468</c:v>
                </c:pt>
                <c:pt idx="49">
                  <c:v>-0.05542851738687</c:v>
                </c:pt>
                <c:pt idx="50">
                  <c:v>-0.059764713048</c:v>
                </c:pt>
                <c:pt idx="51">
                  <c:v>-0.06420972444634</c:v>
                </c:pt>
                <c:pt idx="52">
                  <c:v>-0.06875744295908</c:v>
                </c:pt>
                <c:pt idx="53">
                  <c:v>-0.07337255622009</c:v>
                </c:pt>
                <c:pt idx="54">
                  <c:v>-0.07800496197724</c:v>
                </c:pt>
                <c:pt idx="55">
                  <c:v>-0.08261250137433</c:v>
                </c:pt>
                <c:pt idx="56">
                  <c:v>-0.08718177406077</c:v>
                </c:pt>
                <c:pt idx="57">
                  <c:v>-0.09173772014438</c:v>
                </c:pt>
                <c:pt idx="58">
                  <c:v>-0.09633775914377</c:v>
                </c:pt>
                <c:pt idx="59">
                  <c:v>-0.101052791522</c:v>
                </c:pt>
                <c:pt idx="60">
                  <c:v>-0.1059421633532</c:v>
                </c:pt>
                <c:pt idx="61">
                  <c:v>-0.1110310680908</c:v>
                </c:pt>
                <c:pt idx="62">
                  <c:v>-0.1162972362558</c:v>
                </c:pt>
                <c:pt idx="63">
                  <c:v>-0.1216709452029</c:v>
                </c:pt>
                <c:pt idx="64">
                  <c:v>-0.1270499934136</c:v>
                </c:pt>
                <c:pt idx="65">
                  <c:v>-0.132329592895</c:v>
                </c:pt>
                <c:pt idx="66">
                  <c:v>-0.1374450680735</c:v>
                </c:pt>
                <c:pt idx="67">
                  <c:v>-0.1424215653343</c:v>
                </c:pt>
                <c:pt idx="68">
                  <c:v>-0.1474196720216</c:v>
                </c:pt>
                <c:pt idx="69">
                  <c:v>-0.1527608034229</c:v>
                </c:pt>
                <c:pt idx="70">
                  <c:v>-0.1589146315717</c:v>
                </c:pt>
                <c:pt idx="71">
                  <c:v>-0.1664356832923</c:v>
                </c:pt>
                <c:pt idx="72">
                  <c:v>-0.1758485934256</c:v>
                </c:pt>
                <c:pt idx="73">
                  <c:v>-0.1874993383076</c:v>
                </c:pt>
                <c:pt idx="74">
                  <c:v>-0.2014078714527</c:v>
                </c:pt>
                <c:pt idx="75">
                  <c:v>-0.2171687880731</c:v>
                </c:pt>
                <c:pt idx="76">
                  <c:v>-0.2339444577697</c:v>
                </c:pt>
                <c:pt idx="77">
                  <c:v>-0.2505767427169</c:v>
                </c:pt>
                <c:pt idx="78">
                  <c:v>-0.2658121112682</c:v>
                </c:pt>
                <c:pt idx="79">
                  <c:v>-0.2785993601733</c:v>
                </c:pt>
                <c:pt idx="80">
                  <c:v>-0.2883903784788</c:v>
                </c:pt>
                <c:pt idx="81">
                  <c:v>-0.2953615574854</c:v>
                </c:pt>
                <c:pt idx="82">
                  <c:v>-0.3004807102211</c:v>
                </c:pt>
                <c:pt idx="83">
                  <c:v>-0.3053708320557</c:v>
                </c:pt>
                <c:pt idx="84">
                  <c:v>-0.3119639747295</c:v>
                </c:pt>
                <c:pt idx="85">
                  <c:v>-0.3219908577312</c:v>
                </c:pt>
                <c:pt idx="86">
                  <c:v>-0.3364069659142</c:v>
                </c:pt>
                <c:pt idx="87">
                  <c:v>-0.3549005922064</c:v>
                </c:pt>
                <c:pt idx="88">
                  <c:v>-0.3756434042597</c:v>
                </c:pt>
                <c:pt idx="89">
                  <c:v>-0.3954106781125</c:v>
                </c:pt>
                <c:pt idx="90">
                  <c:v>-0.4101098694269</c:v>
                </c:pt>
                <c:pt idx="91">
                  <c:v>-0.4156301425082</c:v>
                </c:pt>
                <c:pt idx="92">
                  <c:v>-0.408804172844</c:v>
                </c:pt>
                <c:pt idx="93">
                  <c:v>-0.3882092994581</c:v>
                </c:pt>
                <c:pt idx="94">
                  <c:v>-0.3545645174168</c:v>
                </c:pt>
                <c:pt idx="95">
                  <c:v>-0.3106012819144</c:v>
                </c:pt>
                <c:pt idx="96">
                  <c:v>-0.2604555837023</c:v>
                </c:pt>
                <c:pt idx="97">
                  <c:v>-0.2087786041415</c:v>
                </c:pt>
                <c:pt idx="98">
                  <c:v>-0.1598348654103</c:v>
                </c:pt>
                <c:pt idx="99">
                  <c:v>-0.1168284725963</c:v>
                </c:pt>
                <c:pt idx="100">
                  <c:v>-0.08159255873993</c:v>
                </c:pt>
                <c:pt idx="101">
                  <c:v>-0.05464603290007</c:v>
                </c:pt>
                <c:pt idx="102">
                  <c:v>-0.03551797924827</c:v>
                </c:pt>
                <c:pt idx="103">
                  <c:v>-0.0231939553366</c:v>
                </c:pt>
                <c:pt idx="104">
                  <c:v>-0.01654993194114</c:v>
                </c:pt>
                <c:pt idx="105">
                  <c:v>-0.01468618553372</c:v>
                </c:pt>
                <c:pt idx="106">
                  <c:v>-0.01712615452766</c:v>
                </c:pt>
                <c:pt idx="107">
                  <c:v>-0.02388293776196</c:v>
                </c:pt>
                <c:pt idx="108">
                  <c:v>-0.03541182741008</c:v>
                </c:pt>
                <c:pt idx="109">
                  <c:v>-0.05246683927973</c:v>
                </c:pt>
                <c:pt idx="110">
                  <c:v>-0.07587499924842</c:v>
                </c:pt>
                <c:pt idx="111">
                  <c:v>-0.1062459639457</c:v>
                </c:pt>
                <c:pt idx="112">
                  <c:v>-0.143651879858</c:v>
                </c:pt>
                <c:pt idx="113">
                  <c:v>-0.1873391399812</c:v>
                </c:pt>
                <c:pt idx="114">
                  <c:v>-0.2355563860643</c:v>
                </c:pt>
                <c:pt idx="115">
                  <c:v>-0.28558330738</c:v>
                </c:pt>
                <c:pt idx="116">
                  <c:v>-0.3340080160023</c:v>
                </c:pt>
                <c:pt idx="117">
                  <c:v>-0.3772271616431</c:v>
                </c:pt>
                <c:pt idx="118">
                  <c:v>-0.4120541099647</c:v>
                </c:pt>
                <c:pt idx="119">
                  <c:v>-0.4362560185673</c:v>
                </c:pt>
                <c:pt idx="120">
                  <c:v>-0.4488411306126</c:v>
                </c:pt>
                <c:pt idx="121">
                  <c:v>-0.45</c:v>
                </c:pt>
                <c:pt idx="122">
                  <c:v>-0.4407434718627</c:v>
                </c:pt>
                <c:pt idx="123">
                  <c:v>-0.4224122975789</c:v>
                </c:pt>
                <c:pt idx="124">
                  <c:v>-0.3962864364968</c:v>
                </c:pt>
                <c:pt idx="125">
                  <c:v>-0.3634599975035</c:v>
                </c:pt>
                <c:pt idx="126">
                  <c:v>-0.3249978794787</c:v>
                </c:pt>
                <c:pt idx="127">
                  <c:v>-0.2822338555771</c:v>
                </c:pt>
                <c:pt idx="128">
                  <c:v>0.2822338555771</c:v>
                </c:pt>
                <c:pt idx="129">
                  <c:v>0.3249978794787</c:v>
                </c:pt>
                <c:pt idx="130">
                  <c:v>0.3634599975035</c:v>
                </c:pt>
                <c:pt idx="131">
                  <c:v>0.3962864364968</c:v>
                </c:pt>
                <c:pt idx="132">
                  <c:v>0.4224122975789</c:v>
                </c:pt>
                <c:pt idx="133">
                  <c:v>0.4407434718627</c:v>
                </c:pt>
                <c:pt idx="134">
                  <c:v>0.45</c:v>
                </c:pt>
                <c:pt idx="135">
                  <c:v>0.4488411306126</c:v>
                </c:pt>
                <c:pt idx="136">
                  <c:v>0.4362560185673</c:v>
                </c:pt>
                <c:pt idx="137">
                  <c:v>0.4120541099647</c:v>
                </c:pt>
                <c:pt idx="138">
                  <c:v>0.3772271616431</c:v>
                </c:pt>
                <c:pt idx="139">
                  <c:v>0.3340080160023</c:v>
                </c:pt>
                <c:pt idx="140">
                  <c:v>0.28558330738</c:v>
                </c:pt>
                <c:pt idx="141">
                  <c:v>0.2355563860643</c:v>
                </c:pt>
                <c:pt idx="142">
                  <c:v>0.1873391399812</c:v>
                </c:pt>
                <c:pt idx="143">
                  <c:v>0.143651879858</c:v>
                </c:pt>
                <c:pt idx="144">
                  <c:v>0.1062459639457</c:v>
                </c:pt>
                <c:pt idx="145">
                  <c:v>0.07587499924842</c:v>
                </c:pt>
                <c:pt idx="146">
                  <c:v>0.05246683927973</c:v>
                </c:pt>
                <c:pt idx="147">
                  <c:v>0.03541182741008</c:v>
                </c:pt>
                <c:pt idx="148">
                  <c:v>0.02388293776196</c:v>
                </c:pt>
                <c:pt idx="149">
                  <c:v>0.01712615452766</c:v>
                </c:pt>
                <c:pt idx="150">
                  <c:v>0.01468618553372</c:v>
                </c:pt>
                <c:pt idx="151">
                  <c:v>0.01654993194114</c:v>
                </c:pt>
                <c:pt idx="152">
                  <c:v>0.0231939553366</c:v>
                </c:pt>
                <c:pt idx="153">
                  <c:v>0.03551797924827</c:v>
                </c:pt>
                <c:pt idx="154">
                  <c:v>0.05464603290007</c:v>
                </c:pt>
                <c:pt idx="155">
                  <c:v>0.08159255873993</c:v>
                </c:pt>
                <c:pt idx="156">
                  <c:v>0.1168284725963</c:v>
                </c:pt>
                <c:pt idx="157">
                  <c:v>0.1598348654103</c:v>
                </c:pt>
                <c:pt idx="158">
                  <c:v>0.2087786041415</c:v>
                </c:pt>
                <c:pt idx="159">
                  <c:v>0.2604555837023</c:v>
                </c:pt>
                <c:pt idx="160">
                  <c:v>0.3106012819144</c:v>
                </c:pt>
                <c:pt idx="161">
                  <c:v>0.3545645174168</c:v>
                </c:pt>
                <c:pt idx="162">
                  <c:v>0.3882092994581</c:v>
                </c:pt>
                <c:pt idx="163">
                  <c:v>0.408804172844</c:v>
                </c:pt>
                <c:pt idx="164">
                  <c:v>0.4156301425082</c:v>
                </c:pt>
                <c:pt idx="165">
                  <c:v>0.4101098694269</c:v>
                </c:pt>
                <c:pt idx="166">
                  <c:v>0.3954106781125</c:v>
                </c:pt>
                <c:pt idx="167">
                  <c:v>0.3756434042597</c:v>
                </c:pt>
                <c:pt idx="168">
                  <c:v>0.3549005922064</c:v>
                </c:pt>
                <c:pt idx="169">
                  <c:v>0.3364069659142</c:v>
                </c:pt>
                <c:pt idx="170">
                  <c:v>0.3219908577312</c:v>
                </c:pt>
                <c:pt idx="171">
                  <c:v>0.3119639747295</c:v>
                </c:pt>
                <c:pt idx="172">
                  <c:v>0.3053708320557</c:v>
                </c:pt>
                <c:pt idx="173">
                  <c:v>0.3004807102211</c:v>
                </c:pt>
                <c:pt idx="174">
                  <c:v>0.2953615574854</c:v>
                </c:pt>
                <c:pt idx="175">
                  <c:v>0.2883903784788</c:v>
                </c:pt>
                <c:pt idx="176">
                  <c:v>0.2785993601733</c:v>
                </c:pt>
                <c:pt idx="177">
                  <c:v>0.2658121112682</c:v>
                </c:pt>
                <c:pt idx="178">
                  <c:v>0.2505767427169</c:v>
                </c:pt>
                <c:pt idx="179">
                  <c:v>0.2339444577697</c:v>
                </c:pt>
                <c:pt idx="180">
                  <c:v>0.2171687880731</c:v>
                </c:pt>
                <c:pt idx="181">
                  <c:v>0.2014078714527</c:v>
                </c:pt>
                <c:pt idx="182">
                  <c:v>0.1874993383076</c:v>
                </c:pt>
                <c:pt idx="183">
                  <c:v>0.1758485934256</c:v>
                </c:pt>
                <c:pt idx="184">
                  <c:v>0.1664356832923</c:v>
                </c:pt>
                <c:pt idx="185">
                  <c:v>0.1589146315717</c:v>
                </c:pt>
                <c:pt idx="186">
                  <c:v>0.1527608034229</c:v>
                </c:pt>
                <c:pt idx="187">
                  <c:v>0.1474196720216</c:v>
                </c:pt>
                <c:pt idx="188">
                  <c:v>0.1424215653343</c:v>
                </c:pt>
                <c:pt idx="189">
                  <c:v>0.1374450680735</c:v>
                </c:pt>
                <c:pt idx="190">
                  <c:v>0.132329592895</c:v>
                </c:pt>
                <c:pt idx="191">
                  <c:v>0.1270499934136</c:v>
                </c:pt>
                <c:pt idx="192">
                  <c:v>0.1216709452029</c:v>
                </c:pt>
                <c:pt idx="193">
                  <c:v>0.1162972362558</c:v>
                </c:pt>
                <c:pt idx="194">
                  <c:v>0.1110310680908</c:v>
                </c:pt>
                <c:pt idx="195">
                  <c:v>0.1059421633532</c:v>
                </c:pt>
                <c:pt idx="196">
                  <c:v>0.101052791522</c:v>
                </c:pt>
                <c:pt idx="197">
                  <c:v>0.09633775914377</c:v>
                </c:pt>
                <c:pt idx="198">
                  <c:v>0.09173772014438</c:v>
                </c:pt>
                <c:pt idx="199">
                  <c:v>0.08718177406077</c:v>
                </c:pt>
                <c:pt idx="200">
                  <c:v>0.08261250137433</c:v>
                </c:pt>
                <c:pt idx="201">
                  <c:v>0.07800496197724</c:v>
                </c:pt>
                <c:pt idx="202">
                  <c:v>0.07337255622009</c:v>
                </c:pt>
                <c:pt idx="203">
                  <c:v>0.06875744295908</c:v>
                </c:pt>
                <c:pt idx="204">
                  <c:v>0.06420972444634</c:v>
                </c:pt>
                <c:pt idx="205">
                  <c:v>0.059764713048</c:v>
                </c:pt>
                <c:pt idx="206">
                  <c:v>0.05542851738687</c:v>
                </c:pt>
                <c:pt idx="207">
                  <c:v>0.05117824945468</c:v>
                </c:pt>
                <c:pt idx="208">
                  <c:v>0.04697630147403</c:v>
                </c:pt>
                <c:pt idx="209">
                  <c:v>0.04279185551822</c:v>
                </c:pt>
                <c:pt idx="210">
                  <c:v>0.03862010263212</c:v>
                </c:pt>
                <c:pt idx="211">
                  <c:v>0.03449151030213</c:v>
                </c:pt>
                <c:pt idx="212">
                  <c:v>0.03046845795124</c:v>
                </c:pt>
                <c:pt idx="213">
                  <c:v>0.0266319240829</c:v>
                </c:pt>
                <c:pt idx="214">
                  <c:v>0.02306421973734</c:v>
                </c:pt>
                <c:pt idx="215">
                  <c:v>0.01983401099609</c:v>
                </c:pt>
                <c:pt idx="216">
                  <c:v>0.0169876211167</c:v>
                </c:pt>
                <c:pt idx="217">
                  <c:v>0.01454734522049</c:v>
                </c:pt>
                <c:pt idx="218">
                  <c:v>0.01251479852392</c:v>
                </c:pt>
                <c:pt idx="219">
                  <c:v>0.01087611794099</c:v>
                </c:pt>
                <c:pt idx="220">
                  <c:v>0.009606290233517</c:v>
                </c:pt>
                <c:pt idx="221">
                  <c:v>0.008671430320168</c:v>
                </c:pt>
                <c:pt idx="222">
                  <c:v>0.008029564048402</c:v>
                </c:pt>
                <c:pt idx="223">
                  <c:v>0.00763152583848</c:v>
                </c:pt>
                <c:pt idx="224">
                  <c:v>0.007423525767792</c:v>
                </c:pt>
                <c:pt idx="225">
                  <c:v>0.00735191030851</c:v>
                </c:pt>
                <c:pt idx="226">
                  <c:v>0.007369243268016</c:v>
                </c:pt>
                <c:pt idx="227">
                  <c:v>0.007439828832524</c:v>
                </c:pt>
                <c:pt idx="228">
                  <c:v>0.007542723579322</c:v>
                </c:pt>
                <c:pt idx="229">
                  <c:v>0.007671193535537</c:v>
                </c:pt>
                <c:pt idx="230">
                  <c:v>0.007829018427498</c:v>
                </c:pt>
                <c:pt idx="231">
                  <c:v>0.008025304053694</c:v>
                </c:pt>
                <c:pt idx="232">
                  <c:v>0.008269898277245</c:v>
                </c:pt>
                <c:pt idx="233">
                  <c:v>0.008570894060869</c:v>
                </c:pt>
                <c:pt idx="234">
                  <c:v>0.008934360874397</c:v>
                </c:pt>
                <c:pt idx="235">
                  <c:v>0.009365077492694</c:v>
                </c:pt>
                <c:pt idx="236">
                  <c:v>0.00986637679261</c:v>
                </c:pt>
                <c:pt idx="237">
                  <c:v>0.01043763861635</c:v>
                </c:pt>
                <c:pt idx="238">
                  <c:v>0.01106931689054</c:v>
                </c:pt>
                <c:pt idx="239">
                  <c:v>0.01173703841364</c:v>
                </c:pt>
                <c:pt idx="240">
                  <c:v>0.01239747899414</c:v>
                </c:pt>
                <c:pt idx="241">
                  <c:v>0.01298880954946</c:v>
                </c:pt>
                <c:pt idx="242">
                  <c:v>0.0134373361949</c:v>
                </c:pt>
                <c:pt idx="243">
                  <c:v>0.01366985375924</c:v>
                </c:pt>
                <c:pt idx="244">
                  <c:v>0.01362891793206</c:v>
                </c:pt>
                <c:pt idx="245">
                  <c:v>0.01328663208974</c:v>
                </c:pt>
                <c:pt idx="246">
                  <c:v>0.01265241573215</c:v>
                </c:pt>
                <c:pt idx="247">
                  <c:v>0.01177184512016</c:v>
                </c:pt>
                <c:pt idx="248">
                  <c:v>0.01071657283945</c:v>
                </c:pt>
                <c:pt idx="249">
                  <c:v>0.009568434465392</c:v>
                </c:pt>
                <c:pt idx="250">
                  <c:v>0.008402834462062</c:v>
                </c:pt>
                <c:pt idx="251">
                  <c:v>0.007276499636751</c:v>
                </c:pt>
                <c:pt idx="252">
                  <c:v>0.00622271769185</c:v>
                </c:pt>
                <c:pt idx="253">
                  <c:v>0.005254158860552</c:v>
                </c:pt>
                <c:pt idx="254">
                  <c:v>0.004370660245513</c:v>
                </c:pt>
                <c:pt idx="255">
                  <c:v>0.003568043003088</c:v>
                </c:pt>
                <c:pt idx="256">
                  <c:v>-0.003568043003088</c:v>
                </c:pt>
              </c:numCache>
            </c:numRef>
          </c:xVal>
          <c:yVal>
            <c:numRef>
              <c:f>'Chart Data'!$B$2:$B$258</c:f>
              <c:numCache>
                <c:formatCode>0.0</c:formatCode>
                <c:ptCount val="257"/>
                <c:pt idx="0">
                  <c:v>34.70697841727</c:v>
                </c:pt>
                <c:pt idx="1">
                  <c:v>35.20735579745</c:v>
                </c:pt>
                <c:pt idx="2">
                  <c:v>35.70773317763</c:v>
                </c:pt>
                <c:pt idx="3">
                  <c:v>36.20811055782</c:v>
                </c:pt>
                <c:pt idx="4">
                  <c:v>36.708487938</c:v>
                </c:pt>
                <c:pt idx="5">
                  <c:v>37.20886531819</c:v>
                </c:pt>
                <c:pt idx="6">
                  <c:v>37.70924269837</c:v>
                </c:pt>
                <c:pt idx="7">
                  <c:v>38.20962007856</c:v>
                </c:pt>
                <c:pt idx="8">
                  <c:v>38.70999745874</c:v>
                </c:pt>
                <c:pt idx="9">
                  <c:v>39.21037483893</c:v>
                </c:pt>
                <c:pt idx="10">
                  <c:v>39.71075221911</c:v>
                </c:pt>
                <c:pt idx="11">
                  <c:v>40.21112959929</c:v>
                </c:pt>
                <c:pt idx="12">
                  <c:v>40.71150697948</c:v>
                </c:pt>
                <c:pt idx="13">
                  <c:v>41.21188435966</c:v>
                </c:pt>
                <c:pt idx="14">
                  <c:v>41.71226173985</c:v>
                </c:pt>
                <c:pt idx="15">
                  <c:v>42.21263912003</c:v>
                </c:pt>
                <c:pt idx="16">
                  <c:v>42.71301650022</c:v>
                </c:pt>
                <c:pt idx="17">
                  <c:v>43.2133938804</c:v>
                </c:pt>
                <c:pt idx="18">
                  <c:v>43.71377126059</c:v>
                </c:pt>
                <c:pt idx="19">
                  <c:v>44.21414864077</c:v>
                </c:pt>
                <c:pt idx="20">
                  <c:v>44.71452602095</c:v>
                </c:pt>
                <c:pt idx="21">
                  <c:v>45.21490340114</c:v>
                </c:pt>
                <c:pt idx="22">
                  <c:v>45.71528078132</c:v>
                </c:pt>
                <c:pt idx="23">
                  <c:v>46.21565816151</c:v>
                </c:pt>
                <c:pt idx="24">
                  <c:v>46.71603554169</c:v>
                </c:pt>
                <c:pt idx="25">
                  <c:v>47.21641292188</c:v>
                </c:pt>
                <c:pt idx="26">
                  <c:v>47.71679030206</c:v>
                </c:pt>
                <c:pt idx="27">
                  <c:v>48.21716768224</c:v>
                </c:pt>
                <c:pt idx="28">
                  <c:v>48.71754506243</c:v>
                </c:pt>
                <c:pt idx="29">
                  <c:v>49.21792244261</c:v>
                </c:pt>
                <c:pt idx="30">
                  <c:v>49.7182998228</c:v>
                </c:pt>
                <c:pt idx="31">
                  <c:v>50.21867720298</c:v>
                </c:pt>
                <c:pt idx="32">
                  <c:v>50.71905458317</c:v>
                </c:pt>
                <c:pt idx="33">
                  <c:v>51.21943196335</c:v>
                </c:pt>
                <c:pt idx="34">
                  <c:v>51.71980934354</c:v>
                </c:pt>
                <c:pt idx="35">
                  <c:v>52.22018672372</c:v>
                </c:pt>
                <c:pt idx="36">
                  <c:v>52.7205641039</c:v>
                </c:pt>
                <c:pt idx="37">
                  <c:v>53.22094148409</c:v>
                </c:pt>
                <c:pt idx="38">
                  <c:v>53.72131886427</c:v>
                </c:pt>
                <c:pt idx="39">
                  <c:v>54.22169624446</c:v>
                </c:pt>
                <c:pt idx="40">
                  <c:v>54.72207362464</c:v>
                </c:pt>
                <c:pt idx="41">
                  <c:v>55.22245100483</c:v>
                </c:pt>
                <c:pt idx="42">
                  <c:v>55.72282838501</c:v>
                </c:pt>
                <c:pt idx="43">
                  <c:v>56.22320576519</c:v>
                </c:pt>
                <c:pt idx="44">
                  <c:v>56.72358314538</c:v>
                </c:pt>
                <c:pt idx="45">
                  <c:v>57.22396052556</c:v>
                </c:pt>
                <c:pt idx="46">
                  <c:v>57.72433790575</c:v>
                </c:pt>
                <c:pt idx="47">
                  <c:v>58.22471528593</c:v>
                </c:pt>
                <c:pt idx="48">
                  <c:v>58.72509266612</c:v>
                </c:pt>
                <c:pt idx="49">
                  <c:v>59.2254700463</c:v>
                </c:pt>
                <c:pt idx="50">
                  <c:v>59.72584742649</c:v>
                </c:pt>
                <c:pt idx="51">
                  <c:v>60.22622480667</c:v>
                </c:pt>
                <c:pt idx="52">
                  <c:v>60.72660218685</c:v>
                </c:pt>
                <c:pt idx="53">
                  <c:v>61.22697956704</c:v>
                </c:pt>
                <c:pt idx="54">
                  <c:v>61.72735694722</c:v>
                </c:pt>
                <c:pt idx="55">
                  <c:v>62.22773432741</c:v>
                </c:pt>
                <c:pt idx="56">
                  <c:v>62.72811170759</c:v>
                </c:pt>
                <c:pt idx="57">
                  <c:v>63.22848908778</c:v>
                </c:pt>
                <c:pt idx="58">
                  <c:v>63.72886646796</c:v>
                </c:pt>
                <c:pt idx="59">
                  <c:v>64.22924384815</c:v>
                </c:pt>
                <c:pt idx="60">
                  <c:v>64.72962122833</c:v>
                </c:pt>
                <c:pt idx="61">
                  <c:v>65.22999860851</c:v>
                </c:pt>
                <c:pt idx="62">
                  <c:v>65.7303759887</c:v>
                </c:pt>
                <c:pt idx="63">
                  <c:v>66.23075336888</c:v>
                </c:pt>
                <c:pt idx="64">
                  <c:v>66.73113074907</c:v>
                </c:pt>
                <c:pt idx="65">
                  <c:v>67.23150812925</c:v>
                </c:pt>
                <c:pt idx="66">
                  <c:v>67.73188550944</c:v>
                </c:pt>
                <c:pt idx="67">
                  <c:v>68.23226288962</c:v>
                </c:pt>
                <c:pt idx="68">
                  <c:v>68.7326402698</c:v>
                </c:pt>
                <c:pt idx="69">
                  <c:v>69.23301764999</c:v>
                </c:pt>
                <c:pt idx="70">
                  <c:v>69.73339503017</c:v>
                </c:pt>
                <c:pt idx="71">
                  <c:v>70.23377241036</c:v>
                </c:pt>
                <c:pt idx="72">
                  <c:v>70.73414979054</c:v>
                </c:pt>
                <c:pt idx="73">
                  <c:v>71.23452717073</c:v>
                </c:pt>
                <c:pt idx="74">
                  <c:v>71.73490455091</c:v>
                </c:pt>
                <c:pt idx="75">
                  <c:v>72.2352819311</c:v>
                </c:pt>
                <c:pt idx="76">
                  <c:v>72.73565931128</c:v>
                </c:pt>
                <c:pt idx="77">
                  <c:v>73.23603669146</c:v>
                </c:pt>
                <c:pt idx="78">
                  <c:v>73.73641407165</c:v>
                </c:pt>
                <c:pt idx="79">
                  <c:v>74.23679145183</c:v>
                </c:pt>
                <c:pt idx="80">
                  <c:v>74.73716883202</c:v>
                </c:pt>
                <c:pt idx="81">
                  <c:v>75.2375462122</c:v>
                </c:pt>
                <c:pt idx="82">
                  <c:v>75.73792359239</c:v>
                </c:pt>
                <c:pt idx="83">
                  <c:v>76.23830097257</c:v>
                </c:pt>
                <c:pt idx="84">
                  <c:v>76.73867835275</c:v>
                </c:pt>
                <c:pt idx="85">
                  <c:v>77.23905573294</c:v>
                </c:pt>
                <c:pt idx="86">
                  <c:v>77.73943311312</c:v>
                </c:pt>
                <c:pt idx="87">
                  <c:v>78.23981049331</c:v>
                </c:pt>
                <c:pt idx="88">
                  <c:v>78.74018787349</c:v>
                </c:pt>
                <c:pt idx="89">
                  <c:v>79.24056525368</c:v>
                </c:pt>
                <c:pt idx="90">
                  <c:v>79.74094263386</c:v>
                </c:pt>
                <c:pt idx="91">
                  <c:v>80.24132001405</c:v>
                </c:pt>
                <c:pt idx="92">
                  <c:v>80.74169739423</c:v>
                </c:pt>
                <c:pt idx="93">
                  <c:v>81.24207477441</c:v>
                </c:pt>
                <c:pt idx="94">
                  <c:v>81.7424521546</c:v>
                </c:pt>
                <c:pt idx="95">
                  <c:v>82.24282953478</c:v>
                </c:pt>
                <c:pt idx="96">
                  <c:v>82.74320691497</c:v>
                </c:pt>
                <c:pt idx="97">
                  <c:v>83.24358429515</c:v>
                </c:pt>
                <c:pt idx="98">
                  <c:v>83.74396167534</c:v>
                </c:pt>
                <c:pt idx="99">
                  <c:v>84.24433905552</c:v>
                </c:pt>
                <c:pt idx="100">
                  <c:v>84.74471643571</c:v>
                </c:pt>
                <c:pt idx="101">
                  <c:v>85.24509381589</c:v>
                </c:pt>
                <c:pt idx="102">
                  <c:v>85.74547119607</c:v>
                </c:pt>
                <c:pt idx="103">
                  <c:v>86.24584857626</c:v>
                </c:pt>
                <c:pt idx="104">
                  <c:v>86.74622595644</c:v>
                </c:pt>
                <c:pt idx="105">
                  <c:v>87.24660333663</c:v>
                </c:pt>
                <c:pt idx="106">
                  <c:v>87.74698071681</c:v>
                </c:pt>
                <c:pt idx="107">
                  <c:v>88.247358097</c:v>
                </c:pt>
                <c:pt idx="108">
                  <c:v>88.74773547718</c:v>
                </c:pt>
                <c:pt idx="109">
                  <c:v>89.24811285736</c:v>
                </c:pt>
                <c:pt idx="110">
                  <c:v>89.74849023755</c:v>
                </c:pt>
                <c:pt idx="111">
                  <c:v>90.24886761773</c:v>
                </c:pt>
                <c:pt idx="112">
                  <c:v>90.74924499792</c:v>
                </c:pt>
                <c:pt idx="113">
                  <c:v>91.2496223781</c:v>
                </c:pt>
                <c:pt idx="114">
                  <c:v>91.74999975829</c:v>
                </c:pt>
                <c:pt idx="115">
                  <c:v>92.25037713847</c:v>
                </c:pt>
                <c:pt idx="116">
                  <c:v>92.75075451866</c:v>
                </c:pt>
                <c:pt idx="117">
                  <c:v>93.25113189884</c:v>
                </c:pt>
                <c:pt idx="118">
                  <c:v>93.75150927902</c:v>
                </c:pt>
                <c:pt idx="119">
                  <c:v>94.25188665921</c:v>
                </c:pt>
                <c:pt idx="120">
                  <c:v>94.75226403939</c:v>
                </c:pt>
                <c:pt idx="121">
                  <c:v>95.25264141958</c:v>
                </c:pt>
                <c:pt idx="122">
                  <c:v>95.75301879976</c:v>
                </c:pt>
                <c:pt idx="123">
                  <c:v>96.25339617995</c:v>
                </c:pt>
                <c:pt idx="124">
                  <c:v>96.75377356013</c:v>
                </c:pt>
                <c:pt idx="125">
                  <c:v>97.25415094031</c:v>
                </c:pt>
                <c:pt idx="126">
                  <c:v>97.7545283205</c:v>
                </c:pt>
                <c:pt idx="127">
                  <c:v>98.25490570068</c:v>
                </c:pt>
                <c:pt idx="128">
                  <c:v>98.25490570068</c:v>
                </c:pt>
                <c:pt idx="129">
                  <c:v>97.7545283205</c:v>
                </c:pt>
                <c:pt idx="130">
                  <c:v>97.25415094031</c:v>
                </c:pt>
                <c:pt idx="131">
                  <c:v>96.75377356013</c:v>
                </c:pt>
                <c:pt idx="132">
                  <c:v>96.25339617995</c:v>
                </c:pt>
                <c:pt idx="133">
                  <c:v>95.75301879976</c:v>
                </c:pt>
                <c:pt idx="134">
                  <c:v>95.25264141958</c:v>
                </c:pt>
                <c:pt idx="135">
                  <c:v>94.75226403939</c:v>
                </c:pt>
                <c:pt idx="136">
                  <c:v>94.25188665921</c:v>
                </c:pt>
                <c:pt idx="137">
                  <c:v>93.75150927902</c:v>
                </c:pt>
                <c:pt idx="138">
                  <c:v>93.25113189884</c:v>
                </c:pt>
                <c:pt idx="139">
                  <c:v>92.75075451866</c:v>
                </c:pt>
                <c:pt idx="140">
                  <c:v>92.25037713847</c:v>
                </c:pt>
                <c:pt idx="141">
                  <c:v>91.74999975829</c:v>
                </c:pt>
                <c:pt idx="142">
                  <c:v>91.2496223781</c:v>
                </c:pt>
                <c:pt idx="143">
                  <c:v>90.74924499792</c:v>
                </c:pt>
                <c:pt idx="144">
                  <c:v>90.24886761773</c:v>
                </c:pt>
                <c:pt idx="145">
                  <c:v>89.74849023755</c:v>
                </c:pt>
                <c:pt idx="146">
                  <c:v>89.24811285736</c:v>
                </c:pt>
                <c:pt idx="147">
                  <c:v>88.74773547718</c:v>
                </c:pt>
                <c:pt idx="148">
                  <c:v>88.247358097</c:v>
                </c:pt>
                <c:pt idx="149">
                  <c:v>87.74698071681</c:v>
                </c:pt>
                <c:pt idx="150">
                  <c:v>87.24660333663</c:v>
                </c:pt>
                <c:pt idx="151">
                  <c:v>86.74622595644</c:v>
                </c:pt>
                <c:pt idx="152">
                  <c:v>86.24584857626</c:v>
                </c:pt>
                <c:pt idx="153">
                  <c:v>85.74547119607</c:v>
                </c:pt>
                <c:pt idx="154">
                  <c:v>85.24509381589</c:v>
                </c:pt>
                <c:pt idx="155">
                  <c:v>84.74471643571</c:v>
                </c:pt>
                <c:pt idx="156">
                  <c:v>84.24433905552</c:v>
                </c:pt>
                <c:pt idx="157">
                  <c:v>83.74396167534</c:v>
                </c:pt>
                <c:pt idx="158">
                  <c:v>83.24358429515</c:v>
                </c:pt>
                <c:pt idx="159">
                  <c:v>82.74320691497</c:v>
                </c:pt>
                <c:pt idx="160">
                  <c:v>82.24282953478</c:v>
                </c:pt>
                <c:pt idx="161">
                  <c:v>81.7424521546</c:v>
                </c:pt>
                <c:pt idx="162">
                  <c:v>81.24207477441</c:v>
                </c:pt>
                <c:pt idx="163">
                  <c:v>80.74169739423</c:v>
                </c:pt>
                <c:pt idx="164">
                  <c:v>80.24132001405</c:v>
                </c:pt>
                <c:pt idx="165">
                  <c:v>79.74094263386</c:v>
                </c:pt>
                <c:pt idx="166">
                  <c:v>79.24056525368</c:v>
                </c:pt>
                <c:pt idx="167">
                  <c:v>78.74018787349</c:v>
                </c:pt>
                <c:pt idx="168">
                  <c:v>78.23981049331</c:v>
                </c:pt>
                <c:pt idx="169">
                  <c:v>77.73943311312</c:v>
                </c:pt>
                <c:pt idx="170">
                  <c:v>77.23905573294</c:v>
                </c:pt>
                <c:pt idx="171">
                  <c:v>76.73867835275</c:v>
                </c:pt>
                <c:pt idx="172">
                  <c:v>76.23830097257</c:v>
                </c:pt>
                <c:pt idx="173">
                  <c:v>75.73792359239</c:v>
                </c:pt>
                <c:pt idx="174">
                  <c:v>75.2375462122</c:v>
                </c:pt>
                <c:pt idx="175">
                  <c:v>74.73716883202</c:v>
                </c:pt>
                <c:pt idx="176">
                  <c:v>74.23679145183</c:v>
                </c:pt>
                <c:pt idx="177">
                  <c:v>73.73641407165</c:v>
                </c:pt>
                <c:pt idx="178">
                  <c:v>73.23603669146</c:v>
                </c:pt>
                <c:pt idx="179">
                  <c:v>72.73565931128</c:v>
                </c:pt>
                <c:pt idx="180">
                  <c:v>72.2352819311</c:v>
                </c:pt>
                <c:pt idx="181">
                  <c:v>71.73490455091</c:v>
                </c:pt>
                <c:pt idx="182">
                  <c:v>71.23452717073</c:v>
                </c:pt>
                <c:pt idx="183">
                  <c:v>70.73414979054</c:v>
                </c:pt>
                <c:pt idx="184">
                  <c:v>70.23377241036</c:v>
                </c:pt>
                <c:pt idx="185">
                  <c:v>69.73339503017</c:v>
                </c:pt>
                <c:pt idx="186">
                  <c:v>69.23301764999</c:v>
                </c:pt>
                <c:pt idx="187">
                  <c:v>68.7326402698</c:v>
                </c:pt>
                <c:pt idx="188">
                  <c:v>68.23226288962</c:v>
                </c:pt>
                <c:pt idx="189">
                  <c:v>67.73188550944</c:v>
                </c:pt>
                <c:pt idx="190">
                  <c:v>67.23150812925</c:v>
                </c:pt>
                <c:pt idx="191">
                  <c:v>66.73113074907</c:v>
                </c:pt>
                <c:pt idx="192">
                  <c:v>66.23075336888</c:v>
                </c:pt>
                <c:pt idx="193">
                  <c:v>65.7303759887</c:v>
                </c:pt>
                <c:pt idx="194">
                  <c:v>65.22999860851</c:v>
                </c:pt>
                <c:pt idx="195">
                  <c:v>64.72962122833</c:v>
                </c:pt>
                <c:pt idx="196">
                  <c:v>64.22924384815</c:v>
                </c:pt>
                <c:pt idx="197">
                  <c:v>63.72886646796</c:v>
                </c:pt>
                <c:pt idx="198">
                  <c:v>63.22848908778</c:v>
                </c:pt>
                <c:pt idx="199">
                  <c:v>62.72811170759</c:v>
                </c:pt>
                <c:pt idx="200">
                  <c:v>62.22773432741</c:v>
                </c:pt>
                <c:pt idx="201">
                  <c:v>61.72735694722</c:v>
                </c:pt>
                <c:pt idx="202">
                  <c:v>61.22697956704</c:v>
                </c:pt>
                <c:pt idx="203">
                  <c:v>60.72660218685</c:v>
                </c:pt>
                <c:pt idx="204">
                  <c:v>60.22622480667</c:v>
                </c:pt>
                <c:pt idx="205">
                  <c:v>59.72584742649</c:v>
                </c:pt>
                <c:pt idx="206">
                  <c:v>59.2254700463</c:v>
                </c:pt>
                <c:pt idx="207">
                  <c:v>58.72509266612</c:v>
                </c:pt>
                <c:pt idx="208">
                  <c:v>58.22471528593</c:v>
                </c:pt>
                <c:pt idx="209">
                  <c:v>57.72433790575</c:v>
                </c:pt>
                <c:pt idx="210">
                  <c:v>57.22396052556</c:v>
                </c:pt>
                <c:pt idx="211">
                  <c:v>56.72358314538</c:v>
                </c:pt>
                <c:pt idx="212">
                  <c:v>56.22320576519</c:v>
                </c:pt>
                <c:pt idx="213">
                  <c:v>55.72282838501</c:v>
                </c:pt>
                <c:pt idx="214">
                  <c:v>55.22245100483</c:v>
                </c:pt>
                <c:pt idx="215">
                  <c:v>54.72207362464</c:v>
                </c:pt>
                <c:pt idx="216">
                  <c:v>54.22169624446</c:v>
                </c:pt>
                <c:pt idx="217">
                  <c:v>53.72131886427</c:v>
                </c:pt>
                <c:pt idx="218">
                  <c:v>53.22094148409</c:v>
                </c:pt>
                <c:pt idx="219">
                  <c:v>52.7205641039</c:v>
                </c:pt>
                <c:pt idx="220">
                  <c:v>52.22018672372</c:v>
                </c:pt>
                <c:pt idx="221">
                  <c:v>51.71980934354</c:v>
                </c:pt>
                <c:pt idx="222">
                  <c:v>51.21943196335</c:v>
                </c:pt>
                <c:pt idx="223">
                  <c:v>50.71905458317</c:v>
                </c:pt>
                <c:pt idx="224">
                  <c:v>50.21867720298</c:v>
                </c:pt>
                <c:pt idx="225">
                  <c:v>49.7182998228</c:v>
                </c:pt>
                <c:pt idx="226">
                  <c:v>49.21792244261</c:v>
                </c:pt>
                <c:pt idx="227">
                  <c:v>48.71754506243</c:v>
                </c:pt>
                <c:pt idx="228">
                  <c:v>48.21716768224</c:v>
                </c:pt>
                <c:pt idx="229">
                  <c:v>47.71679030206</c:v>
                </c:pt>
                <c:pt idx="230">
                  <c:v>47.21641292188</c:v>
                </c:pt>
                <c:pt idx="231">
                  <c:v>46.71603554169</c:v>
                </c:pt>
                <c:pt idx="232">
                  <c:v>46.21565816151</c:v>
                </c:pt>
                <c:pt idx="233">
                  <c:v>45.71528078132</c:v>
                </c:pt>
                <c:pt idx="234">
                  <c:v>45.21490340114</c:v>
                </c:pt>
                <c:pt idx="235">
                  <c:v>44.71452602095</c:v>
                </c:pt>
                <c:pt idx="236">
                  <c:v>44.21414864077</c:v>
                </c:pt>
                <c:pt idx="237">
                  <c:v>43.71377126059</c:v>
                </c:pt>
                <c:pt idx="238">
                  <c:v>43.2133938804</c:v>
                </c:pt>
                <c:pt idx="239">
                  <c:v>42.71301650022</c:v>
                </c:pt>
                <c:pt idx="240">
                  <c:v>42.21263912003</c:v>
                </c:pt>
                <c:pt idx="241">
                  <c:v>41.71226173985</c:v>
                </c:pt>
                <c:pt idx="242">
                  <c:v>41.21188435966</c:v>
                </c:pt>
                <c:pt idx="243">
                  <c:v>40.71150697948</c:v>
                </c:pt>
                <c:pt idx="244">
                  <c:v>40.21112959929</c:v>
                </c:pt>
                <c:pt idx="245">
                  <c:v>39.71075221911</c:v>
                </c:pt>
                <c:pt idx="246">
                  <c:v>39.21037483893</c:v>
                </c:pt>
                <c:pt idx="247">
                  <c:v>38.70999745874</c:v>
                </c:pt>
                <c:pt idx="248">
                  <c:v>38.20962007856</c:v>
                </c:pt>
                <c:pt idx="249">
                  <c:v>37.70924269837</c:v>
                </c:pt>
                <c:pt idx="250">
                  <c:v>37.20886531819</c:v>
                </c:pt>
                <c:pt idx="251">
                  <c:v>36.708487938</c:v>
                </c:pt>
                <c:pt idx="252">
                  <c:v>36.20811055782</c:v>
                </c:pt>
                <c:pt idx="253">
                  <c:v>35.70773317763</c:v>
                </c:pt>
                <c:pt idx="254">
                  <c:v>35.20735579745</c:v>
                </c:pt>
                <c:pt idx="255">
                  <c:v>34.70697841727</c:v>
                </c:pt>
                <c:pt idx="256">
                  <c:v>34.70697841727</c:v>
                </c:pt>
              </c:numCache>
            </c:numRef>
          </c:yVal>
        </c:ser>
        <c:ser>
          <c:idx val="1"/>
          <c:order val="1"/>
          <c:tx>
            <c:v>C1.2</c:v>
          </c:tx>
          <c:spPr>
            <a:solidFill>
              <a:srgbClr val="FF7F0E"/>
            </a:solidFill>
            <a:ln w="23813">
              <a:solidFill>
                <a:srgbClr val="FF7F0E"/>
              </a:solidFill>
            </a:ln>
          </c:spPr>
          <c:marker>
            <c:symbol val="none"/>
          </c:marker>
          <c:xVal>
            <c:numRef>
              <c:f>'Chart Data'!$C$2:$C$258</c:f>
              <c:numCache>
                <c:formatCode>General</c:formatCode>
                <c:ptCount val="257"/>
                <c:pt idx="0">
                  <c:v>0.9773259368787</c:v>
                </c:pt>
                <c:pt idx="1">
                  <c:v>0.9773910444138</c:v>
                </c:pt>
                <c:pt idx="2">
                  <c:v>0.977585247445</c:v>
                </c:pt>
                <c:pt idx="3">
                  <c:v>0.9779052192753</c:v>
                </c:pt>
                <c:pt idx="4">
                  <c:v>0.9783455208805</c:v>
                </c:pt>
                <c:pt idx="5">
                  <c:v>0.9788987547007</c:v>
                </c:pt>
                <c:pt idx="6">
                  <c:v>0.979555771352</c:v>
                </c:pt>
                <c:pt idx="7">
                  <c:v>0.9803059211876</c:v>
                </c:pt>
                <c:pt idx="8">
                  <c:v>0.9811373410507</c:v>
                </c:pt>
                <c:pt idx="9">
                  <c:v>0.9820372654453</c:v>
                </c:pt>
                <c:pt idx="10">
                  <c:v>0.9829923507573</c:v>
                </c:pt>
                <c:pt idx="11">
                  <c:v>0.9839890010938</c:v>
                </c:pt>
                <c:pt idx="12">
                  <c:v>0.9850136847573</c:v>
                </c:pt>
                <c:pt idx="13">
                  <c:v>0.9860532312891</c:v>
                </c:pt>
                <c:pt idx="14">
                  <c:v>0.987095100331</c:v>
                </c:pt>
                <c:pt idx="15">
                  <c:v>0.9881276151819</c:v>
                </c:pt>
                <c:pt idx="16">
                  <c:v>0.9891401557618</c:v>
                </c:pt>
                <c:pt idx="17">
                  <c:v>0.9901233076401</c:v>
                </c:pt>
                <c:pt idx="18">
                  <c:v>0.9910689657291</c:v>
                </c:pt>
                <c:pt idx="19">
                  <c:v>0.9919703930967</c:v>
                </c:pt>
                <c:pt idx="20">
                  <c:v>0.9928222370257</c:v>
                </c:pt>
                <c:pt idx="21">
                  <c:v>0.9936205058769</c:v>
                </c:pt>
                <c:pt idx="22">
                  <c:v>0.994362511455</c:v>
                </c:pt>
                <c:pt idx="23">
                  <c:v>0.9950467823969</c:v>
                </c:pt>
                <c:pt idx="24">
                  <c:v>0.9956729545963</c:v>
                </c:pt>
                <c:pt idx="25">
                  <c:v>0.9962416448655</c:v>
                </c:pt>
                <c:pt idx="26">
                  <c:v>0.9967543139246</c:v>
                </c:pt>
                <c:pt idx="27">
                  <c:v>0.997213124459</c:v>
                </c:pt>
                <c:pt idx="28">
                  <c:v>0.9976207994298</c:v>
                </c:pt>
                <c:pt idx="29">
                  <c:v>0.9979804851193</c:v>
                </c:pt>
                <c:pt idx="30">
                  <c:v>0.9982956225959</c:v>
                </c:pt>
                <c:pt idx="31">
                  <c:v>0.9985698304401</c:v>
                </c:pt>
                <c:pt idx="32">
                  <c:v>0.9988068007321</c:v>
                </c:pt>
                <c:pt idx="33">
                  <c:v>0.9990102095038</c:v>
                </c:pt>
                <c:pt idx="34">
                  <c:v>0.9991836421281</c:v>
                </c:pt>
                <c:pt idx="35">
                  <c:v>0.9993305334867</c:v>
                </c:pt>
                <c:pt idx="36">
                  <c:v>0.9994541222327</c:v>
                </c:pt>
                <c:pt idx="37">
                  <c:v>0.999557418051</c:v>
                </c:pt>
                <c:pt idx="38">
                  <c:v>0.9996431805196</c:v>
                </c:pt>
                <c:pt idx="39">
                  <c:v>0.9997139079815</c:v>
                </c:pt>
                <c:pt idx="40">
                  <c:v>0.999771834729</c:v>
                </c:pt>
                <c:pt idx="41">
                  <c:v>0.9998189347795</c:v>
                </c:pt>
                <c:pt idx="42">
                  <c:v>0.9998569305535</c:v>
                </c:pt>
                <c:pt idx="43">
                  <c:v>0.9998873048457</c:v>
                </c:pt>
                <c:pt idx="44">
                  <c:v>0.9999113145794</c:v>
                </c:pt>
                <c:pt idx="45">
                  <c:v>0.9999300049545</c:v>
                </c:pt>
                <c:pt idx="46">
                  <c:v>0.9999442227072</c:v>
                </c:pt>
                <c:pt idx="47">
                  <c:v>0.9999546273022</c:v>
                </c:pt>
                <c:pt idx="48">
                  <c:v>0.9999616989492</c:v>
                </c:pt>
                <c:pt idx="49">
                  <c:v>0.9999657423894</c:v>
                </c:pt>
                <c:pt idx="50">
                  <c:v>0.9999668854075</c:v>
                </c:pt>
                <c:pt idx="51">
                  <c:v>0.9999650710128</c:v>
                </c:pt>
                <c:pt idx="52">
                  <c:v>0.9999600421826</c:v>
                </c:pt>
                <c:pt idx="53">
                  <c:v>0.9999513179917</c:v>
                </c:pt>
                <c:pt idx="54">
                  <c:v>0.9999381598584</c:v>
                </c:pt>
                <c:pt idx="55">
                  <c:v>0.9999195265424</c:v>
                </c:pt>
                <c:pt idx="56">
                  <c:v>0.999894016433</c:v>
                </c:pt>
                <c:pt idx="57">
                  <c:v>0.9998597955985</c:v>
                </c:pt>
                <c:pt idx="58">
                  <c:v>0.9998145100313</c:v>
                </c:pt>
                <c:pt idx="59">
                  <c:v>0.9997551805506</c:v>
                </c:pt>
                <c:pt idx="60">
                  <c:v>0.9996780789382</c:v>
                </c:pt>
                <c:pt idx="61">
                  <c:v>0.9995785840953</c:v>
                </c:pt>
                <c:pt idx="62">
                  <c:v>0.9994510173619</c:v>
                </c:pt>
                <c:pt idx="63">
                  <c:v>0.999288456643</c:v>
                </c:pt>
                <c:pt idx="64">
                  <c:v>0.9990825296707</c:v>
                </c:pt>
                <c:pt idx="65">
                  <c:v>0.9988231876098</c:v>
                </c:pt>
                <c:pt idx="66">
                  <c:v>0.998498461301</c:v>
                </c:pt>
                <c:pt idx="67">
                  <c:v>0.9980942037293</c:v>
                </c:pt>
                <c:pt idx="68">
                  <c:v>0.9975938238037</c:v>
                </c:pt>
                <c:pt idx="69">
                  <c:v>0.9969780182051</c:v>
                </c:pt>
                <c:pt idx="70">
                  <c:v>0.9962245098759</c:v>
                </c:pt>
                <c:pt idx="71">
                  <c:v>0.9953078036169</c:v>
                </c:pt>
                <c:pt idx="72">
                  <c:v>0.9941989711659</c:v>
                </c:pt>
                <c:pt idx="73">
                  <c:v>0.9928654799488</c:v>
                </c:pt>
                <c:pt idx="74">
                  <c:v>0.991271081317</c:v>
                </c:pt>
                <c:pt idx="75">
                  <c:v>0.9893757753835</c:v>
                </c:pt>
                <c:pt idx="76">
                  <c:v>0.9871358704141</c:v>
                </c:pt>
                <c:pt idx="77">
                  <c:v>0.984504154964</c:v>
                </c:pt>
                <c:pt idx="78">
                  <c:v>0.9814302004592</c:v>
                </c:pt>
                <c:pt idx="79">
                  <c:v>0.9778608105505</c:v>
                </c:pt>
                <c:pt idx="80">
                  <c:v>0.9737406312408</c:v>
                </c:pt>
                <c:pt idx="81">
                  <c:v>0.969012932402</c:v>
                </c:pt>
                <c:pt idx="82">
                  <c:v>0.9636205668476</c:v>
                </c:pt>
                <c:pt idx="83">
                  <c:v>0.957507107619</c:v>
                </c:pt>
                <c:pt idx="84">
                  <c:v>0.9506181576588</c:v>
                </c:pt>
                <c:pt idx="85">
                  <c:v>0.9429028187352</c:v>
                </c:pt>
                <c:pt idx="86">
                  <c:v>0.9343152985475</c:v>
                </c:pt>
                <c:pt idx="87">
                  <c:v>0.9248166266797</c:v>
                </c:pt>
                <c:pt idx="88">
                  <c:v>0.9143764417902</c:v>
                </c:pt>
                <c:pt idx="89">
                  <c:v>0.902974804546</c:v>
                </c:pt>
                <c:pt idx="90">
                  <c:v>0.8906039837172</c:v>
                </c:pt>
                <c:pt idx="91">
                  <c:v>0.8772701570105</c:v>
                </c:pt>
                <c:pt idx="92">
                  <c:v>0.8629949640313</c:v>
                </c:pt>
                <c:pt idx="93">
                  <c:v>0.8478168466431</c:v>
                </c:pt>
                <c:pt idx="94">
                  <c:v>0.8317921122565</c:v>
                </c:pt>
                <c:pt idx="95">
                  <c:v>0.8149956584831</c:v>
                </c:pt>
                <c:pt idx="96">
                  <c:v>0.797521303274</c:v>
                </c:pt>
                <c:pt idx="97">
                  <c:v>0.7794816731417</c:v>
                </c:pt>
                <c:pt idx="98">
                  <c:v>0.7610076132134</c:v>
                </c:pt>
                <c:pt idx="99">
                  <c:v>0.7422470964213</c:v>
                </c:pt>
                <c:pt idx="100">
                  <c:v>0.7233636246814</c:v>
                </c:pt>
                <c:pt idx="101">
                  <c:v>0.7045341319165</c:v>
                </c:pt>
                <c:pt idx="102">
                  <c:v>0.6859464165822</c:v>
                </c:pt>
                <c:pt idx="103">
                  <c:v>0.6677961492282</c:v>
                </c:pt>
                <c:pt idx="104">
                  <c:v>0.6502835177827</c:v>
                </c:pt>
                <c:pt idx="105">
                  <c:v>0.6336095889007</c:v>
                </c:pt>
                <c:pt idx="106">
                  <c:v>0.6179724771003</c:v>
                </c:pt>
                <c:pt idx="107">
                  <c:v>0.6035634238504</c:v>
                </c:pt>
                <c:pt idx="108">
                  <c:v>0.5905628956899</c:v>
                </c:pt>
                <c:pt idx="109">
                  <c:v>0.5791368134429</c:v>
                </c:pt>
                <c:pt idx="110">
                  <c:v>0.5694330233948</c:v>
                </c:pt>
                <c:pt idx="111">
                  <c:v>0.5615781158641</c:v>
                </c:pt>
                <c:pt idx="112">
                  <c:v>0.5556746870947</c:v>
                </c:pt>
                <c:pt idx="113">
                  <c:v>0.5517991271462</c:v>
                </c:pt>
                <c:pt idx="114">
                  <c:v>0.55</c:v>
                </c:pt>
                <c:pt idx="115">
                  <c:v>0.5502970631104</c:v>
                </c:pt>
                <c:pt idx="116">
                  <c:v>0.552680952897</c:v>
                </c:pt>
                <c:pt idx="117">
                  <c:v>0.5571135410835</c:v>
                </c:pt>
                <c:pt idx="118">
                  <c:v>0.5635289452343</c:v>
                </c:pt>
                <c:pt idx="119">
                  <c:v>0.5718351562128</c:v>
                </c:pt>
                <c:pt idx="120">
                  <c:v>0.5819162264192</c:v>
                </c:pt>
                <c:pt idx="121">
                  <c:v>0.5936349462804</c:v>
                </c:pt>
                <c:pt idx="122">
                  <c:v>0.6068359231611</c:v>
                </c:pt>
                <c:pt idx="123">
                  <c:v>0.6213489670719</c:v>
                </c:pt>
                <c:pt idx="124">
                  <c:v>0.6369926815352</c:v>
                </c:pt>
                <c:pt idx="125">
                  <c:v>0.6535781557995</c:v>
                </c:pt>
                <c:pt idx="126">
                  <c:v>0.6709126561902</c:v>
                </c:pt>
                <c:pt idx="127">
                  <c:v>0.6888032194786</c:v>
                </c:pt>
                <c:pt idx="128">
                  <c:v>1.311196780521</c:v>
                </c:pt>
                <c:pt idx="129">
                  <c:v>1.32908734381</c:v>
                </c:pt>
                <c:pt idx="130">
                  <c:v>1.346421844201</c:v>
                </c:pt>
                <c:pt idx="131">
                  <c:v>1.363007318465</c:v>
                </c:pt>
                <c:pt idx="132">
                  <c:v>1.378651032928</c:v>
                </c:pt>
                <c:pt idx="133">
                  <c:v>1.393164076839</c:v>
                </c:pt>
                <c:pt idx="134">
                  <c:v>1.40636505372</c:v>
                </c:pt>
                <c:pt idx="135">
                  <c:v>1.418083773581</c:v>
                </c:pt>
                <c:pt idx="136">
                  <c:v>1.428164843787</c:v>
                </c:pt>
                <c:pt idx="137">
                  <c:v>1.436471054766</c:v>
                </c:pt>
                <c:pt idx="138">
                  <c:v>1.442886458917</c:v>
                </c:pt>
                <c:pt idx="139">
                  <c:v>1.447319047103</c:v>
                </c:pt>
                <c:pt idx="140">
                  <c:v>1.44970293689</c:v>
                </c:pt>
                <c:pt idx="141">
                  <c:v>1.45</c:v>
                </c:pt>
                <c:pt idx="142">
                  <c:v>1.448200872854</c:v>
                </c:pt>
                <c:pt idx="143">
                  <c:v>1.444325312905</c:v>
                </c:pt>
                <c:pt idx="144">
                  <c:v>1.438421884136</c:v>
                </c:pt>
                <c:pt idx="145">
                  <c:v>1.430566976605</c:v>
                </c:pt>
                <c:pt idx="146">
                  <c:v>1.420863186557</c:v>
                </c:pt>
                <c:pt idx="147">
                  <c:v>1.40943710431</c:v>
                </c:pt>
                <c:pt idx="148">
                  <c:v>1.39643657615</c:v>
                </c:pt>
                <c:pt idx="149">
                  <c:v>1.3820275229</c:v>
                </c:pt>
                <c:pt idx="150">
                  <c:v>1.366390411099</c:v>
                </c:pt>
                <c:pt idx="151">
                  <c:v>1.349716482217</c:v>
                </c:pt>
                <c:pt idx="152">
                  <c:v>1.332203850772</c:v>
                </c:pt>
                <c:pt idx="153">
                  <c:v>1.314053583418</c:v>
                </c:pt>
                <c:pt idx="154">
                  <c:v>1.295465868084</c:v>
                </c:pt>
                <c:pt idx="155">
                  <c:v>1.276636375319</c:v>
                </c:pt>
                <c:pt idx="156">
                  <c:v>1.257752903579</c:v>
                </c:pt>
                <c:pt idx="157">
                  <c:v>1.238992386787</c:v>
                </c:pt>
                <c:pt idx="158">
                  <c:v>1.220518326858</c:v>
                </c:pt>
                <c:pt idx="159">
                  <c:v>1.202478696726</c:v>
                </c:pt>
                <c:pt idx="160">
                  <c:v>1.185004341517</c:v>
                </c:pt>
                <c:pt idx="161">
                  <c:v>1.168207887743</c:v>
                </c:pt>
                <c:pt idx="162">
                  <c:v>1.152183153357</c:v>
                </c:pt>
                <c:pt idx="163">
                  <c:v>1.137005035969</c:v>
                </c:pt>
                <c:pt idx="164">
                  <c:v>1.12272984299</c:v>
                </c:pt>
                <c:pt idx="165">
                  <c:v>1.109396016283</c:v>
                </c:pt>
                <c:pt idx="166">
                  <c:v>1.097025195454</c:v>
                </c:pt>
                <c:pt idx="167">
                  <c:v>1.08562355821</c:v>
                </c:pt>
                <c:pt idx="168">
                  <c:v>1.07518337332</c:v>
                </c:pt>
                <c:pt idx="169">
                  <c:v>1.065684701452</c:v>
                </c:pt>
                <c:pt idx="170">
                  <c:v>1.057097181265</c:v>
                </c:pt>
                <c:pt idx="171">
                  <c:v>1.049381842341</c:v>
                </c:pt>
                <c:pt idx="172">
                  <c:v>1.042492892381</c:v>
                </c:pt>
                <c:pt idx="173">
                  <c:v>1.036379433152</c:v>
                </c:pt>
                <c:pt idx="174">
                  <c:v>1.030987067598</c:v>
                </c:pt>
                <c:pt idx="175">
                  <c:v>1.026259368759</c:v>
                </c:pt>
                <c:pt idx="176">
                  <c:v>1.02213918945</c:v>
                </c:pt>
                <c:pt idx="177">
                  <c:v>1.018569799541</c:v>
                </c:pt>
                <c:pt idx="178">
                  <c:v>1.015495845036</c:v>
                </c:pt>
                <c:pt idx="179">
                  <c:v>1.012864129586</c:v>
                </c:pt>
                <c:pt idx="180">
                  <c:v>1.010624224616</c:v>
                </c:pt>
                <c:pt idx="181">
                  <c:v>1.008728918683</c:v>
                </c:pt>
                <c:pt idx="182">
                  <c:v>1.007134520051</c:v>
                </c:pt>
                <c:pt idx="183">
                  <c:v>1.005801028834</c:v>
                </c:pt>
                <c:pt idx="184">
                  <c:v>1.004692196383</c:v>
                </c:pt>
                <c:pt idx="185">
                  <c:v>1.003775490124</c:v>
                </c:pt>
                <c:pt idx="186">
                  <c:v>1.003021981795</c:v>
                </c:pt>
                <c:pt idx="187">
                  <c:v>1.002406176196</c:v>
                </c:pt>
                <c:pt idx="188">
                  <c:v>1.001905796271</c:v>
                </c:pt>
                <c:pt idx="189">
                  <c:v>1.001501538699</c:v>
                </c:pt>
                <c:pt idx="190">
                  <c:v>1.00117681239</c:v>
                </c:pt>
                <c:pt idx="191">
                  <c:v>1.000917470329</c:v>
                </c:pt>
                <c:pt idx="192">
                  <c:v>1.000711543357</c:v>
                </c:pt>
                <c:pt idx="193">
                  <c:v>1.000548982638</c:v>
                </c:pt>
                <c:pt idx="194">
                  <c:v>1.000421415905</c:v>
                </c:pt>
                <c:pt idx="195">
                  <c:v>1.000321921062</c:v>
                </c:pt>
                <c:pt idx="196">
                  <c:v>1.000244819449</c:v>
                </c:pt>
                <c:pt idx="197">
                  <c:v>1.000185489969</c:v>
                </c:pt>
                <c:pt idx="198">
                  <c:v>1.000140204401</c:v>
                </c:pt>
                <c:pt idx="199">
                  <c:v>1.000105983567</c:v>
                </c:pt>
                <c:pt idx="200">
                  <c:v>1.000080473458</c:v>
                </c:pt>
                <c:pt idx="201">
                  <c:v>1.000061840142</c:v>
                </c:pt>
                <c:pt idx="202">
                  <c:v>1.000048682008</c:v>
                </c:pt>
                <c:pt idx="203">
                  <c:v>1.000039957817</c:v>
                </c:pt>
                <c:pt idx="204">
                  <c:v>1.000034928987</c:v>
                </c:pt>
                <c:pt idx="205">
                  <c:v>1.000033114592</c:v>
                </c:pt>
                <c:pt idx="206">
                  <c:v>1.000034257611</c:v>
                </c:pt>
                <c:pt idx="207">
                  <c:v>1.000038301051</c:v>
                </c:pt>
                <c:pt idx="208">
                  <c:v>1.000045372698</c:v>
                </c:pt>
                <c:pt idx="209">
                  <c:v>1.000055777293</c:v>
                </c:pt>
                <c:pt idx="210">
                  <c:v>1.000069995046</c:v>
                </c:pt>
                <c:pt idx="211">
                  <c:v>1.000088685421</c:v>
                </c:pt>
                <c:pt idx="212">
                  <c:v>1.000112695154</c:v>
                </c:pt>
                <c:pt idx="213">
                  <c:v>1.000143069446</c:v>
                </c:pt>
                <c:pt idx="214">
                  <c:v>1.000181065221</c:v>
                </c:pt>
                <c:pt idx="215">
                  <c:v>1.000228165271</c:v>
                </c:pt>
                <c:pt idx="216">
                  <c:v>1.000286092019</c:v>
                </c:pt>
                <c:pt idx="217">
                  <c:v>1.00035681948</c:v>
                </c:pt>
                <c:pt idx="218">
                  <c:v>1.000442581949</c:v>
                </c:pt>
                <c:pt idx="219">
                  <c:v>1.000545877767</c:v>
                </c:pt>
                <c:pt idx="220">
                  <c:v>1.000669466513</c:v>
                </c:pt>
                <c:pt idx="221">
                  <c:v>1.000816357872</c:v>
                </c:pt>
                <c:pt idx="222">
                  <c:v>1.000989790496</c:v>
                </c:pt>
                <c:pt idx="223">
                  <c:v>1.001193199268</c:v>
                </c:pt>
                <c:pt idx="224">
                  <c:v>1.00143016956</c:v>
                </c:pt>
                <c:pt idx="225">
                  <c:v>1.001704377404</c:v>
                </c:pt>
                <c:pt idx="226">
                  <c:v>1.002019514881</c:v>
                </c:pt>
                <c:pt idx="227">
                  <c:v>1.00237920057</c:v>
                </c:pt>
                <c:pt idx="228">
                  <c:v>1.002786875541</c:v>
                </c:pt>
                <c:pt idx="229">
                  <c:v>1.003245686075</c:v>
                </c:pt>
                <c:pt idx="230">
                  <c:v>1.003758355135</c:v>
                </c:pt>
                <c:pt idx="231">
                  <c:v>1.004327045404</c:v>
                </c:pt>
                <c:pt idx="232">
                  <c:v>1.004953217603</c:v>
                </c:pt>
                <c:pt idx="233">
                  <c:v>1.005637488545</c:v>
                </c:pt>
                <c:pt idx="234">
                  <c:v>1.006379494123</c:v>
                </c:pt>
                <c:pt idx="235">
                  <c:v>1.007177762974</c:v>
                </c:pt>
                <c:pt idx="236">
                  <c:v>1.008029606903</c:v>
                </c:pt>
                <c:pt idx="237">
                  <c:v>1.008931034271</c:v>
                </c:pt>
                <c:pt idx="238">
                  <c:v>1.00987669236</c:v>
                </c:pt>
                <c:pt idx="239">
                  <c:v>1.010859844238</c:v>
                </c:pt>
                <c:pt idx="240">
                  <c:v>1.011872384818</c:v>
                </c:pt>
                <c:pt idx="241">
                  <c:v>1.012904899669</c:v>
                </c:pt>
                <c:pt idx="242">
                  <c:v>1.013946768711</c:v>
                </c:pt>
                <c:pt idx="243">
                  <c:v>1.014986315243</c:v>
                </c:pt>
                <c:pt idx="244">
                  <c:v>1.016010998906</c:v>
                </c:pt>
                <c:pt idx="245">
                  <c:v>1.017007649243</c:v>
                </c:pt>
                <c:pt idx="246">
                  <c:v>1.017962734555</c:v>
                </c:pt>
                <c:pt idx="247">
                  <c:v>1.018862658949</c:v>
                </c:pt>
                <c:pt idx="248">
                  <c:v>1.019694078812</c:v>
                </c:pt>
                <c:pt idx="249">
                  <c:v>1.020444228648</c:v>
                </c:pt>
                <c:pt idx="250">
                  <c:v>1.021101245299</c:v>
                </c:pt>
                <c:pt idx="251">
                  <c:v>1.02165447912</c:v>
                </c:pt>
                <c:pt idx="252">
                  <c:v>1.022094780725</c:v>
                </c:pt>
                <c:pt idx="253">
                  <c:v>1.022414752555</c:v>
                </c:pt>
                <c:pt idx="254">
                  <c:v>1.022608955586</c:v>
                </c:pt>
                <c:pt idx="255">
                  <c:v>1.022674063121</c:v>
                </c:pt>
                <c:pt idx="256">
                  <c:v>0.9773259368787</c:v>
                </c:pt>
              </c:numCache>
            </c:numRef>
          </c:xVal>
          <c:yVal>
            <c:numRef>
              <c:f>'Chart Data'!$D$2:$D$258</c:f>
              <c:numCache>
                <c:formatCode>0.0</c:formatCode>
                <c:ptCount val="257"/>
                <c:pt idx="0">
                  <c:v>62.65884892086</c:v>
                </c:pt>
                <c:pt idx="1">
                  <c:v>62.76452463668</c:v>
                </c:pt>
                <c:pt idx="2">
                  <c:v>62.8702003525</c:v>
                </c:pt>
                <c:pt idx="3">
                  <c:v>62.97587606832</c:v>
                </c:pt>
                <c:pt idx="4">
                  <c:v>63.08155178414</c:v>
                </c:pt>
                <c:pt idx="5">
                  <c:v>63.18722749996</c:v>
                </c:pt>
                <c:pt idx="6">
                  <c:v>63.29290321578</c:v>
                </c:pt>
                <c:pt idx="7">
                  <c:v>63.3985789316</c:v>
                </c:pt>
                <c:pt idx="8">
                  <c:v>63.50425464742</c:v>
                </c:pt>
                <c:pt idx="9">
                  <c:v>63.60993036324</c:v>
                </c:pt>
                <c:pt idx="10">
                  <c:v>63.71560607906</c:v>
                </c:pt>
                <c:pt idx="11">
                  <c:v>63.82128179488</c:v>
                </c:pt>
                <c:pt idx="12">
                  <c:v>63.9269575107</c:v>
                </c:pt>
                <c:pt idx="13">
                  <c:v>64.03263322652</c:v>
                </c:pt>
                <c:pt idx="14">
                  <c:v>64.13830894234</c:v>
                </c:pt>
                <c:pt idx="15">
                  <c:v>64.24398465816</c:v>
                </c:pt>
                <c:pt idx="16">
                  <c:v>64.34966037398</c:v>
                </c:pt>
                <c:pt idx="17">
                  <c:v>64.4553360898</c:v>
                </c:pt>
                <c:pt idx="18">
                  <c:v>64.56101180562</c:v>
                </c:pt>
                <c:pt idx="19">
                  <c:v>64.66668752144</c:v>
                </c:pt>
                <c:pt idx="20">
                  <c:v>64.77236323726</c:v>
                </c:pt>
                <c:pt idx="21">
                  <c:v>64.87803895307</c:v>
                </c:pt>
                <c:pt idx="22">
                  <c:v>64.98371466889</c:v>
                </c:pt>
                <c:pt idx="23">
                  <c:v>65.08939038471</c:v>
                </c:pt>
                <c:pt idx="24">
                  <c:v>65.19506610053</c:v>
                </c:pt>
                <c:pt idx="25">
                  <c:v>65.30074181635</c:v>
                </c:pt>
                <c:pt idx="26">
                  <c:v>65.40641753217</c:v>
                </c:pt>
                <c:pt idx="27">
                  <c:v>65.51209324799</c:v>
                </c:pt>
                <c:pt idx="28">
                  <c:v>65.61776896381</c:v>
                </c:pt>
                <c:pt idx="29">
                  <c:v>65.72344467963</c:v>
                </c:pt>
                <c:pt idx="30">
                  <c:v>65.82912039545</c:v>
                </c:pt>
                <c:pt idx="31">
                  <c:v>65.93479611127</c:v>
                </c:pt>
                <c:pt idx="32">
                  <c:v>66.04047182709</c:v>
                </c:pt>
                <c:pt idx="33">
                  <c:v>66.14614754291</c:v>
                </c:pt>
                <c:pt idx="34">
                  <c:v>66.25182325873</c:v>
                </c:pt>
                <c:pt idx="35">
                  <c:v>66.35749897455</c:v>
                </c:pt>
                <c:pt idx="36">
                  <c:v>66.46317469037</c:v>
                </c:pt>
                <c:pt idx="37">
                  <c:v>66.56885040619</c:v>
                </c:pt>
                <c:pt idx="38">
                  <c:v>66.67452612201</c:v>
                </c:pt>
                <c:pt idx="39">
                  <c:v>66.78020183783</c:v>
                </c:pt>
                <c:pt idx="40">
                  <c:v>66.88587755365</c:v>
                </c:pt>
                <c:pt idx="41">
                  <c:v>66.99155326947</c:v>
                </c:pt>
                <c:pt idx="42">
                  <c:v>67.09722898529</c:v>
                </c:pt>
                <c:pt idx="43">
                  <c:v>67.20290470111</c:v>
                </c:pt>
                <c:pt idx="44">
                  <c:v>67.30858041693</c:v>
                </c:pt>
                <c:pt idx="45">
                  <c:v>67.41425613274</c:v>
                </c:pt>
                <c:pt idx="46">
                  <c:v>67.51993184856</c:v>
                </c:pt>
                <c:pt idx="47">
                  <c:v>67.62560756438</c:v>
                </c:pt>
                <c:pt idx="48">
                  <c:v>67.7312832802</c:v>
                </c:pt>
                <c:pt idx="49">
                  <c:v>67.83695899602</c:v>
                </c:pt>
                <c:pt idx="50">
                  <c:v>67.94263471184</c:v>
                </c:pt>
                <c:pt idx="51">
                  <c:v>68.04831042766</c:v>
                </c:pt>
                <c:pt idx="52">
                  <c:v>68.15398614348</c:v>
                </c:pt>
                <c:pt idx="53">
                  <c:v>68.2596618593</c:v>
                </c:pt>
                <c:pt idx="54">
                  <c:v>68.36533757512</c:v>
                </c:pt>
                <c:pt idx="55">
                  <c:v>68.47101329094</c:v>
                </c:pt>
                <c:pt idx="56">
                  <c:v>68.57668900676</c:v>
                </c:pt>
                <c:pt idx="57">
                  <c:v>68.68236472258</c:v>
                </c:pt>
                <c:pt idx="58">
                  <c:v>68.7880404384</c:v>
                </c:pt>
                <c:pt idx="59">
                  <c:v>68.89371615422</c:v>
                </c:pt>
                <c:pt idx="60">
                  <c:v>68.99939187004</c:v>
                </c:pt>
                <c:pt idx="61">
                  <c:v>69.10506758586</c:v>
                </c:pt>
                <c:pt idx="62">
                  <c:v>69.21074330168</c:v>
                </c:pt>
                <c:pt idx="63">
                  <c:v>69.3164190175</c:v>
                </c:pt>
                <c:pt idx="64">
                  <c:v>69.42209473332</c:v>
                </c:pt>
                <c:pt idx="65">
                  <c:v>69.52777044914</c:v>
                </c:pt>
                <c:pt idx="66">
                  <c:v>69.63344616496</c:v>
                </c:pt>
                <c:pt idx="67">
                  <c:v>69.73912188078</c:v>
                </c:pt>
                <c:pt idx="68">
                  <c:v>69.8447975966</c:v>
                </c:pt>
                <c:pt idx="69">
                  <c:v>69.95047331241</c:v>
                </c:pt>
                <c:pt idx="70">
                  <c:v>70.05614902823</c:v>
                </c:pt>
                <c:pt idx="71">
                  <c:v>70.16182474405</c:v>
                </c:pt>
                <c:pt idx="72">
                  <c:v>70.26750045987</c:v>
                </c:pt>
                <c:pt idx="73">
                  <c:v>70.37317617569</c:v>
                </c:pt>
                <c:pt idx="74">
                  <c:v>70.47885189151</c:v>
                </c:pt>
                <c:pt idx="75">
                  <c:v>70.58452760733</c:v>
                </c:pt>
                <c:pt idx="76">
                  <c:v>70.69020332315</c:v>
                </c:pt>
                <c:pt idx="77">
                  <c:v>70.79587903897</c:v>
                </c:pt>
                <c:pt idx="78">
                  <c:v>70.90155475479</c:v>
                </c:pt>
                <c:pt idx="79">
                  <c:v>71.00723047061</c:v>
                </c:pt>
                <c:pt idx="80">
                  <c:v>71.11290618643</c:v>
                </c:pt>
                <c:pt idx="81">
                  <c:v>71.21858190225</c:v>
                </c:pt>
                <c:pt idx="82">
                  <c:v>71.32425761807</c:v>
                </c:pt>
                <c:pt idx="83">
                  <c:v>71.42993333389</c:v>
                </c:pt>
                <c:pt idx="84">
                  <c:v>71.53560904971</c:v>
                </c:pt>
                <c:pt idx="85">
                  <c:v>71.64128476553</c:v>
                </c:pt>
                <c:pt idx="86">
                  <c:v>71.74696048135</c:v>
                </c:pt>
                <c:pt idx="87">
                  <c:v>71.85263619717</c:v>
                </c:pt>
                <c:pt idx="88">
                  <c:v>71.95831191299</c:v>
                </c:pt>
                <c:pt idx="89">
                  <c:v>72.06398762881</c:v>
                </c:pt>
                <c:pt idx="90">
                  <c:v>72.16966334463</c:v>
                </c:pt>
                <c:pt idx="91">
                  <c:v>72.27533906045</c:v>
                </c:pt>
                <c:pt idx="92">
                  <c:v>72.38101477627</c:v>
                </c:pt>
                <c:pt idx="93">
                  <c:v>72.48669049208</c:v>
                </c:pt>
                <c:pt idx="94">
                  <c:v>72.5923662079</c:v>
                </c:pt>
                <c:pt idx="95">
                  <c:v>72.69804192372</c:v>
                </c:pt>
                <c:pt idx="96">
                  <c:v>72.80371763954</c:v>
                </c:pt>
                <c:pt idx="97">
                  <c:v>72.90939335536</c:v>
                </c:pt>
                <c:pt idx="98">
                  <c:v>73.01506907118</c:v>
                </c:pt>
                <c:pt idx="99">
                  <c:v>73.120744787</c:v>
                </c:pt>
                <c:pt idx="100">
                  <c:v>73.22642050282</c:v>
                </c:pt>
                <c:pt idx="101">
                  <c:v>73.33209621864</c:v>
                </c:pt>
                <c:pt idx="102">
                  <c:v>73.43777193446</c:v>
                </c:pt>
                <c:pt idx="103">
                  <c:v>73.54344765028</c:v>
                </c:pt>
                <c:pt idx="104">
                  <c:v>73.6491233661</c:v>
                </c:pt>
                <c:pt idx="105">
                  <c:v>73.75479908192</c:v>
                </c:pt>
                <c:pt idx="106">
                  <c:v>73.86047479774</c:v>
                </c:pt>
                <c:pt idx="107">
                  <c:v>73.96615051356</c:v>
                </c:pt>
                <c:pt idx="108">
                  <c:v>74.07182622938</c:v>
                </c:pt>
                <c:pt idx="109">
                  <c:v>74.1775019452</c:v>
                </c:pt>
                <c:pt idx="110">
                  <c:v>74.28317766102</c:v>
                </c:pt>
                <c:pt idx="111">
                  <c:v>74.38885337684</c:v>
                </c:pt>
                <c:pt idx="112">
                  <c:v>74.49452909266</c:v>
                </c:pt>
                <c:pt idx="113">
                  <c:v>74.60020480848</c:v>
                </c:pt>
                <c:pt idx="114">
                  <c:v>74.7058805243</c:v>
                </c:pt>
                <c:pt idx="115">
                  <c:v>74.81155624012</c:v>
                </c:pt>
                <c:pt idx="116">
                  <c:v>74.91723195594</c:v>
                </c:pt>
                <c:pt idx="117">
                  <c:v>75.02290767175</c:v>
                </c:pt>
                <c:pt idx="118">
                  <c:v>75.12858338757</c:v>
                </c:pt>
                <c:pt idx="119">
                  <c:v>75.23425910339</c:v>
                </c:pt>
                <c:pt idx="120">
                  <c:v>75.33993481921</c:v>
                </c:pt>
                <c:pt idx="121">
                  <c:v>75.44561053503</c:v>
                </c:pt>
                <c:pt idx="122">
                  <c:v>75.55128625085</c:v>
                </c:pt>
                <c:pt idx="123">
                  <c:v>75.65696196667</c:v>
                </c:pt>
                <c:pt idx="124">
                  <c:v>75.76263768249</c:v>
                </c:pt>
                <c:pt idx="125">
                  <c:v>75.86831339831</c:v>
                </c:pt>
                <c:pt idx="126">
                  <c:v>75.97398911413</c:v>
                </c:pt>
                <c:pt idx="127">
                  <c:v>76.07966482995</c:v>
                </c:pt>
                <c:pt idx="128">
                  <c:v>76.07966482995</c:v>
                </c:pt>
                <c:pt idx="129">
                  <c:v>75.97398911413</c:v>
                </c:pt>
                <c:pt idx="130">
                  <c:v>75.86831339831</c:v>
                </c:pt>
                <c:pt idx="131">
                  <c:v>75.76263768249</c:v>
                </c:pt>
                <c:pt idx="132">
                  <c:v>75.65696196667</c:v>
                </c:pt>
                <c:pt idx="133">
                  <c:v>75.55128625085</c:v>
                </c:pt>
                <c:pt idx="134">
                  <c:v>75.44561053503</c:v>
                </c:pt>
                <c:pt idx="135">
                  <c:v>75.33993481921</c:v>
                </c:pt>
                <c:pt idx="136">
                  <c:v>75.23425910339</c:v>
                </c:pt>
                <c:pt idx="137">
                  <c:v>75.12858338757</c:v>
                </c:pt>
                <c:pt idx="138">
                  <c:v>75.02290767175</c:v>
                </c:pt>
                <c:pt idx="139">
                  <c:v>74.91723195594</c:v>
                </c:pt>
                <c:pt idx="140">
                  <c:v>74.81155624012</c:v>
                </c:pt>
                <c:pt idx="141">
                  <c:v>74.7058805243</c:v>
                </c:pt>
                <c:pt idx="142">
                  <c:v>74.60020480848</c:v>
                </c:pt>
                <c:pt idx="143">
                  <c:v>74.49452909266</c:v>
                </c:pt>
                <c:pt idx="144">
                  <c:v>74.38885337684</c:v>
                </c:pt>
                <c:pt idx="145">
                  <c:v>74.28317766102</c:v>
                </c:pt>
                <c:pt idx="146">
                  <c:v>74.1775019452</c:v>
                </c:pt>
                <c:pt idx="147">
                  <c:v>74.07182622938</c:v>
                </c:pt>
                <c:pt idx="148">
                  <c:v>73.96615051356</c:v>
                </c:pt>
                <c:pt idx="149">
                  <c:v>73.86047479774</c:v>
                </c:pt>
                <c:pt idx="150">
                  <c:v>73.75479908192</c:v>
                </c:pt>
                <c:pt idx="151">
                  <c:v>73.6491233661</c:v>
                </c:pt>
                <c:pt idx="152">
                  <c:v>73.54344765028</c:v>
                </c:pt>
                <c:pt idx="153">
                  <c:v>73.43777193446</c:v>
                </c:pt>
                <c:pt idx="154">
                  <c:v>73.33209621864</c:v>
                </c:pt>
                <c:pt idx="155">
                  <c:v>73.22642050282</c:v>
                </c:pt>
                <c:pt idx="156">
                  <c:v>73.120744787</c:v>
                </c:pt>
                <c:pt idx="157">
                  <c:v>73.01506907118</c:v>
                </c:pt>
                <c:pt idx="158">
                  <c:v>72.90939335536</c:v>
                </c:pt>
                <c:pt idx="159">
                  <c:v>72.80371763954</c:v>
                </c:pt>
                <c:pt idx="160">
                  <c:v>72.69804192372</c:v>
                </c:pt>
                <c:pt idx="161">
                  <c:v>72.5923662079</c:v>
                </c:pt>
                <c:pt idx="162">
                  <c:v>72.48669049208</c:v>
                </c:pt>
                <c:pt idx="163">
                  <c:v>72.38101477627</c:v>
                </c:pt>
                <c:pt idx="164">
                  <c:v>72.27533906045</c:v>
                </c:pt>
                <c:pt idx="165">
                  <c:v>72.16966334463</c:v>
                </c:pt>
                <c:pt idx="166">
                  <c:v>72.06398762881</c:v>
                </c:pt>
                <c:pt idx="167">
                  <c:v>71.95831191299</c:v>
                </c:pt>
                <c:pt idx="168">
                  <c:v>71.85263619717</c:v>
                </c:pt>
                <c:pt idx="169">
                  <c:v>71.74696048135</c:v>
                </c:pt>
                <c:pt idx="170">
                  <c:v>71.64128476553</c:v>
                </c:pt>
                <c:pt idx="171">
                  <c:v>71.53560904971</c:v>
                </c:pt>
                <c:pt idx="172">
                  <c:v>71.42993333389</c:v>
                </c:pt>
                <c:pt idx="173">
                  <c:v>71.32425761807</c:v>
                </c:pt>
                <c:pt idx="174">
                  <c:v>71.21858190225</c:v>
                </c:pt>
                <c:pt idx="175">
                  <c:v>71.11290618643</c:v>
                </c:pt>
                <c:pt idx="176">
                  <c:v>71.00723047061</c:v>
                </c:pt>
                <c:pt idx="177">
                  <c:v>70.90155475479</c:v>
                </c:pt>
                <c:pt idx="178">
                  <c:v>70.79587903897</c:v>
                </c:pt>
                <c:pt idx="179">
                  <c:v>70.69020332315</c:v>
                </c:pt>
                <c:pt idx="180">
                  <c:v>70.58452760733</c:v>
                </c:pt>
                <c:pt idx="181">
                  <c:v>70.47885189151</c:v>
                </c:pt>
                <c:pt idx="182">
                  <c:v>70.37317617569</c:v>
                </c:pt>
                <c:pt idx="183">
                  <c:v>70.26750045987</c:v>
                </c:pt>
                <c:pt idx="184">
                  <c:v>70.16182474405</c:v>
                </c:pt>
                <c:pt idx="185">
                  <c:v>70.05614902823</c:v>
                </c:pt>
                <c:pt idx="186">
                  <c:v>69.95047331241</c:v>
                </c:pt>
                <c:pt idx="187">
                  <c:v>69.8447975966</c:v>
                </c:pt>
                <c:pt idx="188">
                  <c:v>69.73912188078</c:v>
                </c:pt>
                <c:pt idx="189">
                  <c:v>69.63344616496</c:v>
                </c:pt>
                <c:pt idx="190">
                  <c:v>69.52777044914</c:v>
                </c:pt>
                <c:pt idx="191">
                  <c:v>69.42209473332</c:v>
                </c:pt>
                <c:pt idx="192">
                  <c:v>69.3164190175</c:v>
                </c:pt>
                <c:pt idx="193">
                  <c:v>69.21074330168</c:v>
                </c:pt>
                <c:pt idx="194">
                  <c:v>69.10506758586</c:v>
                </c:pt>
                <c:pt idx="195">
                  <c:v>68.99939187004</c:v>
                </c:pt>
                <c:pt idx="196">
                  <c:v>68.89371615422</c:v>
                </c:pt>
                <c:pt idx="197">
                  <c:v>68.7880404384</c:v>
                </c:pt>
                <c:pt idx="198">
                  <c:v>68.68236472258</c:v>
                </c:pt>
                <c:pt idx="199">
                  <c:v>68.57668900676</c:v>
                </c:pt>
                <c:pt idx="200">
                  <c:v>68.47101329094</c:v>
                </c:pt>
                <c:pt idx="201">
                  <c:v>68.36533757512</c:v>
                </c:pt>
                <c:pt idx="202">
                  <c:v>68.2596618593</c:v>
                </c:pt>
                <c:pt idx="203">
                  <c:v>68.15398614348</c:v>
                </c:pt>
                <c:pt idx="204">
                  <c:v>68.04831042766</c:v>
                </c:pt>
                <c:pt idx="205">
                  <c:v>67.94263471184</c:v>
                </c:pt>
                <c:pt idx="206">
                  <c:v>67.83695899602</c:v>
                </c:pt>
                <c:pt idx="207">
                  <c:v>67.7312832802</c:v>
                </c:pt>
                <c:pt idx="208">
                  <c:v>67.62560756438</c:v>
                </c:pt>
                <c:pt idx="209">
                  <c:v>67.51993184856</c:v>
                </c:pt>
                <c:pt idx="210">
                  <c:v>67.41425613274</c:v>
                </c:pt>
                <c:pt idx="211">
                  <c:v>67.30858041693</c:v>
                </c:pt>
                <c:pt idx="212">
                  <c:v>67.20290470111</c:v>
                </c:pt>
                <c:pt idx="213">
                  <c:v>67.09722898529</c:v>
                </c:pt>
                <c:pt idx="214">
                  <c:v>66.99155326947</c:v>
                </c:pt>
                <c:pt idx="215">
                  <c:v>66.88587755365</c:v>
                </c:pt>
                <c:pt idx="216">
                  <c:v>66.78020183783</c:v>
                </c:pt>
                <c:pt idx="217">
                  <c:v>66.67452612201</c:v>
                </c:pt>
                <c:pt idx="218">
                  <c:v>66.56885040619</c:v>
                </c:pt>
                <c:pt idx="219">
                  <c:v>66.46317469037</c:v>
                </c:pt>
                <c:pt idx="220">
                  <c:v>66.35749897455</c:v>
                </c:pt>
                <c:pt idx="221">
                  <c:v>66.25182325873</c:v>
                </c:pt>
                <c:pt idx="222">
                  <c:v>66.14614754291</c:v>
                </c:pt>
                <c:pt idx="223">
                  <c:v>66.04047182709</c:v>
                </c:pt>
                <c:pt idx="224">
                  <c:v>65.93479611127</c:v>
                </c:pt>
                <c:pt idx="225">
                  <c:v>65.82912039545</c:v>
                </c:pt>
                <c:pt idx="226">
                  <c:v>65.72344467963</c:v>
                </c:pt>
                <c:pt idx="227">
                  <c:v>65.61776896381</c:v>
                </c:pt>
                <c:pt idx="228">
                  <c:v>65.51209324799</c:v>
                </c:pt>
                <c:pt idx="229">
                  <c:v>65.40641753217</c:v>
                </c:pt>
                <c:pt idx="230">
                  <c:v>65.30074181635</c:v>
                </c:pt>
                <c:pt idx="231">
                  <c:v>65.19506610053</c:v>
                </c:pt>
                <c:pt idx="232">
                  <c:v>65.08939038471</c:v>
                </c:pt>
                <c:pt idx="233">
                  <c:v>64.98371466889</c:v>
                </c:pt>
                <c:pt idx="234">
                  <c:v>64.87803895307</c:v>
                </c:pt>
                <c:pt idx="235">
                  <c:v>64.77236323726</c:v>
                </c:pt>
                <c:pt idx="236">
                  <c:v>64.66668752144</c:v>
                </c:pt>
                <c:pt idx="237">
                  <c:v>64.56101180562</c:v>
                </c:pt>
                <c:pt idx="238">
                  <c:v>64.4553360898</c:v>
                </c:pt>
                <c:pt idx="239">
                  <c:v>64.34966037398</c:v>
                </c:pt>
                <c:pt idx="240">
                  <c:v>64.24398465816</c:v>
                </c:pt>
                <c:pt idx="241">
                  <c:v>64.13830894234</c:v>
                </c:pt>
                <c:pt idx="242">
                  <c:v>64.03263322652</c:v>
                </c:pt>
                <c:pt idx="243">
                  <c:v>63.9269575107</c:v>
                </c:pt>
                <c:pt idx="244">
                  <c:v>63.82128179488</c:v>
                </c:pt>
                <c:pt idx="245">
                  <c:v>63.71560607906</c:v>
                </c:pt>
                <c:pt idx="246">
                  <c:v>63.60993036324</c:v>
                </c:pt>
                <c:pt idx="247">
                  <c:v>63.50425464742</c:v>
                </c:pt>
                <c:pt idx="248">
                  <c:v>63.3985789316</c:v>
                </c:pt>
                <c:pt idx="249">
                  <c:v>63.29290321578</c:v>
                </c:pt>
                <c:pt idx="250">
                  <c:v>63.18722749996</c:v>
                </c:pt>
                <c:pt idx="251">
                  <c:v>63.08155178414</c:v>
                </c:pt>
                <c:pt idx="252">
                  <c:v>62.97587606832</c:v>
                </c:pt>
                <c:pt idx="253">
                  <c:v>62.8702003525</c:v>
                </c:pt>
                <c:pt idx="254">
                  <c:v>62.76452463668</c:v>
                </c:pt>
                <c:pt idx="255">
                  <c:v>62.65884892086</c:v>
                </c:pt>
                <c:pt idx="256">
                  <c:v>62.65884892086</c:v>
                </c:pt>
              </c:numCache>
            </c:numRef>
          </c:yVal>
        </c:ser>
        <c:ser>
          <c:idx val="2"/>
          <c:order val="2"/>
          <c:tx>
            <c:v>C1.3</c:v>
          </c:tx>
          <c:spPr>
            <a:solidFill>
              <a:srgbClr val="2CA02C"/>
            </a:solidFill>
            <a:ln w="23813">
              <a:solidFill>
                <a:srgbClr val="2CA02C"/>
              </a:solidFill>
            </a:ln>
          </c:spPr>
          <c:marker>
            <c:symbol val="none"/>
          </c:marker>
          <c:xVal>
            <c:numRef>
              <c:f>'Chart Data'!$E$2:$E$258</c:f>
              <c:numCache>
                <c:formatCode>General</c:formatCode>
                <c:ptCount val="257"/>
                <c:pt idx="0">
                  <c:v>1.889499200584</c:v>
                </c:pt>
                <c:pt idx="1">
                  <c:v>1.8879486887</c:v>
                </c:pt>
                <c:pt idx="2">
                  <c:v>1.88645388622</c:v>
                </c:pt>
                <c:pt idx="3">
                  <c:v>1.885005611096</c:v>
                </c:pt>
                <c:pt idx="4">
                  <c:v>1.883593532048</c:v>
                </c:pt>
                <c:pt idx="5">
                  <c:v>1.882206247283</c:v>
                </c:pt>
                <c:pt idx="6">
                  <c:v>1.880831378415</c:v>
                </c:pt>
                <c:pt idx="7">
                  <c:v>1.879455678826</c:v>
                </c:pt>
                <c:pt idx="8">
                  <c:v>1.878065155463</c:v>
                </c:pt>
                <c:pt idx="9">
                  <c:v>1.876645202889</c:v>
                </c:pt>
                <c:pt idx="10">
                  <c:v>1.87518074819</c:v>
                </c:pt>
                <c:pt idx="11">
                  <c:v>1.873656405201</c:v>
                </c:pt>
                <c:pt idx="12">
                  <c:v>1.872056636319</c:v>
                </c:pt>
                <c:pt idx="13">
                  <c:v>1.87036592009</c:v>
                </c:pt>
                <c:pt idx="14">
                  <c:v>1.868568922604</c:v>
                </c:pt>
                <c:pt idx="15">
                  <c:v>1.866650670682</c:v>
                </c:pt>
                <c:pt idx="16">
                  <c:v>1.864596724773</c:v>
                </c:pt>
                <c:pt idx="17">
                  <c:v>1.862393349462</c:v>
                </c:pt>
                <c:pt idx="18">
                  <c:v>1.860027679478</c:v>
                </c:pt>
                <c:pt idx="19">
                  <c:v>1.857487879143</c:v>
                </c:pt>
                <c:pt idx="20">
                  <c:v>1.854763293241</c:v>
                </c:pt>
                <c:pt idx="21">
                  <c:v>1.851844587397</c:v>
                </c:pt>
                <c:pt idx="22">
                  <c:v>1.848723876133</c:v>
                </c:pt>
                <c:pt idx="23">
                  <c:v>1.845394836954</c:v>
                </c:pt>
                <c:pt idx="24">
                  <c:v>1.841852808919</c:v>
                </c:pt>
                <c:pt idx="25">
                  <c:v>1.838094874379</c:v>
                </c:pt>
                <c:pt idx="26">
                  <c:v>1.834119922735</c:v>
                </c:pt>
                <c:pt idx="27">
                  <c:v>1.82992869528</c:v>
                </c:pt>
                <c:pt idx="28">
                  <c:v>1.825523810434</c:v>
                </c:pt>
                <c:pt idx="29">
                  <c:v>1.820909768876</c:v>
                </c:pt>
                <c:pt idx="30">
                  <c:v>1.816092938365</c:v>
                </c:pt>
                <c:pt idx="31">
                  <c:v>1.811081518232</c:v>
                </c:pt>
                <c:pt idx="32">
                  <c:v>1.805885483807</c:v>
                </c:pt>
                <c:pt idx="33">
                  <c:v>1.80051651126</c:v>
                </c:pt>
                <c:pt idx="34">
                  <c:v>1.79498788358</c:v>
                </c:pt>
                <c:pt idx="35">
                  <c:v>1.789314378631</c:v>
                </c:pt>
                <c:pt idx="36">
                  <c:v>1.783512140434</c:v>
                </c:pt>
                <c:pt idx="37">
                  <c:v>1.777598535045</c:v>
                </c:pt>
                <c:pt idx="38">
                  <c:v>1.77159199253</c:v>
                </c:pt>
                <c:pt idx="39">
                  <c:v>1.765511836765</c:v>
                </c:pt>
                <c:pt idx="40">
                  <c:v>1.759378104869</c:v>
                </c:pt>
                <c:pt idx="41">
                  <c:v>1.753211358251</c:v>
                </c:pt>
                <c:pt idx="42">
                  <c:v>1.747032487301</c:v>
                </c:pt>
                <c:pt idx="43">
                  <c:v>1.740862511871</c:v>
                </c:pt>
                <c:pt idx="44">
                  <c:v>1.734722379707</c:v>
                </c:pt>
                <c:pt idx="45">
                  <c:v>1.728632765037</c:v>
                </c:pt>
                <c:pt idx="46">
                  <c:v>1.722613869504</c:v>
                </c:pt>
                <c:pt idx="47">
                  <c:v>1.716685227618</c:v>
                </c:pt>
                <c:pt idx="48">
                  <c:v>1.710865518836</c:v>
                </c:pt>
                <c:pt idx="49">
                  <c:v>1.705172388323</c:v>
                </c:pt>
                <c:pt idx="50">
                  <c:v>1.699622278327</c:v>
                </c:pt>
                <c:pt idx="51">
                  <c:v>1.694230272008</c:v>
                </c:pt>
                <c:pt idx="52">
                  <c:v>1.689009951405</c:v>
                </c:pt>
                <c:pt idx="53">
                  <c:v>1.683973271081</c:v>
                </c:pt>
                <c:pt idx="54">
                  <c:v>1.67913044882</c:v>
                </c:pt>
                <c:pt idx="55">
                  <c:v>1.674489874546</c:v>
                </c:pt>
                <c:pt idx="56">
                  <c:v>1.670058038481</c:v>
                </c:pt>
                <c:pt idx="57">
                  <c:v>1.66583947931</c:v>
                </c:pt>
                <c:pt idx="58">
                  <c:v>1.661836752947</c:v>
                </c:pt>
                <c:pt idx="59">
                  <c:v>1.658050422273</c:v>
                </c:pt>
                <c:pt idx="60">
                  <c:v>1.654479067992</c:v>
                </c:pt>
                <c:pt idx="61">
                  <c:v>1.651119320553</c:v>
                </c:pt>
                <c:pt idx="62">
                  <c:v>1.647965912875</c:v>
                </c:pt>
                <c:pt idx="63">
                  <c:v>1.645011753377</c:v>
                </c:pt>
                <c:pt idx="64">
                  <c:v>1.642248018665</c:v>
                </c:pt>
                <c:pt idx="65">
                  <c:v>1.639664264987</c:v>
                </c:pt>
                <c:pt idx="66">
                  <c:v>1.637248557409</c:v>
                </c:pt>
                <c:pt idx="67">
                  <c:v>1.634987615498</c:v>
                </c:pt>
                <c:pt idx="68">
                  <c:v>1.632866974122</c:v>
                </c:pt>
                <c:pt idx="69">
                  <c:v>1.630871157848</c:v>
                </c:pt>
                <c:pt idx="70">
                  <c:v>1.628983867275</c:v>
                </c:pt>
                <c:pt idx="71">
                  <c:v>1.627188175524</c:v>
                </c:pt>
                <c:pt idx="72">
                  <c:v>1.625466733026</c:v>
                </c:pt>
                <c:pt idx="73">
                  <c:v>1.623801978623</c:v>
                </c:pt>
                <c:pt idx="74">
                  <c:v>1.622176354975</c:v>
                </c:pt>
                <c:pt idx="75">
                  <c:v>1.620572526173</c:v>
                </c:pt>
                <c:pt idx="76">
                  <c:v>1.618973595453</c:v>
                </c:pt>
                <c:pt idx="77">
                  <c:v>1.617363320865</c:v>
                </c:pt>
                <c:pt idx="78">
                  <c:v>1.615726326764</c:v>
                </c:pt>
                <c:pt idx="79">
                  <c:v>1.614048308994</c:v>
                </c:pt>
                <c:pt idx="80">
                  <c:v>1.612316231677</c:v>
                </c:pt>
                <c:pt idx="81">
                  <c:v>1.610518513564</c:v>
                </c:pt>
                <c:pt idx="82">
                  <c:v>1.608645201971</c:v>
                </c:pt>
                <c:pt idx="83">
                  <c:v>1.606688132411</c:v>
                </c:pt>
                <c:pt idx="84">
                  <c:v>1.604641072124</c:v>
                </c:pt>
                <c:pt idx="85">
                  <c:v>1.602499845844</c:v>
                </c:pt>
                <c:pt idx="86">
                  <c:v>1.600262442254</c:v>
                </c:pt>
                <c:pt idx="87">
                  <c:v>1.597929099753</c:v>
                </c:pt>
                <c:pt idx="88">
                  <c:v>1.59550237031</c:v>
                </c:pt>
                <c:pt idx="89">
                  <c:v>1.592987160383</c:v>
                </c:pt>
                <c:pt idx="90">
                  <c:v>1.590390748057</c:v>
                </c:pt>
                <c:pt idx="91">
                  <c:v>1.587722775791</c:v>
                </c:pt>
                <c:pt idx="92">
                  <c:v>1.584995218386</c:v>
                </c:pt>
                <c:pt idx="93">
                  <c:v>1.582222325997</c:v>
                </c:pt>
                <c:pt idx="94">
                  <c:v>1.579420542318</c:v>
                </c:pt>
                <c:pt idx="95">
                  <c:v>1.576608398256</c:v>
                </c:pt>
                <c:pt idx="96">
                  <c:v>1.57380638173</c:v>
                </c:pt>
                <c:pt idx="97">
                  <c:v>1.571036784457</c:v>
                </c:pt>
                <c:pt idx="98">
                  <c:v>1.568323526877</c:v>
                </c:pt>
                <c:pt idx="99">
                  <c:v>1.56569196261</c:v>
                </c:pt>
                <c:pt idx="100">
                  <c:v>1.563168664106</c:v>
                </c:pt>
                <c:pt idx="101">
                  <c:v>1.560781191392</c:v>
                </c:pt>
                <c:pt idx="102">
                  <c:v>1.558557846049</c:v>
                </c:pt>
                <c:pt idx="103">
                  <c:v>1.556527412762</c:v>
                </c:pt>
                <c:pt idx="104">
                  <c:v>1.554718890992</c:v>
                </c:pt>
                <c:pt idx="105">
                  <c:v>1.553161219466</c:v>
                </c:pt>
                <c:pt idx="106">
                  <c:v>1.55188299635</c:v>
                </c:pt>
                <c:pt idx="107">
                  <c:v>1.550912198035</c:v>
                </c:pt>
                <c:pt idx="108">
                  <c:v>1.550275899602</c:v>
                </c:pt>
                <c:pt idx="109">
                  <c:v>1.55</c:v>
                </c:pt>
                <c:pt idx="110">
                  <c:v>1.550108955027</c:v>
                </c:pt>
                <c:pt idx="111">
                  <c:v>1.550625521131</c:v>
                </c:pt>
                <c:pt idx="112">
                  <c:v>1.551570512976</c:v>
                </c:pt>
                <c:pt idx="113">
                  <c:v>1.552962577603</c:v>
                </c:pt>
                <c:pt idx="114">
                  <c:v>1.554817987827</c:v>
                </c:pt>
                <c:pt idx="115">
                  <c:v>1.557150457351</c:v>
                </c:pt>
                <c:pt idx="116">
                  <c:v>1.559970979799</c:v>
                </c:pt>
                <c:pt idx="117">
                  <c:v>1.563287693622</c:v>
                </c:pt>
                <c:pt idx="118">
                  <c:v>1.567105774514</c:v>
                </c:pt>
                <c:pt idx="119">
                  <c:v>1.571427356662</c:v>
                </c:pt>
                <c:pt idx="120">
                  <c:v>1.576251483783</c:v>
                </c:pt>
                <c:pt idx="121">
                  <c:v>1.581574090541</c:v>
                </c:pt>
                <c:pt idx="122">
                  <c:v>1.587388014562</c:v>
                </c:pt>
                <c:pt idx="123">
                  <c:v>1.593683038885</c:v>
                </c:pt>
                <c:pt idx="124">
                  <c:v>1.600445964268</c:v>
                </c:pt>
                <c:pt idx="125">
                  <c:v>1.607660710449</c:v>
                </c:pt>
                <c:pt idx="126">
                  <c:v>1.615308445047</c:v>
                </c:pt>
                <c:pt idx="127">
                  <c:v>1.623367738464</c:v>
                </c:pt>
                <c:pt idx="128">
                  <c:v>2.376632261536</c:v>
                </c:pt>
                <c:pt idx="129">
                  <c:v>2.384691554953</c:v>
                </c:pt>
                <c:pt idx="130">
                  <c:v>2.392339289551</c:v>
                </c:pt>
                <c:pt idx="131">
                  <c:v>2.399554035732</c:v>
                </c:pt>
                <c:pt idx="132">
                  <c:v>2.406316961115</c:v>
                </c:pt>
                <c:pt idx="133">
                  <c:v>2.412611985438</c:v>
                </c:pt>
                <c:pt idx="134">
                  <c:v>2.418425909459</c:v>
                </c:pt>
                <c:pt idx="135">
                  <c:v>2.423748516217</c:v>
                </c:pt>
                <c:pt idx="136">
                  <c:v>2.428572643338</c:v>
                </c:pt>
                <c:pt idx="137">
                  <c:v>2.432894225486</c:v>
                </c:pt>
                <c:pt idx="138">
                  <c:v>2.436712306378</c:v>
                </c:pt>
                <c:pt idx="139">
                  <c:v>2.440029020201</c:v>
                </c:pt>
                <c:pt idx="140">
                  <c:v>2.442849542649</c:v>
                </c:pt>
                <c:pt idx="141">
                  <c:v>2.445182012173</c:v>
                </c:pt>
                <c:pt idx="142">
                  <c:v>2.447037422397</c:v>
                </c:pt>
                <c:pt idx="143">
                  <c:v>2.448429487024</c:v>
                </c:pt>
                <c:pt idx="144">
                  <c:v>2.449374478869</c:v>
                </c:pt>
                <c:pt idx="145">
                  <c:v>2.449891044973</c:v>
                </c:pt>
                <c:pt idx="146">
                  <c:v>2.45</c:v>
                </c:pt>
                <c:pt idx="147">
                  <c:v>2.449724100398</c:v>
                </c:pt>
                <c:pt idx="148">
                  <c:v>2.449087801965</c:v>
                </c:pt>
                <c:pt idx="149">
                  <c:v>2.44811700365</c:v>
                </c:pt>
                <c:pt idx="150">
                  <c:v>2.446838780534</c:v>
                </c:pt>
                <c:pt idx="151">
                  <c:v>2.445281109008</c:v>
                </c:pt>
                <c:pt idx="152">
                  <c:v>2.443472587238</c:v>
                </c:pt>
                <c:pt idx="153">
                  <c:v>2.441442153951</c:v>
                </c:pt>
                <c:pt idx="154">
                  <c:v>2.439218808608</c:v>
                </c:pt>
                <c:pt idx="155">
                  <c:v>2.436831335894</c:v>
                </c:pt>
                <c:pt idx="156">
                  <c:v>2.43430803739</c:v>
                </c:pt>
                <c:pt idx="157">
                  <c:v>2.431676473123</c:v>
                </c:pt>
                <c:pt idx="158">
                  <c:v>2.428963215543</c:v>
                </c:pt>
                <c:pt idx="159">
                  <c:v>2.42619361827</c:v>
                </c:pt>
                <c:pt idx="160">
                  <c:v>2.423391601744</c:v>
                </c:pt>
                <c:pt idx="161">
                  <c:v>2.420579457682</c:v>
                </c:pt>
                <c:pt idx="162">
                  <c:v>2.417777674003</c:v>
                </c:pt>
                <c:pt idx="163">
                  <c:v>2.415004781614</c:v>
                </c:pt>
                <c:pt idx="164">
                  <c:v>2.412277224209</c:v>
                </c:pt>
                <c:pt idx="165">
                  <c:v>2.409609251943</c:v>
                </c:pt>
                <c:pt idx="166">
                  <c:v>2.407012839617</c:v>
                </c:pt>
                <c:pt idx="167">
                  <c:v>2.40449762969</c:v>
                </c:pt>
                <c:pt idx="168">
                  <c:v>2.402070900247</c:v>
                </c:pt>
                <c:pt idx="169">
                  <c:v>2.399737557746</c:v>
                </c:pt>
                <c:pt idx="170">
                  <c:v>2.397500154156</c:v>
                </c:pt>
                <c:pt idx="171">
                  <c:v>2.395358927876</c:v>
                </c:pt>
                <c:pt idx="172">
                  <c:v>2.393311867589</c:v>
                </c:pt>
                <c:pt idx="173">
                  <c:v>2.391354798029</c:v>
                </c:pt>
                <c:pt idx="174">
                  <c:v>2.389481486436</c:v>
                </c:pt>
                <c:pt idx="175">
                  <c:v>2.387683768323</c:v>
                </c:pt>
                <c:pt idx="176">
                  <c:v>2.385951691006</c:v>
                </c:pt>
                <c:pt idx="177">
                  <c:v>2.384273673236</c:v>
                </c:pt>
                <c:pt idx="178">
                  <c:v>2.382636679135</c:v>
                </c:pt>
                <c:pt idx="179">
                  <c:v>2.381026404547</c:v>
                </c:pt>
                <c:pt idx="180">
                  <c:v>2.379427473827</c:v>
                </c:pt>
                <c:pt idx="181">
                  <c:v>2.377823645025</c:v>
                </c:pt>
                <c:pt idx="182">
                  <c:v>2.376198021377</c:v>
                </c:pt>
                <c:pt idx="183">
                  <c:v>2.374533266974</c:v>
                </c:pt>
                <c:pt idx="184">
                  <c:v>2.372811824476</c:v>
                </c:pt>
                <c:pt idx="185">
                  <c:v>2.371016132725</c:v>
                </c:pt>
                <c:pt idx="186">
                  <c:v>2.369128842152</c:v>
                </c:pt>
                <c:pt idx="187">
                  <c:v>2.367133025878</c:v>
                </c:pt>
                <c:pt idx="188">
                  <c:v>2.365012384502</c:v>
                </c:pt>
                <c:pt idx="189">
                  <c:v>2.362751442591</c:v>
                </c:pt>
                <c:pt idx="190">
                  <c:v>2.360335735013</c:v>
                </c:pt>
                <c:pt idx="191">
                  <c:v>2.357751981335</c:v>
                </c:pt>
                <c:pt idx="192">
                  <c:v>2.354988246623</c:v>
                </c:pt>
                <c:pt idx="193">
                  <c:v>2.352034087125</c:v>
                </c:pt>
                <c:pt idx="194">
                  <c:v>2.348880679447</c:v>
                </c:pt>
                <c:pt idx="195">
                  <c:v>2.345520932008</c:v>
                </c:pt>
                <c:pt idx="196">
                  <c:v>2.341949577727</c:v>
                </c:pt>
                <c:pt idx="197">
                  <c:v>2.338163247053</c:v>
                </c:pt>
                <c:pt idx="198">
                  <c:v>2.33416052069</c:v>
                </c:pt>
                <c:pt idx="199">
                  <c:v>2.329941961519</c:v>
                </c:pt>
                <c:pt idx="200">
                  <c:v>2.325510125454</c:v>
                </c:pt>
                <c:pt idx="201">
                  <c:v>2.32086955118</c:v>
                </c:pt>
                <c:pt idx="202">
                  <c:v>2.316026728919</c:v>
                </c:pt>
                <c:pt idx="203">
                  <c:v>2.310990048595</c:v>
                </c:pt>
                <c:pt idx="204">
                  <c:v>2.305769727992</c:v>
                </c:pt>
                <c:pt idx="205">
                  <c:v>2.300377721673</c:v>
                </c:pt>
                <c:pt idx="206">
                  <c:v>2.294827611677</c:v>
                </c:pt>
                <c:pt idx="207">
                  <c:v>2.289134481164</c:v>
                </c:pt>
                <c:pt idx="208">
                  <c:v>2.283314772382</c:v>
                </c:pt>
                <c:pt idx="209">
                  <c:v>2.277386130496</c:v>
                </c:pt>
                <c:pt idx="210">
                  <c:v>2.271367234963</c:v>
                </c:pt>
                <c:pt idx="211">
                  <c:v>2.265277620293</c:v>
                </c:pt>
                <c:pt idx="212">
                  <c:v>2.259137488129</c:v>
                </c:pt>
                <c:pt idx="213">
                  <c:v>2.252967512699</c:v>
                </c:pt>
                <c:pt idx="214">
                  <c:v>2.246788641749</c:v>
                </c:pt>
                <c:pt idx="215">
                  <c:v>2.240621895131</c:v>
                </c:pt>
                <c:pt idx="216">
                  <c:v>2.234488163235</c:v>
                </c:pt>
                <c:pt idx="217">
                  <c:v>2.22840800747</c:v>
                </c:pt>
                <c:pt idx="218">
                  <c:v>2.222401464955</c:v>
                </c:pt>
                <c:pt idx="219">
                  <c:v>2.216487859566</c:v>
                </c:pt>
                <c:pt idx="220">
                  <c:v>2.210685621369</c:v>
                </c:pt>
                <c:pt idx="221">
                  <c:v>2.20501211642</c:v>
                </c:pt>
                <c:pt idx="222">
                  <c:v>2.19948348874</c:v>
                </c:pt>
                <c:pt idx="223">
                  <c:v>2.194114516193</c:v>
                </c:pt>
                <c:pt idx="224">
                  <c:v>2.188918481768</c:v>
                </c:pt>
                <c:pt idx="225">
                  <c:v>2.183907061635</c:v>
                </c:pt>
                <c:pt idx="226">
                  <c:v>2.179090231124</c:v>
                </c:pt>
                <c:pt idx="227">
                  <c:v>2.174476189566</c:v>
                </c:pt>
                <c:pt idx="228">
                  <c:v>2.17007130472</c:v>
                </c:pt>
                <c:pt idx="229">
                  <c:v>2.165880077265</c:v>
                </c:pt>
                <c:pt idx="230">
                  <c:v>2.161905125621</c:v>
                </c:pt>
                <c:pt idx="231">
                  <c:v>2.158147191081</c:v>
                </c:pt>
                <c:pt idx="232">
                  <c:v>2.154605163046</c:v>
                </c:pt>
                <c:pt idx="233">
                  <c:v>2.151276123867</c:v>
                </c:pt>
                <c:pt idx="234">
                  <c:v>2.148155412603</c:v>
                </c:pt>
                <c:pt idx="235">
                  <c:v>2.145236706759</c:v>
                </c:pt>
                <c:pt idx="236">
                  <c:v>2.142512120857</c:v>
                </c:pt>
                <c:pt idx="237">
                  <c:v>2.139972320522</c:v>
                </c:pt>
                <c:pt idx="238">
                  <c:v>2.137606650538</c:v>
                </c:pt>
                <c:pt idx="239">
                  <c:v>2.135403275227</c:v>
                </c:pt>
                <c:pt idx="240">
                  <c:v>2.133349329318</c:v>
                </c:pt>
                <c:pt idx="241">
                  <c:v>2.131431077396</c:v>
                </c:pt>
                <c:pt idx="242">
                  <c:v>2.12963407991</c:v>
                </c:pt>
                <c:pt idx="243">
                  <c:v>2.127943363681</c:v>
                </c:pt>
                <c:pt idx="244">
                  <c:v>2.126343594799</c:v>
                </c:pt>
                <c:pt idx="245">
                  <c:v>2.12481925181</c:v>
                </c:pt>
                <c:pt idx="246">
                  <c:v>2.123354797111</c:v>
                </c:pt>
                <c:pt idx="247">
                  <c:v>2.121934844537</c:v>
                </c:pt>
                <c:pt idx="248">
                  <c:v>2.120544321174</c:v>
                </c:pt>
                <c:pt idx="249">
                  <c:v>2.119168621585</c:v>
                </c:pt>
                <c:pt idx="250">
                  <c:v>2.117793752717</c:v>
                </c:pt>
                <c:pt idx="251">
                  <c:v>2.116406467952</c:v>
                </c:pt>
                <c:pt idx="252">
                  <c:v>2.114994388904</c:v>
                </c:pt>
                <c:pt idx="253">
                  <c:v>2.11354611378</c:v>
                </c:pt>
                <c:pt idx="254">
                  <c:v>2.1120513113</c:v>
                </c:pt>
                <c:pt idx="255">
                  <c:v>2.110500799416</c:v>
                </c:pt>
                <c:pt idx="256">
                  <c:v>1.889499200584</c:v>
                </c:pt>
              </c:numCache>
            </c:numRef>
          </c:xVal>
          <c:yVal>
            <c:numRef>
              <c:f>'Chart Data'!$F$2:$F$258</c:f>
              <c:numCache>
                <c:formatCode>0.0</c:formatCode>
                <c:ptCount val="257"/>
                <c:pt idx="0">
                  <c:v>72.87030930482</c:v>
                </c:pt>
                <c:pt idx="1">
                  <c:v>72.87771703531</c:v>
                </c:pt>
                <c:pt idx="2">
                  <c:v>72.88512476581</c:v>
                </c:pt>
                <c:pt idx="3">
                  <c:v>72.8925324963</c:v>
                </c:pt>
                <c:pt idx="4">
                  <c:v>72.8999402268</c:v>
                </c:pt>
                <c:pt idx="5">
                  <c:v>72.90734795729</c:v>
                </c:pt>
                <c:pt idx="6">
                  <c:v>72.91475568779</c:v>
                </c:pt>
                <c:pt idx="7">
                  <c:v>72.92216341828</c:v>
                </c:pt>
                <c:pt idx="8">
                  <c:v>72.92957114877</c:v>
                </c:pt>
                <c:pt idx="9">
                  <c:v>72.93697887927</c:v>
                </c:pt>
                <c:pt idx="10">
                  <c:v>72.94438660976</c:v>
                </c:pt>
                <c:pt idx="11">
                  <c:v>72.95179434026</c:v>
                </c:pt>
                <c:pt idx="12">
                  <c:v>72.95920207075</c:v>
                </c:pt>
                <c:pt idx="13">
                  <c:v>72.96660980124</c:v>
                </c:pt>
                <c:pt idx="14">
                  <c:v>72.97401753174</c:v>
                </c:pt>
                <c:pt idx="15">
                  <c:v>72.98142526223</c:v>
                </c:pt>
                <c:pt idx="16">
                  <c:v>72.98883299273</c:v>
                </c:pt>
                <c:pt idx="17">
                  <c:v>72.99624072322</c:v>
                </c:pt>
                <c:pt idx="18">
                  <c:v>73.00364845371</c:v>
                </c:pt>
                <c:pt idx="19">
                  <c:v>73.01105618421</c:v>
                </c:pt>
                <c:pt idx="20">
                  <c:v>73.0184639147</c:v>
                </c:pt>
                <c:pt idx="21">
                  <c:v>73.0258716452</c:v>
                </c:pt>
                <c:pt idx="22">
                  <c:v>73.03327937569</c:v>
                </c:pt>
                <c:pt idx="23">
                  <c:v>73.04068710619</c:v>
                </c:pt>
                <c:pt idx="24">
                  <c:v>73.04809483668</c:v>
                </c:pt>
                <c:pt idx="25">
                  <c:v>73.05550256717</c:v>
                </c:pt>
                <c:pt idx="26">
                  <c:v>73.06291029767</c:v>
                </c:pt>
                <c:pt idx="27">
                  <c:v>73.07031802816</c:v>
                </c:pt>
                <c:pt idx="28">
                  <c:v>73.07772575866</c:v>
                </c:pt>
                <c:pt idx="29">
                  <c:v>73.08513348915</c:v>
                </c:pt>
                <c:pt idx="30">
                  <c:v>73.09254121964</c:v>
                </c:pt>
                <c:pt idx="31">
                  <c:v>73.09994895014</c:v>
                </c:pt>
                <c:pt idx="32">
                  <c:v>73.10735668063</c:v>
                </c:pt>
                <c:pt idx="33">
                  <c:v>73.11476441113</c:v>
                </c:pt>
                <c:pt idx="34">
                  <c:v>73.12217214162</c:v>
                </c:pt>
                <c:pt idx="35">
                  <c:v>73.12957987211</c:v>
                </c:pt>
                <c:pt idx="36">
                  <c:v>73.13698760261</c:v>
                </c:pt>
                <c:pt idx="37">
                  <c:v>73.1443953331</c:v>
                </c:pt>
                <c:pt idx="38">
                  <c:v>73.1518030636</c:v>
                </c:pt>
                <c:pt idx="39">
                  <c:v>73.15921079409</c:v>
                </c:pt>
                <c:pt idx="40">
                  <c:v>73.16661852459</c:v>
                </c:pt>
                <c:pt idx="41">
                  <c:v>73.17402625508</c:v>
                </c:pt>
                <c:pt idx="42">
                  <c:v>73.18143398557</c:v>
                </c:pt>
                <c:pt idx="43">
                  <c:v>73.18884171607</c:v>
                </c:pt>
                <c:pt idx="44">
                  <c:v>73.19624944656</c:v>
                </c:pt>
                <c:pt idx="45">
                  <c:v>73.20365717706</c:v>
                </c:pt>
                <c:pt idx="46">
                  <c:v>73.21106490755</c:v>
                </c:pt>
                <c:pt idx="47">
                  <c:v>73.21847263804</c:v>
                </c:pt>
                <c:pt idx="48">
                  <c:v>73.22588036854</c:v>
                </c:pt>
                <c:pt idx="49">
                  <c:v>73.23328809903</c:v>
                </c:pt>
                <c:pt idx="50">
                  <c:v>73.24069582953</c:v>
                </c:pt>
                <c:pt idx="51">
                  <c:v>73.24810356002</c:v>
                </c:pt>
                <c:pt idx="52">
                  <c:v>73.25551129052</c:v>
                </c:pt>
                <c:pt idx="53">
                  <c:v>73.26291902101</c:v>
                </c:pt>
                <c:pt idx="54">
                  <c:v>73.2703267515</c:v>
                </c:pt>
                <c:pt idx="55">
                  <c:v>73.277734482</c:v>
                </c:pt>
                <c:pt idx="56">
                  <c:v>73.28514221249</c:v>
                </c:pt>
                <c:pt idx="57">
                  <c:v>73.29254994299</c:v>
                </c:pt>
                <c:pt idx="58">
                  <c:v>73.29995767348</c:v>
                </c:pt>
                <c:pt idx="59">
                  <c:v>73.30736540397</c:v>
                </c:pt>
                <c:pt idx="60">
                  <c:v>73.31477313447</c:v>
                </c:pt>
                <c:pt idx="61">
                  <c:v>73.32218086496</c:v>
                </c:pt>
                <c:pt idx="62">
                  <c:v>73.32958859546</c:v>
                </c:pt>
                <c:pt idx="63">
                  <c:v>73.33699632595</c:v>
                </c:pt>
                <c:pt idx="64">
                  <c:v>73.34440405644</c:v>
                </c:pt>
                <c:pt idx="65">
                  <c:v>73.35181178694</c:v>
                </c:pt>
                <c:pt idx="66">
                  <c:v>73.35921951743</c:v>
                </c:pt>
                <c:pt idx="67">
                  <c:v>73.36662724793</c:v>
                </c:pt>
                <c:pt idx="68">
                  <c:v>73.37403497842</c:v>
                </c:pt>
                <c:pt idx="69">
                  <c:v>73.38144270892</c:v>
                </c:pt>
                <c:pt idx="70">
                  <c:v>73.38885043941</c:v>
                </c:pt>
                <c:pt idx="71">
                  <c:v>73.3962581699</c:v>
                </c:pt>
                <c:pt idx="72">
                  <c:v>73.4036659004</c:v>
                </c:pt>
                <c:pt idx="73">
                  <c:v>73.41107363089</c:v>
                </c:pt>
                <c:pt idx="74">
                  <c:v>73.41848136139</c:v>
                </c:pt>
                <c:pt idx="75">
                  <c:v>73.42588909188</c:v>
                </c:pt>
                <c:pt idx="76">
                  <c:v>73.43329682237</c:v>
                </c:pt>
                <c:pt idx="77">
                  <c:v>73.44070455287</c:v>
                </c:pt>
                <c:pt idx="78">
                  <c:v>73.44811228336</c:v>
                </c:pt>
                <c:pt idx="79">
                  <c:v>73.45552001386</c:v>
                </c:pt>
                <c:pt idx="80">
                  <c:v>73.46292774435</c:v>
                </c:pt>
                <c:pt idx="81">
                  <c:v>73.47033547485</c:v>
                </c:pt>
                <c:pt idx="82">
                  <c:v>73.47774320534</c:v>
                </c:pt>
                <c:pt idx="83">
                  <c:v>73.48515093583</c:v>
                </c:pt>
                <c:pt idx="84">
                  <c:v>73.49255866633</c:v>
                </c:pt>
                <c:pt idx="85">
                  <c:v>73.49996639682</c:v>
                </c:pt>
                <c:pt idx="86">
                  <c:v>73.50737412732</c:v>
                </c:pt>
                <c:pt idx="87">
                  <c:v>73.51478185781</c:v>
                </c:pt>
                <c:pt idx="88">
                  <c:v>73.5221895883</c:v>
                </c:pt>
                <c:pt idx="89">
                  <c:v>73.5295973188</c:v>
                </c:pt>
                <c:pt idx="90">
                  <c:v>73.53700504929</c:v>
                </c:pt>
                <c:pt idx="91">
                  <c:v>73.54441277979</c:v>
                </c:pt>
                <c:pt idx="92">
                  <c:v>73.55182051028</c:v>
                </c:pt>
                <c:pt idx="93">
                  <c:v>73.55922824077</c:v>
                </c:pt>
                <c:pt idx="94">
                  <c:v>73.56663597127</c:v>
                </c:pt>
                <c:pt idx="95">
                  <c:v>73.57404370176</c:v>
                </c:pt>
                <c:pt idx="96">
                  <c:v>73.58145143226</c:v>
                </c:pt>
                <c:pt idx="97">
                  <c:v>73.58885916275</c:v>
                </c:pt>
                <c:pt idx="98">
                  <c:v>73.59626689325</c:v>
                </c:pt>
                <c:pt idx="99">
                  <c:v>73.60367462374</c:v>
                </c:pt>
                <c:pt idx="100">
                  <c:v>73.61108235423</c:v>
                </c:pt>
                <c:pt idx="101">
                  <c:v>73.61849008473</c:v>
                </c:pt>
                <c:pt idx="102">
                  <c:v>73.62589781522</c:v>
                </c:pt>
                <c:pt idx="103">
                  <c:v>73.63330554572</c:v>
                </c:pt>
                <c:pt idx="104">
                  <c:v>73.64071327621</c:v>
                </c:pt>
                <c:pt idx="105">
                  <c:v>73.6481210067</c:v>
                </c:pt>
                <c:pt idx="106">
                  <c:v>73.6555287372</c:v>
                </c:pt>
                <c:pt idx="107">
                  <c:v>73.66293646769</c:v>
                </c:pt>
                <c:pt idx="108">
                  <c:v>73.67034419819</c:v>
                </c:pt>
                <c:pt idx="109">
                  <c:v>73.67775192868</c:v>
                </c:pt>
                <c:pt idx="110">
                  <c:v>73.68515965917</c:v>
                </c:pt>
                <c:pt idx="111">
                  <c:v>73.69256738967</c:v>
                </c:pt>
                <c:pt idx="112">
                  <c:v>73.69997512016</c:v>
                </c:pt>
                <c:pt idx="113">
                  <c:v>73.70738285066</c:v>
                </c:pt>
                <c:pt idx="114">
                  <c:v>73.71479058115</c:v>
                </c:pt>
                <c:pt idx="115">
                  <c:v>73.72219831165</c:v>
                </c:pt>
                <c:pt idx="116">
                  <c:v>73.72960604214</c:v>
                </c:pt>
                <c:pt idx="117">
                  <c:v>73.73701377263</c:v>
                </c:pt>
                <c:pt idx="118">
                  <c:v>73.74442150313</c:v>
                </c:pt>
                <c:pt idx="119">
                  <c:v>73.75182923362</c:v>
                </c:pt>
                <c:pt idx="120">
                  <c:v>73.75923696412</c:v>
                </c:pt>
                <c:pt idx="121">
                  <c:v>73.76664469461</c:v>
                </c:pt>
                <c:pt idx="122">
                  <c:v>73.7740524251</c:v>
                </c:pt>
                <c:pt idx="123">
                  <c:v>73.7814601556</c:v>
                </c:pt>
                <c:pt idx="124">
                  <c:v>73.78886788609</c:v>
                </c:pt>
                <c:pt idx="125">
                  <c:v>73.79627561659</c:v>
                </c:pt>
                <c:pt idx="126">
                  <c:v>73.80368334708</c:v>
                </c:pt>
                <c:pt idx="127">
                  <c:v>73.81109107758</c:v>
                </c:pt>
                <c:pt idx="128">
                  <c:v>73.81109107758</c:v>
                </c:pt>
                <c:pt idx="129">
                  <c:v>73.80368334708</c:v>
                </c:pt>
                <c:pt idx="130">
                  <c:v>73.79627561659</c:v>
                </c:pt>
                <c:pt idx="131">
                  <c:v>73.78886788609</c:v>
                </c:pt>
                <c:pt idx="132">
                  <c:v>73.7814601556</c:v>
                </c:pt>
                <c:pt idx="133">
                  <c:v>73.7740524251</c:v>
                </c:pt>
                <c:pt idx="134">
                  <c:v>73.76664469461</c:v>
                </c:pt>
                <c:pt idx="135">
                  <c:v>73.75923696412</c:v>
                </c:pt>
                <c:pt idx="136">
                  <c:v>73.75182923362</c:v>
                </c:pt>
                <c:pt idx="137">
                  <c:v>73.74442150313</c:v>
                </c:pt>
                <c:pt idx="138">
                  <c:v>73.73701377263</c:v>
                </c:pt>
                <c:pt idx="139">
                  <c:v>73.72960604214</c:v>
                </c:pt>
                <c:pt idx="140">
                  <c:v>73.72219831165</c:v>
                </c:pt>
                <c:pt idx="141">
                  <c:v>73.71479058115</c:v>
                </c:pt>
                <c:pt idx="142">
                  <c:v>73.70738285066</c:v>
                </c:pt>
                <c:pt idx="143">
                  <c:v>73.69997512016</c:v>
                </c:pt>
                <c:pt idx="144">
                  <c:v>73.69256738967</c:v>
                </c:pt>
                <c:pt idx="145">
                  <c:v>73.68515965917</c:v>
                </c:pt>
                <c:pt idx="146">
                  <c:v>73.67775192868</c:v>
                </c:pt>
                <c:pt idx="147">
                  <c:v>73.67034419819</c:v>
                </c:pt>
                <c:pt idx="148">
                  <c:v>73.66293646769</c:v>
                </c:pt>
                <c:pt idx="149">
                  <c:v>73.6555287372</c:v>
                </c:pt>
                <c:pt idx="150">
                  <c:v>73.6481210067</c:v>
                </c:pt>
                <c:pt idx="151">
                  <c:v>73.64071327621</c:v>
                </c:pt>
                <c:pt idx="152">
                  <c:v>73.63330554572</c:v>
                </c:pt>
                <c:pt idx="153">
                  <c:v>73.62589781522</c:v>
                </c:pt>
                <c:pt idx="154">
                  <c:v>73.61849008473</c:v>
                </c:pt>
                <c:pt idx="155">
                  <c:v>73.61108235423</c:v>
                </c:pt>
                <c:pt idx="156">
                  <c:v>73.60367462374</c:v>
                </c:pt>
                <c:pt idx="157">
                  <c:v>73.59626689325</c:v>
                </c:pt>
                <c:pt idx="158">
                  <c:v>73.58885916275</c:v>
                </c:pt>
                <c:pt idx="159">
                  <c:v>73.58145143226</c:v>
                </c:pt>
                <c:pt idx="160">
                  <c:v>73.57404370176</c:v>
                </c:pt>
                <c:pt idx="161">
                  <c:v>73.56663597127</c:v>
                </c:pt>
                <c:pt idx="162">
                  <c:v>73.55922824077</c:v>
                </c:pt>
                <c:pt idx="163">
                  <c:v>73.55182051028</c:v>
                </c:pt>
                <c:pt idx="164">
                  <c:v>73.54441277979</c:v>
                </c:pt>
                <c:pt idx="165">
                  <c:v>73.53700504929</c:v>
                </c:pt>
                <c:pt idx="166">
                  <c:v>73.5295973188</c:v>
                </c:pt>
                <c:pt idx="167">
                  <c:v>73.5221895883</c:v>
                </c:pt>
                <c:pt idx="168">
                  <c:v>73.51478185781</c:v>
                </c:pt>
                <c:pt idx="169">
                  <c:v>73.50737412732</c:v>
                </c:pt>
                <c:pt idx="170">
                  <c:v>73.49996639682</c:v>
                </c:pt>
                <c:pt idx="171">
                  <c:v>73.49255866633</c:v>
                </c:pt>
                <c:pt idx="172">
                  <c:v>73.48515093583</c:v>
                </c:pt>
                <c:pt idx="173">
                  <c:v>73.47774320534</c:v>
                </c:pt>
                <c:pt idx="174">
                  <c:v>73.47033547485</c:v>
                </c:pt>
                <c:pt idx="175">
                  <c:v>73.46292774435</c:v>
                </c:pt>
                <c:pt idx="176">
                  <c:v>73.45552001386</c:v>
                </c:pt>
                <c:pt idx="177">
                  <c:v>73.44811228336</c:v>
                </c:pt>
                <c:pt idx="178">
                  <c:v>73.44070455287</c:v>
                </c:pt>
                <c:pt idx="179">
                  <c:v>73.43329682237</c:v>
                </c:pt>
                <c:pt idx="180">
                  <c:v>73.42588909188</c:v>
                </c:pt>
                <c:pt idx="181">
                  <c:v>73.41848136139</c:v>
                </c:pt>
                <c:pt idx="182">
                  <c:v>73.41107363089</c:v>
                </c:pt>
                <c:pt idx="183">
                  <c:v>73.4036659004</c:v>
                </c:pt>
                <c:pt idx="184">
                  <c:v>73.3962581699</c:v>
                </c:pt>
                <c:pt idx="185">
                  <c:v>73.38885043941</c:v>
                </c:pt>
                <c:pt idx="186">
                  <c:v>73.38144270892</c:v>
                </c:pt>
                <c:pt idx="187">
                  <c:v>73.37403497842</c:v>
                </c:pt>
                <c:pt idx="188">
                  <c:v>73.36662724793</c:v>
                </c:pt>
                <c:pt idx="189">
                  <c:v>73.35921951743</c:v>
                </c:pt>
                <c:pt idx="190">
                  <c:v>73.35181178694</c:v>
                </c:pt>
                <c:pt idx="191">
                  <c:v>73.34440405644</c:v>
                </c:pt>
                <c:pt idx="192">
                  <c:v>73.33699632595</c:v>
                </c:pt>
                <c:pt idx="193">
                  <c:v>73.32958859546</c:v>
                </c:pt>
                <c:pt idx="194">
                  <c:v>73.32218086496</c:v>
                </c:pt>
                <c:pt idx="195">
                  <c:v>73.31477313447</c:v>
                </c:pt>
                <c:pt idx="196">
                  <c:v>73.30736540397</c:v>
                </c:pt>
                <c:pt idx="197">
                  <c:v>73.29995767348</c:v>
                </c:pt>
                <c:pt idx="198">
                  <c:v>73.29254994299</c:v>
                </c:pt>
                <c:pt idx="199">
                  <c:v>73.28514221249</c:v>
                </c:pt>
                <c:pt idx="200">
                  <c:v>73.277734482</c:v>
                </c:pt>
                <c:pt idx="201">
                  <c:v>73.2703267515</c:v>
                </c:pt>
                <c:pt idx="202">
                  <c:v>73.26291902101</c:v>
                </c:pt>
                <c:pt idx="203">
                  <c:v>73.25551129052</c:v>
                </c:pt>
                <c:pt idx="204">
                  <c:v>73.24810356002</c:v>
                </c:pt>
                <c:pt idx="205">
                  <c:v>73.24069582953</c:v>
                </c:pt>
                <c:pt idx="206">
                  <c:v>73.23328809903</c:v>
                </c:pt>
                <c:pt idx="207">
                  <c:v>73.22588036854</c:v>
                </c:pt>
                <c:pt idx="208">
                  <c:v>73.21847263804</c:v>
                </c:pt>
                <c:pt idx="209">
                  <c:v>73.21106490755</c:v>
                </c:pt>
                <c:pt idx="210">
                  <c:v>73.20365717706</c:v>
                </c:pt>
                <c:pt idx="211">
                  <c:v>73.19624944656</c:v>
                </c:pt>
                <c:pt idx="212">
                  <c:v>73.18884171607</c:v>
                </c:pt>
                <c:pt idx="213">
                  <c:v>73.18143398557</c:v>
                </c:pt>
                <c:pt idx="214">
                  <c:v>73.17402625508</c:v>
                </c:pt>
                <c:pt idx="215">
                  <c:v>73.16661852459</c:v>
                </c:pt>
                <c:pt idx="216">
                  <c:v>73.15921079409</c:v>
                </c:pt>
                <c:pt idx="217">
                  <c:v>73.1518030636</c:v>
                </c:pt>
                <c:pt idx="218">
                  <c:v>73.1443953331</c:v>
                </c:pt>
                <c:pt idx="219">
                  <c:v>73.13698760261</c:v>
                </c:pt>
                <c:pt idx="220">
                  <c:v>73.12957987211</c:v>
                </c:pt>
                <c:pt idx="221">
                  <c:v>73.12217214162</c:v>
                </c:pt>
                <c:pt idx="222">
                  <c:v>73.11476441113</c:v>
                </c:pt>
                <c:pt idx="223">
                  <c:v>73.10735668063</c:v>
                </c:pt>
                <c:pt idx="224">
                  <c:v>73.09994895014</c:v>
                </c:pt>
                <c:pt idx="225">
                  <c:v>73.09254121964</c:v>
                </c:pt>
                <c:pt idx="226">
                  <c:v>73.08513348915</c:v>
                </c:pt>
                <c:pt idx="227">
                  <c:v>73.07772575866</c:v>
                </c:pt>
                <c:pt idx="228">
                  <c:v>73.07031802816</c:v>
                </c:pt>
                <c:pt idx="229">
                  <c:v>73.06291029767</c:v>
                </c:pt>
                <c:pt idx="230">
                  <c:v>73.05550256717</c:v>
                </c:pt>
                <c:pt idx="231">
                  <c:v>73.04809483668</c:v>
                </c:pt>
                <c:pt idx="232">
                  <c:v>73.04068710619</c:v>
                </c:pt>
                <c:pt idx="233">
                  <c:v>73.03327937569</c:v>
                </c:pt>
                <c:pt idx="234">
                  <c:v>73.0258716452</c:v>
                </c:pt>
                <c:pt idx="235">
                  <c:v>73.0184639147</c:v>
                </c:pt>
                <c:pt idx="236">
                  <c:v>73.01105618421</c:v>
                </c:pt>
                <c:pt idx="237">
                  <c:v>73.00364845371</c:v>
                </c:pt>
                <c:pt idx="238">
                  <c:v>72.99624072322</c:v>
                </c:pt>
                <c:pt idx="239">
                  <c:v>72.98883299273</c:v>
                </c:pt>
                <c:pt idx="240">
                  <c:v>72.98142526223</c:v>
                </c:pt>
                <c:pt idx="241">
                  <c:v>72.97401753174</c:v>
                </c:pt>
                <c:pt idx="242">
                  <c:v>72.96660980124</c:v>
                </c:pt>
                <c:pt idx="243">
                  <c:v>72.95920207075</c:v>
                </c:pt>
                <c:pt idx="244">
                  <c:v>72.95179434026</c:v>
                </c:pt>
                <c:pt idx="245">
                  <c:v>72.94438660976</c:v>
                </c:pt>
                <c:pt idx="246">
                  <c:v>72.93697887927</c:v>
                </c:pt>
                <c:pt idx="247">
                  <c:v>72.92957114877</c:v>
                </c:pt>
                <c:pt idx="248">
                  <c:v>72.92216341828</c:v>
                </c:pt>
                <c:pt idx="249">
                  <c:v>72.91475568779</c:v>
                </c:pt>
                <c:pt idx="250">
                  <c:v>72.90734795729</c:v>
                </c:pt>
                <c:pt idx="251">
                  <c:v>72.8999402268</c:v>
                </c:pt>
                <c:pt idx="252">
                  <c:v>72.8925324963</c:v>
                </c:pt>
                <c:pt idx="253">
                  <c:v>72.88512476581</c:v>
                </c:pt>
                <c:pt idx="254">
                  <c:v>72.87771703531</c:v>
                </c:pt>
                <c:pt idx="255">
                  <c:v>72.87030930482</c:v>
                </c:pt>
                <c:pt idx="256">
                  <c:v>72.87030930482</c:v>
                </c:pt>
              </c:numCache>
            </c:numRef>
          </c:yVal>
        </c:ser>
        <c:ser>
          <c:idx val="3"/>
          <c:order val="3"/>
          <c:tx>
            <c:v>Displayed models</c:v>
          </c:tx>
          <c:spPr>
            <a:solidFill>
              <a:srgbClr val="111111"/>
            </a:solidFill>
            <a:ln w="0">
              <a:noFill/>
            </a:ln>
          </c:spPr>
          <c:marker>
            <c:symbol val="circle"/>
            <c:size val="8"/>
            <c:spPr>
              <a:solidFill>
                <a:srgbClr val="111111"/>
              </a:solidFill>
              <a:ln w="9525">
                <a:solidFill>
                  <a:srgbClr val="111111"/>
                </a:solidFill>
              </a:ln>
            </c:spPr>
          </c:marker>
          <c:xVal>
            <c:numRef>
              <c:f>'Chart Data'!$G$2:$G$16</c:f>
              <c:numCache>
                <c:formatCode>General</c:formatCode>
                <c:ptCount val="15"/>
                <c:pt idx="0">
                  <c:v>-0.28</c:v>
                </c:pt>
                <c:pt idx="1">
                  <c:v>-0.14</c:v>
                </c:pt>
                <c:pt idx="2">
                  <c:v>0</c:v>
                </c:pt>
                <c:pt idx="3">
                  <c:v>0.14</c:v>
                </c:pt>
                <c:pt idx="4">
                  <c:v>0.28</c:v>
                </c:pt>
                <c:pt idx="5">
                  <c:v>0.72</c:v>
                </c:pt>
                <c:pt idx="6">
                  <c:v>0.86</c:v>
                </c:pt>
                <c:pt idx="7">
                  <c:v>1</c:v>
                </c:pt>
                <c:pt idx="8">
                  <c:v>1.14</c:v>
                </c:pt>
                <c:pt idx="9">
                  <c:v>1.28</c:v>
                </c:pt>
                <c:pt idx="10">
                  <c:v>1.72</c:v>
                </c:pt>
                <c:pt idx="11">
                  <c:v>1.86</c:v>
                </c:pt>
                <c:pt idx="12">
                  <c:v>2</c:v>
                </c:pt>
                <c:pt idx="13">
                  <c:v>2.14</c:v>
                </c:pt>
                <c:pt idx="14">
                  <c:v>2.28</c:v>
                </c:pt>
              </c:numCache>
            </c:numRef>
          </c:xVal>
          <c:yVal>
            <c:numRef>
              <c:f>'Chart Data'!$H$2:$H$16</c:f>
              <c:numCache>
                <c:formatCode>0.0</c:formatCode>
                <c:ptCount val="15"/>
                <c:pt idx="0">
                  <c:v>98.25490570068</c:v>
                </c:pt>
                <c:pt idx="1">
                  <c:v>98.22882843018</c:v>
                </c:pt>
                <c:pt idx="2">
                  <c:v>98.2227935791</c:v>
                </c:pt>
                <c:pt idx="3">
                  <c:v>98.22019958496</c:v>
                </c:pt>
                <c:pt idx="4">
                  <c:v>98.20045471191</c:v>
                </c:pt>
                <c:pt idx="5">
                  <c:v>76.07966482995</c:v>
                </c:pt>
                <c:pt idx="6">
                  <c:v>76.01516861007</c:v>
                </c:pt>
                <c:pt idx="7">
                  <c:v>75.74314386239</c:v>
                </c:pt>
                <c:pt idx="8">
                  <c:v>75.41161758188</c:v>
                </c:pt>
                <c:pt idx="9">
                  <c:v>75.27176395826</c:v>
                </c:pt>
                <c:pt idx="10">
                  <c:v>73.81109107758</c:v>
                </c:pt>
                <c:pt idx="11">
                  <c:v>73.7880833543</c:v>
                </c:pt>
                <c:pt idx="12">
                  <c:v>73.78522460541</c:v>
                </c:pt>
                <c:pt idx="13">
                  <c:v>73.76921783229</c:v>
                </c:pt>
                <c:pt idx="14">
                  <c:v>73.75076122686</c:v>
                </c:pt>
              </c:numCache>
            </c:numRef>
          </c:yVal>
        </c:ser>
        <c:axId val="48650112"/>
        <c:axId val="48672768"/>
      </c:scatterChart>
      <c:valAx>
        <c:axId val="48672768"/>
        <c:scaling>
          <c:orientation val="minMax"/>
          <c:max val="100"/>
          <c:min val="30"/>
        </c:scaling>
        <c:delete val="0"/>
        <c:axPos val="l"/>
        <c:majorGridlines>
          <c:spPr>
            <a:ln w="4763">
              <a:solidFill>
                <a:srgbClr val="EEEEEE"/>
              </a:solidFill>
            </a:ln>
          </c:spPr>
        </c:majorGridlines>
        <c:title>
          <c:tx>
            <c:rich>
              <a:bodyPr/>
              <a:lstStyle/>
              <a:p>
                <a:r>
                  <a:rPr sz="1500">
                    <a:solidFill>
                      <a:srgbClr val="222222"/>
                    </a:solidFill>
                    <a:latin typeface="DejaVu Sans"/>
                    <a:ea typeface="DejaVu Sans"/>
                    <a:cs typeface="DejaVu Sans"/>
                  </a:rPr>
                  <a:t>&lt;pLDDT&gt;</a:t>
                </a:r>
              </a:p>
            </c:rich>
          </c:tx>
          <c:overlay val="0"/>
          <c:txPr>
            <a:bodyPr anchorCtr="1"/>
            <a:lstStyle/>
            <a:p>
              <a:pPr>
                <a:defRPr sz="1500">
                  <a:solidFill>
                    <a:srgbClr val="222222"/>
                  </a:solidFill>
                  <a:latin typeface="DejaVu Sans"/>
                  <a:ea typeface="DejaVu Sans"/>
                  <a:cs typeface="DejaVu Sans"/>
                </a:defRPr>
              </a:pPr>
            </a:p>
          </c:txPr>
        </c:title>
        <c:numFmt formatCode="0.0"/>
        <c:majorTickMark val="none"/>
        <c:minorTickMark val="none"/>
        <c:spPr>
          <a:ln w="9525">
            <a:solidFill>
              <a:srgbClr val="D4D4D4"/>
            </a:solidFill>
            <a:prstDash val="solid"/>
          </a:ln>
        </c:spPr>
        <c:txPr>
          <a:bodyPr anchorCtr="1"/>
          <a:lstStyle/>
          <a:p>
            <a:pPr>
              <a:defRPr sz="1200">
                <a:solidFill>
                  <a:srgbClr val="222222"/>
                </a:solidFill>
                <a:latin typeface="DejaVu Sans"/>
                <a:ea typeface="DejaVu Sans"/>
                <a:cs typeface="DejaVu Sans"/>
              </a:defRPr>
            </a:pPr>
          </a:p>
        </c:txPr>
        <c:crossAx val="48650112"/>
        <c:crossesAt val="-0.65"/>
        <c:majorUnit val="5"/>
      </c:valAx>
      <c:valAx>
        <c:axId val="48650112"/>
        <c:scaling>
          <c:orientation val="minMax"/>
          <c:max val="2.65"/>
          <c:min val="-0.65"/>
        </c:scaling>
        <c:delete val="0"/>
        <c:axPos val="b"/>
        <c:numFmt formatCode="General"/>
        <c:majorTickMark val="none"/>
        <c:minorTickMark val="none"/>
        <c:tickLblPos val="none"/>
        <c:spPr>
          <a:ln w="9525">
            <a:solidFill>
              <a:srgbClr val="555555"/>
            </a:solidFill>
          </a:ln>
        </c:spPr>
        <c:txPr>
          <a:bodyPr anchorCtr="1"/>
          <a:lstStyle/>
          <a:p>
            <a:pPr>
              <a:defRPr>
                <a:solidFill>
                  <a:srgbClr val="666666"/>
                </a:solidFill>
              </a:defRPr>
            </a:pPr>
          </a:p>
        </c:txPr>
        <c:crossAx val="48672768"/>
        <c:crossesAt val="30"/>
      </c:valAx>
      <c:spPr>
        <a:solidFill>
          <a:srgbClr val="FFFFFF"/>
        </a:solidFill>
        <a:ln w="0">
          <a:noFill/>
        </a:ln>
      </c:spPr>
    </c:plotArea>
    <c:plotVisOnly val="1"/>
  </c:chart>
  <c:spPr>
    <a:solidFill>
      <a:srgbClr val="FFFFFF"/>
    </a:solidFill>
    <a:ln w="0">
      <a:noFill/>
    </a:ln>
  </c:spPr>
  <c:externalData r:id="rIdConfidenceData">
    <c:autoUpdate val="0"/>
  </c:externalData>
</c:chartSpace>
</file>

<file path=ppt/workflow_addition_18_workflow-pptx-ldikpxj_/notesMasters/_rels/notesMaster1.xml.rels><?xml version='1.0' encoding='utf-8'?>
<Relationships xmlns="http://schemas.openxmlformats.org/package/2006/relationships"><Relationship Type="http://schemas.openxmlformats.org/officeDocument/2006/relationships/theme" Target="theme/theme3.xml" Id="R43afb5b553e5443b" /></Relationships>
</file>

<file path=ppt/workflow_addition_18_workflow-pptx-ldikpxj_/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8_workflow-pptx-ldikpxj_/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8_workflow-pptx-ldikpxj_/notesSlides/_rels/notesSlide1.xml.rels><?xml version='1.0' encoding='utf-8'?>
<Relationships xmlns="http://schemas.openxmlformats.org/package/2006/relationships"><Relationship Type="http://schemas.openxmlformats.org/officeDocument/2006/relationships/slide" Target="../../slides/slide19.xml" Id="R39eecc5f1292477a" /><Relationship Type="http://schemas.openxmlformats.org/officeDocument/2006/relationships/notesMaster" Target="../notesMasters/notesMaster1.xml" Id="Reab54f5c22bc4f63" /></Relationships>
</file>

<file path=ppt/workflow_addition_18_workflow-pptx-ldikpxj_/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Bonsai: [{"points":[{"model":"SR215_bmr6366__AlphaFlowMD__0593","vertex":2,"x":0.33009802591514864,"y":0.6627811332539967,"radius_pixels":9.001028747788695,"sector":0,"sector_count":1},{"model":"SR215_bmr6366__AlphaFlowMD__0519","vertex":8,"x":0.4851255947833877,"y":0.8737727460861892,"radius_pixels":9.001028747788695,"sector":0,"sector_count":1},{"model":"SR215_bmr6366__AlphaFlowMD__0579","vertex":4,"x":0.3147214609031032,"y":0.8225519354921395,"radius_pixels":9.001028747788695,"sector":0,"sector_count":1},{"model":"SR215_bmr6366__AlphaFlowMD__0657","vertex":9,"x":0.6863260251304161,"y":0.9029069767441861,"radius_pixels":9.001028747788695,"sector":0,"sector_count":1},{"model":"SR215_bmr6366__AlphaFlowMD__0721","vertex":6,"x":0.39446951993194773,"y":0.8351689084840774,"radius_pixels":9.001028747788695,"sector":0,"sector_count":1},{"model":"SR215_bmr6366__SPEACHAF__0286","vertex":15,"x":0.50385757998121,"y":0.15910854191627188,"radius_pixels":9.001028747788695,"sector":0,"sector_count":1},{"model":"SR215_bmr6366__SPEACHAF__0961","vertex":18,"x":0.5011283680650291,"y":0.15678294573643403,"radius_pixels":9.001028747788695,"sector":0,"sector_count":1},{"model":"SR215_bmr6366__SPEACHAF__0336","vertex":16,"x":0.5031059523998411,"y":0.15929880426026624,"radius_pixels":9.001028747788695,"sector":0,"sector_count":1},{"model":"SR215_bmr6366__SPEACHAF__0386","vertex":13,"x":0.5041827341684615,"y":0.15967236379140248,"radius_pixels":9.001028747788695,"sector":0,"sector_count":1},{"model":"SR215_bmr6366__SPEACHAF__0436","vertex":11,"x":0.503864437949626,"y":0.15989024906652138,"radius_pixels":9.001028747788695,"sector":0,"sector_count":1},{"model":"SR215_bmr6366__SPEACHAF__0246","vertex":22,"x":0.49866557197920647,"y":0.157894857039165,"radius_pixels":9.001028747788695,"sector":0,"sector_count":1},{"model":"SR215_bmr6366__SPEACHAF__0146","vertex":24,"x":0.4946517468897071,"y":0.1574042449373295,"radius_pixels":9.001028747788695,"sector":0,"sector_count":1},{"model":"SR215_bmr6366__SPEACHAF__0096","vertex":21,"x":0.4990555481308462,"y":0.15791719835951312,"radius_pixels":9.001028747788695,"sector":0,"sector_count":1},{"model":"SR215_bmr6366__SPEACHAF__0446","vertex":19,"x":0.5001545768129627,"y":0.15822626980102739,"radius_pixels":9.001028747788695,"sector":0,"sector_count":1},{"model":"SR215_bmr6366__SPEACHAF__0396","vertex":23,"x":0.4982530567526442,"y":0.15784443507063625,"radius_pixels":9.001028747788695,"sector":0,"sector_count":1}],"labels":[],"group_labels":[{"group":"B1","box":[0.20635669144080815,0.702517735360955,0.6779395592247933,0.7592231617175441]},{"group":"B2","box":[0.23403460163325177,0.0931649729100015,0.7673493129926554,0.14987039926659063]}],"image":"[private source path] [B1]","x":0.6530777811580974,"y":0.9029069767441861},{"model":"SR215_bmr6366__AlphaFlowMD__0579","text":"C1.3 [B1]","x":0.6530777811580974,"y":0.8496124031007752},{"model":"SR215_bmr6366__AlphaFlowMD__0721","text":"C1.5 [B1]","x":0.6530777811580974,"y":0.7963178294573644},{"model":"SR215_bmr6366__AlphaFlowMD__0519","text":"C1.2 [B1]","x":0.6530777811580974,"y":0.7430232558139535},{"model":"SR215_bmr6366__AlphaFlowMD__0657","text":"C1.4 [B1]","x":0.6530777811580974,"y":0.6897286821705426},{"model":"SR215_bmr6366__SPEACHAF__0436","text":"C2.5 [B2]","x":0.6530777811580974,"y":0.6364341085271317},{"model":"SR215_bmr6366__SPEACHAF__0386","text":"C2.4 [B2]","x":0.6530777811580974,"y":0.5831395348837208},{"model":"SR215_bmr6366__SPEACHAF__0286","text":"C2.1 [B2]","x":0.6530777811580974,"y":0.52984496124031},{"model":"SR215_bmr6366__SPEACHAF__0961","text":"C2.2 [B2]","x":0.6530777811580974,"y":0.47655038759689916},{"model":"SR215_bmr6366__SPEACHAF__0336","text":"C2.3 [B2]","x":0.6530777811580974,"y":0.4232558139534884},{"model":"SR215_bmr6366__SPEACHAF__0096","text":"C3.3 [B2]","x":0.6530777811580974,"y":0.3699612403100775},{"model":"SR215_bmr6366__SPEACHAF__0446","text":"C3.4 [B2]","x":0.6530777811580974,"y":0.3166666666666667},{"model":"SR215_bmr6366__SPEACHAF__0246","text":"C3.1 [B2]","x":0.6530777811580974,"y":0.2633720930232557},{"model":"SR215_bmr6366__SPEACHAF__0146","text":"C3.2 [B2]","x":0.6530777811580974,"y":0.21007751937984492},{"model":"SR215_bmr6366__SPEACHAF__0396","text":"C3.5 [B2]","x":0.6530777811580974,"y":0.15678294573643403}],"group_labels":[],"image":"[private source path] dendrogram","layout":"ly_dendrogram_ladderized","sha256":"2029e8c576d4fe647b98912a18630a28c3323348689cc996160fadfadbac2cbf"}]</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8_workflow-pptx-ldikpxj_/slideLayouts/_rels/slideLayout1.xml.rels><?xml version='1.0' encoding='utf-8'?>
<Relationships xmlns="http://schemas.openxmlformats.org/package/2006/relationships"><Relationship Type="http://schemas.openxmlformats.org/officeDocument/2006/relationships/slideMaster" Target="../slideMasters/slideMaster1.xml" Id="R73165ac0960446e4" /></Relationships>
</file>

<file path=ppt/workflow_addition_18_workflow-pptx-ldikpxj_/slideLayouts/_rels/slideLayout2.xml.rels><?xml version='1.0' encoding='utf-8'?>
<Relationships xmlns="http://schemas.openxmlformats.org/package/2006/relationships"><Relationship Type="http://schemas.openxmlformats.org/officeDocument/2006/relationships/slideMaster" Target="../slideMasters/slideMaster1.xml" Id="Rb54aaf56b96d4319" /></Relationships>
</file>

<file path=ppt/workflow_addition_18_workflow-pptx-ldikpxj_/slideLayouts/_rels/slideLayout3.xml.rels><?xml version='1.0' encoding='utf-8'?>
<Relationships xmlns="http://schemas.openxmlformats.org/package/2006/relationships"><Relationship Type="http://schemas.openxmlformats.org/officeDocument/2006/relationships/slideMaster" Target="../slideMasters/slideMaster1.xml" Id="Rbfa5663e5b0b41b5" /></Relationships>
</file>

<file path=ppt/workflow_addition_18_workflow-pptx-ldikpxj_/slideLayouts/_rels/slideLayout4.xml.rels><?xml version='1.0' encoding='utf-8'?>
<Relationships xmlns="http://schemas.openxmlformats.org/package/2006/relationships"><Relationship Type="http://schemas.openxmlformats.org/officeDocument/2006/relationships/slideMaster" Target="../slideMasters/slideMaster1.xml" Id="R6fa0c0907ca542ae" /></Relationships>
</file>

<file path=ppt/workflow_addition_18_workflow-pptx-ldikpxj_/slideLayouts/_rels/slideLayout5.xml.rels><?xml version='1.0' encoding='utf-8'?>
<Relationships xmlns="http://schemas.openxmlformats.org/package/2006/relationships"><Relationship Type="http://schemas.openxmlformats.org/officeDocument/2006/relationships/slideMaster" Target="../slideMasters/slideMaster1.xml" Id="R888d4bc86aed44af" /></Relationships>
</file>

<file path=ppt/workflow_addition_18_workflow-pptx-ldikpxj_/slideLayouts/_rels/slideLayout6.xml.rels><?xml version='1.0' encoding='utf-8'?>
<Relationships xmlns="http://schemas.openxmlformats.org/package/2006/relationships"><Relationship Type="http://schemas.openxmlformats.org/officeDocument/2006/relationships/slideMaster" Target="../slideMasters/slideMaster1.xml" Id="Rbf542a791296417f" /></Relationships>
</file>

<file path=ppt/workflow_addition_18_workflow-pptx-ldikpxj_/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400F50-5244-42AE-B5F7-5BEF80CBF3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BD8D87-6B6F-4646-A6FD-8E4D36B27C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8_workflow-pptx-ldikpxj_/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21D2A1-15E8-4970-A244-8DD85DDB28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8_workflow-pptx-ldikpxj_/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41ACFD-D13A-455E-A31D-7112788107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D5291D-2CB1-4899-833E-30D3421F46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8_workflow-pptx-ldikpxj_/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E3C6D5-55C2-4F23-929B-15341D8952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E436E1-3CAC-445D-927C-9D682353E2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EA4AF5-38A5-4762-8953-705109EA75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8_workflow-pptx-ldikpxj_/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E8E7A-B7D1-4870-A87A-5A0AD79BD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63DA2B-40DD-4DBA-992B-EFF26F86D9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8_workflow-pptx-ldikpxj_/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8_workflow-pptx-ldikpxj_/slideMasters/_rels/slideMaster1.xml.rels><?xml version='1.0' encoding='utf-8'?>
<Relationships xmlns="http://schemas.openxmlformats.org/package/2006/relationships"><Relationship Type="http://schemas.openxmlformats.org/officeDocument/2006/relationships/theme" Target="theme/theme2.xml" Id="Rf5cbad0a90f44f6a" /><Relationship Type="http://schemas.openxmlformats.org/officeDocument/2006/relationships/slideLayout" Target="../slideLayouts/slideLayout1.xml" Id="R7612a8cd0a5940ba" /><Relationship Type="http://schemas.openxmlformats.org/officeDocument/2006/relationships/slideLayout" Target="../slideLayouts/slideLayout2.xml" Id="R4bd8ba9075494379" /><Relationship Type="http://schemas.openxmlformats.org/officeDocument/2006/relationships/slideLayout" Target="../slideLayouts/slideLayout3.xml" Id="R6987ca79d0df4fca" /><Relationship Type="http://schemas.openxmlformats.org/officeDocument/2006/relationships/slideLayout" Target="../slideLayouts/slideLayout4.xml" Id="R0b74017de9174801" /><Relationship Type="http://schemas.openxmlformats.org/officeDocument/2006/relationships/slideLayout" Target="../slideLayouts/slideLayout5.xml" Id="R5123a5708f3a46d4" /><Relationship Type="http://schemas.openxmlformats.org/officeDocument/2006/relationships/slideLayout" Target="../slideLayouts/slideLayout6.xml" Id="R796ed0360edf4934" /></Relationships>
</file>

<file path=ppt/workflow_addition_18_workflow-pptx-ldikpxj_/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12a8cd0a5940ba"/>
    <p:sldLayoutId xmlns:r="http://schemas.openxmlformats.org/officeDocument/2006/relationships" id="2147483650" r:id="R4bd8ba9075494379"/>
    <p:sldLayoutId xmlns:r="http://schemas.openxmlformats.org/officeDocument/2006/relationships" id="2147483651" r:id="R6987ca79d0df4fca"/>
    <p:sldLayoutId xmlns:r="http://schemas.openxmlformats.org/officeDocument/2006/relationships" id="2147483652" r:id="R0b74017de9174801"/>
    <p:sldLayoutId xmlns:r="http://schemas.openxmlformats.org/officeDocument/2006/relationships" id="2147483653" r:id="R5123a5708f3a46d4"/>
    <p:sldLayoutId xmlns:r="http://schemas.openxmlformats.org/officeDocument/2006/relationships" id="2147483654" r:id="R796ed0360edf49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8_workflow-pptx-ldikpxj_/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22</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2026-10-27T22:51:26.9290000Z</dcterms:created>
  <dcterms:modified xsi:type="dcterms:W3CDTF">2026-10-27T22:51:26.9290000Z</dcterms:modified>
</coreProperties>
</file>