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gif" ContentType="image/gif"/>
  <Override PartName="/ppt/domain_variance/slideMasters/slideMaster1.xml" ContentType="application/vnd.openxmlformats-officedocument.presentationml.slideMaster+xml"/>
  <Override PartName="/ppt/domain_variance/slideMasters/theme/theme2.xml" ContentType="application/vnd.openxmlformats-officedocument.theme+xml"/>
  <Override PartName="/ppt/domain_variance/slideLayouts/slideLayout1.xml" ContentType="application/vnd.openxmlformats-officedocument.presentationml.slideLayout+xml"/>
  <Override PartName="/ppt/domain_variance/slideLayouts/slideLayout2.xml" ContentType="application/vnd.openxmlformats-officedocument.presentationml.slideLayout+xml"/>
  <Override PartName="/ppt/domain_variance/slideLayouts/slideLayout3.xml" ContentType="application/vnd.openxmlformats-officedocument.presentationml.slideLayout+xml"/>
  <Override PartName="/ppt/domain_variance/slideLayouts/slideLayout4.xml" ContentType="application/vnd.openxmlformats-officedocument.presentationml.slideLayout+xml"/>
  <Override PartName="/ppt/domain_variance/slideLayouts/slideLayout5.xml" ContentType="application/vnd.openxmlformats-officedocument.presentationml.slideLayout+xml"/>
  <Override PartName="/ppt/domain_variance/slideLayouts/slideLayout6.xml" ContentType="application/vnd.openxmlformats-officedocument.presentationml.slideLayout+xml"/>
  <Override PartName="/ppt/domain_variance/notesMasters/notesMaster1.xml" ContentType="application/vnd.openxmlformats-officedocument.presentationml.notesMaster+xml"/>
  <Override PartName="/ppt/domain_variance/notesMasters/theme/theme3.xml" ContentType="application/vnd.openxmlformats-officedocument.theme+xml"/>
  <Override PartName="/ppt/slides/slide12.xml" ContentType="application/vnd.openxmlformats-officedocument.presentationml.slide+xml"/>
  <Override PartName="/ppt/domain_variance/notesSlides/notesSlide1.xml" ContentType="application/vnd.openxmlformats-officedocument.presentationml.notesSlide+xml"/>
  <Override PartName="/ppt/workflow_addition_12_workflow-pptx-wsax_km0/slideMasters/slideMaster1.xml" ContentType="application/vnd.openxmlformats-officedocument.presentationml.slideMaster+xml"/>
  <Override PartName="/ppt/workflow_addition_12_workflow-pptx-wsax_km0/slideMasters/theme/theme2.xml" ContentType="application/vnd.openxmlformats-officedocument.theme+xml"/>
  <Override PartName="/ppt/workflow_addition_12_workflow-pptx-wsax_km0/slideLayouts/slideLayout1.xml" ContentType="application/vnd.openxmlformats-officedocument.presentationml.slideLayout+xml"/>
  <Override PartName="/ppt/workflow_addition_12_workflow-pptx-wsax_km0/slideLayouts/slideLayout2.xml" ContentType="application/vnd.openxmlformats-officedocument.presentationml.slideLayout+xml"/>
  <Override PartName="/ppt/workflow_addition_12_workflow-pptx-wsax_km0/slideLayouts/slideLayout3.xml" ContentType="application/vnd.openxmlformats-officedocument.presentationml.slideLayout+xml"/>
  <Override PartName="/ppt/workflow_addition_12_workflow-pptx-wsax_km0/slideLayouts/slideLayout4.xml" ContentType="application/vnd.openxmlformats-officedocument.presentationml.slideLayout+xml"/>
  <Override PartName="/ppt/workflow_addition_12_workflow-pptx-wsax_km0/slideLayouts/slideLayout5.xml" ContentType="application/vnd.openxmlformats-officedocument.presentationml.slideLayout+xml"/>
  <Override PartName="/ppt/workflow_addition_12_workflow-pptx-wsax_km0/slideLayouts/slideLayout6.xml" ContentType="application/vnd.openxmlformats-officedocument.presentationml.slideLayout+xml"/>
  <Override PartName="/ppt/workflow_addition_12_workflow-pptx-wsax_km0/notesMasters/notesMaster1.xml" ContentType="application/vnd.openxmlformats-officedocument.presentationml.notesMaster+xml"/>
  <Override PartName="/ppt/workflow_addition_12_workflow-pptx-wsax_km0/notesMasters/theme/theme3.xml" ContentType="application/vnd.openxmlformats-officedocument.theme+xml"/>
  <Override PartName="/ppt/slides/slide13.xml" ContentType="application/vnd.openxmlformats-officedocument.presentationml.slide+xml"/>
  <Override PartName="/ppt/workflow_addition_12_workflow-pptx-wsax_km0/notesSlides/notesSlide1.xml" ContentType="application/vnd.openxmlformats-officedocument.presentationml.notesSlide+xml"/>
  <Override PartName="/ppt/workflow_addition_13_workflow-pptx-wsax_km0/slideMasters/slideMaster1.xml" ContentType="application/vnd.openxmlformats-officedocument.presentationml.slideMaster+xml"/>
  <Override PartName="/ppt/workflow_addition_13_workflow-pptx-wsax_km0/slideMasters/theme/theme2.xml" ContentType="application/vnd.openxmlformats-officedocument.theme+xml"/>
  <Override PartName="/ppt/workflow_addition_13_workflow-pptx-wsax_km0/slideLayouts/slideLayout1.xml" ContentType="application/vnd.openxmlformats-officedocument.presentationml.slideLayout+xml"/>
  <Override PartName="/ppt/workflow_addition_13_workflow-pptx-wsax_km0/slideLayouts/slideLayout2.xml" ContentType="application/vnd.openxmlformats-officedocument.presentationml.slideLayout+xml"/>
  <Override PartName="/ppt/workflow_addition_13_workflow-pptx-wsax_km0/slideLayouts/slideLayout3.xml" ContentType="application/vnd.openxmlformats-officedocument.presentationml.slideLayout+xml"/>
  <Override PartName="/ppt/workflow_addition_13_workflow-pptx-wsax_km0/slideLayouts/slideLayout4.xml" ContentType="application/vnd.openxmlformats-officedocument.presentationml.slideLayout+xml"/>
  <Override PartName="/ppt/workflow_addition_13_workflow-pptx-wsax_km0/slideLayouts/slideLayout5.xml" ContentType="application/vnd.openxmlformats-officedocument.presentationml.slideLayout+xml"/>
  <Override PartName="/ppt/workflow_addition_13_workflow-pptx-wsax_km0/slideLayouts/slideLayout6.xml" ContentType="application/vnd.openxmlformats-officedocument.presentationml.slideLayout+xml"/>
  <Override PartName="/ppt/workflow_addition_13_workflow-pptx-wsax_km0/notesMasters/notesMaster1.xml" ContentType="application/vnd.openxmlformats-officedocument.presentationml.notesMaster+xml"/>
  <Override PartName="/ppt/workflow_addition_13_workflow-pptx-wsax_km0/notesMasters/theme/theme3.xml" ContentType="application/vnd.openxmlformats-officedocument.theme+xml"/>
  <Override PartName="/ppt/slides/slide14.xml" ContentType="application/vnd.openxmlformats-officedocument.presentationml.slide+xml"/>
  <Override PartName="/ppt/workflow_addition_13_workflow-pptx-wsax_km0/slides/charts/chart1.xml" ContentType="application/vnd.openxmlformats-officedocument.drawingml.chart+xml"/>
  <Override PartName="/ppt/workflow_addition_13_workflow-pptx-wsax_km0/notesSlides/notesSlide1.xml" ContentType="application/vnd.openxmlformats-officedocument.presentationml.notesSlide+xml"/>
  <Override PartName="/ppt/workflow_addition_13_workflow-pptx-wsax_km0/embeddings/confidence-chart-1.xlsx" ContentType="application/vnd.openxmlformats-officedocument.spreadsheetml.sheet"/>
  <Override PartName="/ppt/tm_heatmap/slideMasters/slideMaster1.xml" ContentType="application/vnd.openxmlformats-officedocument.presentationml.slideMaster+xml"/>
  <Override PartName="/ppt/tm_heatmap/slideMasters/theme/theme2.xml" ContentType="application/vnd.openxmlformats-officedocument.theme+xml"/>
  <Override PartName="/ppt/tm_heatmap/slideLayouts/slideLayout1.xml" ContentType="application/vnd.openxmlformats-officedocument.presentationml.slideLayout+xml"/>
  <Override PartName="/ppt/tm_heatmap/slideLayouts/slideLayout2.xml" ContentType="application/vnd.openxmlformats-officedocument.presentationml.slideLayout+xml"/>
  <Override PartName="/ppt/tm_heatmap/slideLayouts/slideLayout3.xml" ContentType="application/vnd.openxmlformats-officedocument.presentationml.slideLayout+xml"/>
  <Override PartName="/ppt/tm_heatmap/slideLayouts/slideLayout4.xml" ContentType="application/vnd.openxmlformats-officedocument.presentationml.slideLayout+xml"/>
  <Override PartName="/ppt/tm_heatmap/slideLayouts/slideLayout5.xml" ContentType="application/vnd.openxmlformats-officedocument.presentationml.slideLayout+xml"/>
  <Override PartName="/ppt/tm_heatmap/slideLayouts/slideLayout6.xml" ContentType="application/vnd.openxmlformats-officedocument.presentationml.slideLayout+xml"/>
  <Override PartName="/ppt/tm_heatmap/notesMasters/notesMaster1.xml" ContentType="application/vnd.openxmlformats-officedocument.presentationml.notesMaster+xml"/>
  <Override PartName="/ppt/tm_heatmap/notesMasters/theme/theme3.xml" ContentType="application/vnd.openxmlformats-officedocument.theme+xml"/>
  <Override PartName="/ppt/slides/slide15.xml" ContentType="application/vnd.openxmlformats-officedocument.presentationml.slide+xml"/>
  <Override PartName="/ppt/tm_heatmap/notesSlides/notesSlide1.xml" ContentType="application/vnd.openxmlformats-officedocument.presentationml.notesSlide+xml"/>
  <Override PartName="/ppt/workflow_addition_15_workflow-pptx-m6msfi_3/slideMasters/slideMaster1.xml" ContentType="application/vnd.openxmlformats-officedocument.presentationml.slideMaster+xml"/>
  <Override PartName="/ppt/workflow_addition_15_workflow-pptx-m6msfi_3/slideMasters/theme/theme2.xml" ContentType="application/vnd.openxmlformats-officedocument.theme+xml"/>
  <Override PartName="/ppt/workflow_addition_15_workflow-pptx-m6msfi_3/slideLayouts/slideLayout1.xml" ContentType="application/vnd.openxmlformats-officedocument.presentationml.slideLayout+xml"/>
  <Override PartName="/ppt/workflow_addition_15_workflow-pptx-m6msfi_3/slideLayouts/slideLayout2.xml" ContentType="application/vnd.openxmlformats-officedocument.presentationml.slideLayout+xml"/>
  <Override PartName="/ppt/workflow_addition_15_workflow-pptx-m6msfi_3/slideLayouts/slideLayout3.xml" ContentType="application/vnd.openxmlformats-officedocument.presentationml.slideLayout+xml"/>
  <Override PartName="/ppt/workflow_addition_15_workflow-pptx-m6msfi_3/slideLayouts/slideLayout4.xml" ContentType="application/vnd.openxmlformats-officedocument.presentationml.slideLayout+xml"/>
  <Override PartName="/ppt/workflow_addition_15_workflow-pptx-m6msfi_3/slideLayouts/slideLayout5.xml" ContentType="application/vnd.openxmlformats-officedocument.presentationml.slideLayout+xml"/>
  <Override PartName="/ppt/workflow_addition_15_workflow-pptx-m6msfi_3/slideLayouts/slideLayout6.xml" ContentType="application/vnd.openxmlformats-officedocument.presentationml.slideLayout+xml"/>
  <Override PartName="/ppt/workflow_addition_15_workflow-pptx-m6msfi_3/notesMasters/notesMaster1.xml" ContentType="application/vnd.openxmlformats-officedocument.presentationml.notesMaster+xml"/>
  <Override PartName="/ppt/workflow_addition_15_workflow-pptx-m6msfi_3/notesMasters/theme/theme3.xml" ContentType="application/vnd.openxmlformats-officedocument.theme+xml"/>
  <Override PartName="/ppt/slides/slide16.xml" ContentType="application/vnd.openxmlformats-officedocument.presentationml.slide+xml"/>
  <Override PartName="/ppt/workflow_addition_15_workflow-pptx-m6msfi_3/notesSlides/notesSlide1.xml" ContentType="application/vnd.openxmlformats-officedocument.presentationml.notesSlide+xml"/>
  <Default Extension="bin" ContentType="application/vnd.openxmlformats-officedocument.presentationml.printerSettings"/>
  <Default Extension="jpeg" ContentType="image/jpeg"/>
  <Override PartName="/ppt/introduction_title/notesMasters/notesMaster1.xml" ContentType="application/vnd.openxmlformats-officedocument.presentationml.notesMaster+xml"/>
  <Override PartName="/ppt/introduction_title/notesSlides/notesSlide1.xml" ContentType="application/vnd.openxmlformats-officedocument.presentationml.notesSlide+xml"/>
  <Override PartName="/ppt/introduction_title/slideLayouts/slideLayout1.xml" ContentType="application/vnd.openxmlformats-officedocument.presentationml.slideLayout+xml"/>
  <Override PartName="/ppt/introduction_title/slideLayouts/slideLayout10.xml" ContentType="application/vnd.openxmlformats-officedocument.presentationml.slideLayout+xml"/>
  <Override PartName="/ppt/introduction_title/slideLayouts/slideLayout11.xml" ContentType="application/vnd.openxmlformats-officedocument.presentationml.slideLayout+xml"/>
  <Override PartName="/ppt/introduction_title/slideLayouts/slideLayout2.xml" ContentType="application/vnd.openxmlformats-officedocument.presentationml.slideLayout+xml"/>
  <Override PartName="/ppt/introduction_title/slideLayouts/slideLayout3.xml" ContentType="application/vnd.openxmlformats-officedocument.presentationml.slideLayout+xml"/>
  <Override PartName="/ppt/introduction_title/slideLayouts/slideLayout4.xml" ContentType="application/vnd.openxmlformats-officedocument.presentationml.slideLayout+xml"/>
  <Override PartName="/ppt/introduction_title/slideLayouts/slideLayout5.xml" ContentType="application/vnd.openxmlformats-officedocument.presentationml.slideLayout+xml"/>
  <Override PartName="/ppt/introduction_title/slideLayouts/slideLayout6.xml" ContentType="application/vnd.openxmlformats-officedocument.presentationml.slideLayout+xml"/>
  <Override PartName="/ppt/introduction_title/slideLayouts/slideLayout7.xml" ContentType="application/vnd.openxmlformats-officedocument.presentationml.slideLayout+xml"/>
  <Override PartName="/ppt/introduction_title/slideLayouts/slideLayout8.xml" ContentType="application/vnd.openxmlformats-officedocument.presentationml.slideLayout+xml"/>
  <Override PartName="/ppt/introduction_title/slideLayouts/slideLayout9.xml" ContentType="application/vnd.openxmlformats-officedocument.presentationml.slideLayout+xml"/>
  <Override PartName="/ppt/introduction_title/slideMasters/slideMaster1.xml" ContentType="application/vnd.openxmlformats-officedocument.presentationml.slideMaster+xml"/>
  <Override PartName="/ppt/slides/slide17.xml" ContentType="application/vnd.openxmlformats-officedocument.presentationml.slide+xml"/>
  <Override PartName="/ppt/introduction_title/theme/theme1.xml" ContentType="application/vnd.openxmlformats-officedocument.theme+xml"/>
  <Override PartName="/ppt/introduction_title/theme/theme2.xml" ContentType="application/vnd.openxmlformats-officedocument.theme+xml"/>
  <Override PartName="/ppt/introduction_methodology/notesMasters/notesMaster1.xml" ContentType="application/vnd.openxmlformats-officedocument.presentationml.notesMaster+xml"/>
  <Override PartName="/ppt/introduction_methodology/notesSlides/notesSlide1.xml" ContentType="application/vnd.openxmlformats-officedocument.presentationml.notesSlide+xml"/>
  <Override PartName="/ppt/introduction_methodology/slideLayouts/slideLayout1.xml" ContentType="application/vnd.openxmlformats-officedocument.presentationml.slideLayout+xml"/>
  <Override PartName="/ppt/introduction_methodology/slideLayouts/slideLayout10.xml" ContentType="application/vnd.openxmlformats-officedocument.presentationml.slideLayout+xml"/>
  <Override PartName="/ppt/introduction_methodology/slideLayouts/slideLayout11.xml" ContentType="application/vnd.openxmlformats-officedocument.presentationml.slideLayout+xml"/>
  <Override PartName="/ppt/introduction_methodology/slideLayouts/slideLayout2.xml" ContentType="application/vnd.openxmlformats-officedocument.presentationml.slideLayout+xml"/>
  <Override PartName="/ppt/introduction_methodology/slideLayouts/slideLayout3.xml" ContentType="application/vnd.openxmlformats-officedocument.presentationml.slideLayout+xml"/>
  <Override PartName="/ppt/introduction_methodology/slideLayouts/slideLayout4.xml" ContentType="application/vnd.openxmlformats-officedocument.presentationml.slideLayout+xml"/>
  <Override PartName="/ppt/introduction_methodology/slideLayouts/slideLayout5.xml" ContentType="application/vnd.openxmlformats-officedocument.presentationml.slideLayout+xml"/>
  <Override PartName="/ppt/introduction_methodology/slideLayouts/slideLayout6.xml" ContentType="application/vnd.openxmlformats-officedocument.presentationml.slideLayout+xml"/>
  <Override PartName="/ppt/introduction_methodology/slideLayouts/slideLayout7.xml" ContentType="application/vnd.openxmlformats-officedocument.presentationml.slideLayout+xml"/>
  <Override PartName="/ppt/introduction_methodology/slideLayouts/slideLayout8.xml" ContentType="application/vnd.openxmlformats-officedocument.presentationml.slideLayout+xml"/>
  <Override PartName="/ppt/introduction_methodology/slideLayouts/slideLayout9.xml" ContentType="application/vnd.openxmlformats-officedocument.presentationml.slideLayout+xml"/>
  <Override PartName="/ppt/introduction_methodology/slideMasters/slideMaster1.xml" ContentType="application/vnd.openxmlformats-officedocument.presentationml.slideMaster+xml"/>
  <Override PartName="/ppt/slides/slide18.xml" ContentType="application/vnd.openxmlformats-officedocument.presentationml.slide+xml"/>
  <Override PartName="/ppt/introduction_methodology/theme/theme1.xml" ContentType="application/vnd.openxmlformats-officedocument.theme+xml"/>
  <Override PartName="/ppt/introduction_methodology/theme/theme2.xml" ContentType="application/vnd.openxmlformats-officedocument.theme+xml"/>
  <Override PartName="/ppt/tm_group_18/notesMasters/notesMaster1.xml" ContentType="application/vnd.openxmlformats-officedocument.presentationml.notesMaster+xml"/>
  <Override PartName="/ppt/tm_group_18/notesSlides/notesSlide1.xml" ContentType="application/vnd.openxmlformats-officedocument.presentationml.notesSlide+xml"/>
  <Override PartName="/ppt/tm_group_18/slideLayouts/slideLayout1.xml" ContentType="application/vnd.openxmlformats-officedocument.presentationml.slideLayout+xml"/>
  <Override PartName="/ppt/tm_group_18/slideLayouts/slideLayout10.xml" ContentType="application/vnd.openxmlformats-officedocument.presentationml.slideLayout+xml"/>
  <Override PartName="/ppt/tm_group_18/slideLayouts/slideLayout11.xml" ContentType="application/vnd.openxmlformats-officedocument.presentationml.slideLayout+xml"/>
  <Override PartName="/ppt/tm_group_18/slideLayouts/slideLayout2.xml" ContentType="application/vnd.openxmlformats-officedocument.presentationml.slideLayout+xml"/>
  <Override PartName="/ppt/tm_group_18/slideLayouts/slideLayout3.xml" ContentType="application/vnd.openxmlformats-officedocument.presentationml.slideLayout+xml"/>
  <Override PartName="/ppt/tm_group_18/slideLayouts/slideLayout4.xml" ContentType="application/vnd.openxmlformats-officedocument.presentationml.slideLayout+xml"/>
  <Override PartName="/ppt/tm_group_18/slideLayouts/slideLayout5.xml" ContentType="application/vnd.openxmlformats-officedocument.presentationml.slideLayout+xml"/>
  <Override PartName="/ppt/tm_group_18/slideLayouts/slideLayout6.xml" ContentType="application/vnd.openxmlformats-officedocument.presentationml.slideLayout+xml"/>
  <Override PartName="/ppt/tm_group_18/slideLayouts/slideLayout7.xml" ContentType="application/vnd.openxmlformats-officedocument.presentationml.slideLayout+xml"/>
  <Override PartName="/ppt/tm_group_18/slideLayouts/slideLayout8.xml" ContentType="application/vnd.openxmlformats-officedocument.presentationml.slideLayout+xml"/>
  <Override PartName="/ppt/tm_group_18/slideLayouts/slideLayout9.xml" ContentType="application/vnd.openxmlformats-officedocument.presentationml.slideLayout+xml"/>
  <Override PartName="/ppt/tm_group_18/slideMasters/slideMaster1.xml" ContentType="application/vnd.openxmlformats-officedocument.presentationml.slideMaster+xml"/>
  <Override PartName="/ppt/slides/slide19.xml" ContentType="application/vnd.openxmlformats-officedocument.presentationml.slide+xml"/>
  <Override PartName="/ppt/tm_group_18/theme/theme1.xml" ContentType="application/vnd.openxmlformats-officedocument.theme+xml"/>
  <Override PartName="/ppt/tm_group_18/theme/theme2.xml" ContentType="application/vnd.openxmlformats-officedocument.theme+xml"/>
  <Override PartName="/ppt/pooled_animation_1/slideMasters/slideMaster1.xml" ContentType="application/vnd.openxmlformats-officedocument.presentationml.slideMaster+xml"/>
  <Override PartName="/ppt/pooled_animation_1/slideMasters/theme/theme2.xml" ContentType="application/vnd.openxmlformats-officedocument.theme+xml"/>
  <Override PartName="/ppt/pooled_animation_1/slideLayouts/slideLayout1.xml" ContentType="application/vnd.openxmlformats-officedocument.presentationml.slideLayout+xml"/>
  <Override PartName="/ppt/pooled_animation_1/slideLayouts/slideLayout2.xml" ContentType="application/vnd.openxmlformats-officedocument.presentationml.slideLayout+xml"/>
  <Override PartName="/ppt/pooled_animation_1/slideLayouts/slideLayout3.xml" ContentType="application/vnd.openxmlformats-officedocument.presentationml.slideLayout+xml"/>
  <Override PartName="/ppt/pooled_animation_1/slideLayouts/slideLayout4.xml" ContentType="application/vnd.openxmlformats-officedocument.presentationml.slideLayout+xml"/>
  <Override PartName="/ppt/pooled_animation_1/slideLayouts/slideLayout5.xml" ContentType="application/vnd.openxmlformats-officedocument.presentationml.slideLayout+xml"/>
  <Override PartName="/ppt/pooled_animation_1/slideLayouts/slideLayout6.xml" ContentType="application/vnd.openxmlformats-officedocument.presentationml.slideLayout+xml"/>
  <Override PartName="/ppt/pooled_animation_1/notesMasters/notesMaster1.xml" ContentType="application/vnd.openxmlformats-officedocument.presentationml.notesMaster+xml"/>
  <Override PartName="/ppt/pooled_animation_1/notesMasters/theme/theme3.xml" ContentType="application/vnd.openxmlformats-officedocument.theme+xml"/>
  <Override PartName="/ppt/slides/slide20.xml" ContentType="application/vnd.openxmlformats-officedocument.presentationml.slide+xml"/>
  <Override PartName="/ppt/pooled_animation_1/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02786fa7074ae2" /><Relationship Type="http://schemas.openxmlformats.org/officeDocument/2006/relationships/extended-properties" Target="/docProps/app.xml" Id="R877416f1bb3d4946" /><Relationship Type="http://schemas.openxmlformats.org/officeDocument/2006/relationships/officeDocument" Target="/ppt/presentation.xml" Id="R6c0071ff5ebe4c70" /></Relationships>
</file>

<file path=ppt/presentation.xml><?xml version="1.0" encoding="utf-8"?>
<p:presentation xmlns:p="http://schemas.openxmlformats.org/presentationml/2006/main" xmlns:r="http://schemas.openxmlformats.org/officeDocument/2006/relationships">
  <p:sldMasterIdLst>
    <p:sldMasterId id="2147483648" r:id="Rc0767460817b4aa7"/>
    <p:sldMasterId r:id="rIdTMHeatmapMaster12_7" id="2147483649"/>
    <p:sldMasterId r:id="rIdTMHeatmapMaster12_10" id="2147483650"/>
    <p:sldMasterId r:id="rIdTMHeatmapMaster13_8" id="2147483651"/>
    <p:sldMasterId r:id="rIdTMHeatmapMaster14_6" id="2147483652"/>
    <p:sldMasterId r:id="rIdTMHeatmapMaster15_9" id="2147483653"/>
    <p:sldMasterId r:id="rIdTMHeatmapMaster16_6" id="2147483654"/>
    <p:sldMasterId r:id="rIdTMHeatmapMaster17_6" id="2147483655"/>
    <p:sldMasterId r:id="rIdTMHeatmapMaster18_7" id="2147483656"/>
    <p:sldMasterId r:id="rIdTMHeatmapMaster19_8" id="2147483657"/>
  </p:sldMasterIdLst>
  <p:notesMasterIdLst>
    <p:notesMasterId r:id="R5fa8c1d5db774d2c"/>
  </p:notesMasterIdLst>
  <p:sldIdLst>
    <p:sldId r:id="rIdTMHeatmap16" id="272"/>
    <p:sldId r:id="rIdTMHeatmap17" id="273"/>
    <p:sldId id="256" r:id="Rb7dd60f5443a49e3"/>
    <p:sldId r:id="rIdTMHeatmap12" id="267"/>
    <p:sldId id="258" r:id="R56c5a8e88de74166"/>
    <p:sldId id="259" r:id="Rbcff02d1b4c741de"/>
    <p:sldId id="260" r:id="R7c185495cc05495f"/>
    <p:sldId id="261" r:id="Rb94d271a96734f47"/>
    <p:sldId id="262" r:id="R227e4025555841fc"/>
    <p:sldId id="263" r:id="R56a9b736d46e4499"/>
    <p:sldId id="264" r:id="R84c25e68c894473a"/>
    <p:sldId id="265" r:id="R438b3c93f4974ad2"/>
    <p:sldId id="266" r:id="Re1a6e04b0f57448f"/>
    <p:sldId r:id="rIdTMHeatmap12Added" id="268"/>
    <p:sldId r:id="rIdTMHeatmap13" id="269"/>
    <p:sldId r:id="rIdTMHeatmap14" id="270"/>
    <p:sldId r:id="rIdTMHeatmap15" id="271"/>
    <p:sldId r:id="rIdTMHeatmap18" id="274"/>
    <p:sldId r:id="rIdTMHeatmap19" id="2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09c8b2d763264a39" /><Relationship Type="http://schemas.openxmlformats.org/officeDocument/2006/relationships/slideMaster" Target="/ppt/slideMasters/slideMaster1.xml" Id="Rc0767460817b4aa7" /><Relationship Type="http://schemas.openxmlformats.org/officeDocument/2006/relationships/notesMaster" Target="/ppt/notesMasters/notesMaster1.xml" Id="R5fa8c1d5db774d2c" /><Relationship Type="http://schemas.openxmlformats.org/officeDocument/2006/relationships/presProps" Target="/ppt/presProps.xml" Id="Ra7329961948a4f3a" /><Relationship Type="http://schemas.openxmlformats.org/officeDocument/2006/relationships/tableStyles" Target="/ppt/tableStyles.xml" Id="R5e5f22f4ac1f4a39" /><Relationship Type="http://schemas.openxmlformats.org/officeDocument/2006/relationships/slide" Target="/ppt/slides/slide1.xml" Id="Rb7dd60f5443a49e3" /><Relationship Type="http://schemas.openxmlformats.org/officeDocument/2006/relationships/slide" Target="/ppt/slides/slide2.xml" Id="Rb8ac8530cb6c45ce" /><Relationship Type="http://schemas.openxmlformats.org/officeDocument/2006/relationships/slide" Target="/ppt/slides/slide3.xml" Id="R56c5a8e88de74166" /><Relationship Type="http://schemas.openxmlformats.org/officeDocument/2006/relationships/slide" Target="/ppt/slides/slide4.xml" Id="Rbcff02d1b4c741de" /><Relationship Type="http://schemas.openxmlformats.org/officeDocument/2006/relationships/slide" Target="/ppt/slides/slide5.xml" Id="R7c185495cc05495f" /><Relationship Type="http://schemas.openxmlformats.org/officeDocument/2006/relationships/slide" Target="/ppt/slides/slide6.xml" Id="Rb94d271a96734f47" /><Relationship Type="http://schemas.openxmlformats.org/officeDocument/2006/relationships/slide" Target="/ppt/slides/slide7.xml" Id="R227e4025555841fc" /><Relationship Type="http://schemas.openxmlformats.org/officeDocument/2006/relationships/slide" Target="/ppt/slides/slide8.xml" Id="R56a9b736d46e4499" /><Relationship Type="http://schemas.openxmlformats.org/officeDocument/2006/relationships/slide" Target="/ppt/slides/slide9.xml" Id="R84c25e68c894473a" /><Relationship Type="http://schemas.openxmlformats.org/officeDocument/2006/relationships/slide" Target="/ppt/slides/slide10.xml" Id="R438b3c93f4974ad2" /><Relationship Type="http://schemas.openxmlformats.org/officeDocument/2006/relationships/slide" Target="/ppt/slides/slide11.xml" Id="Re1a6e04b0f57448f" /><Relationship Id="rIdTMHeatmap12" Type="http://schemas.openxmlformats.org/officeDocument/2006/relationships/slide" Target="slides/slide12.xml" /><Relationship Id="rIdTMHeatmapMaster12_7" Type="http://schemas.openxmlformats.org/officeDocument/2006/relationships/slideMaster" Target="domain_variance/slideMasters/slideMaster1.xml" /><Relationship Id="rIdTMHeatmap12Added" Type="http://schemas.openxmlformats.org/officeDocument/2006/relationships/slide" Target="slides/slide13.xml" /><Relationship Id="rIdTMHeatmapMaster12_10" Type="http://schemas.openxmlformats.org/officeDocument/2006/relationships/slideMaster" Target="workflow_addition_12_workflow-pptx-wsax_km0/slideMasters/slideMaster1.xml" /><Relationship Id="rIdTMHeatmap13" Type="http://schemas.openxmlformats.org/officeDocument/2006/relationships/slide" Target="slides/slide14.xml" /><Relationship Id="rIdTMHeatmapMaster13_8" Type="http://schemas.openxmlformats.org/officeDocument/2006/relationships/slideMaster" Target="workflow_addition_13_workflow-pptx-wsax_km0/slideMasters/slideMaster1.xml" /><Relationship Id="rIdTMHeatmap14" Type="http://schemas.openxmlformats.org/officeDocument/2006/relationships/slide" Target="slides/slide15.xml" /><Relationship Id="rIdTMHeatmapMaster14_6" Type="http://schemas.openxmlformats.org/officeDocument/2006/relationships/slideMaster" Target="tm_heatmap/slideMasters/slideMaster1.xml" /><Relationship Id="rIdTMHeatmap15" Type="http://schemas.openxmlformats.org/officeDocument/2006/relationships/slide" Target="slides/slide16.xml" /><Relationship Id="rIdTMHeatmapMaster15_9" Type="http://schemas.openxmlformats.org/officeDocument/2006/relationships/slideMaster" Target="workflow_addition_15_workflow-pptx-m6msfi_3/slideMasters/slideMaster1.xml" /><Relationship Id="rIdTMHeatmap16" Type="http://schemas.openxmlformats.org/officeDocument/2006/relationships/slide" Target="slides/slide17.xml" /><Relationship Id="rIdTMHeatmapMaster16_6" Type="http://schemas.openxmlformats.org/officeDocument/2006/relationships/slideMaster" Target="introduction_title/slideMasters/slideMaster1.xml" /><Relationship Id="rIdTMHeatmap17" Type="http://schemas.openxmlformats.org/officeDocument/2006/relationships/slide" Target="slides/slide18.xml" /><Relationship Id="rIdTMHeatmapMaster17_6" Type="http://schemas.openxmlformats.org/officeDocument/2006/relationships/slideMaster" Target="introduction_methodology/slideMasters/slideMaster1.xml" /><Relationship Id="rIdTMHeatmap18" Type="http://schemas.openxmlformats.org/officeDocument/2006/relationships/slide" Target="slides/slide19.xml" /><Relationship Id="rIdTMHeatmapMaster18_7" Type="http://schemas.openxmlformats.org/officeDocument/2006/relationships/slideMaster" Target="tm_group_18/slideMasters/slideMaster1.xml" /><Relationship Id="rIdTMHeatmap19" Type="http://schemas.openxmlformats.org/officeDocument/2006/relationships/slide" Target="slides/slide20.xml" /><Relationship Id="rIdTMHeatmapMaster19_8" Type="http://schemas.openxmlformats.org/officeDocument/2006/relationships/slideMaster" Target="pooled_animation_1/slideMasters/slideMaster1.xml" /></Relationships>
</file>

<file path=ppt/domain_variance/notesMasters/_rels/notesMaster1.xml.rels><?xml version='1.0' encoding='utf-8'?>
<Relationships xmlns="http://schemas.openxmlformats.org/package/2006/relationships"><Relationship Type="http://schemas.openxmlformats.org/officeDocument/2006/relationships/theme" Target="theme/theme3.xml" Id="R2d3bce5f8c2f48c1" /></Relationships>
</file>

<file path=ppt/domain_variance/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domain_variance/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domain_variance/notesSlides/_rels/notesSlide1.xml.rels><?xml version='1.0' encoding='utf-8'?>
<Relationships xmlns="http://schemas.openxmlformats.org/package/2006/relationships"><Relationship Type="http://schemas.openxmlformats.org/officeDocument/2006/relationships/slide" Target="../../slides/slide12.xml" Id="Rbf56f01d337e41fb" /><Relationship Type="http://schemas.openxmlformats.org/officeDocument/2006/relationships/notesMaster" Target="../notesMasters/notesMaster1.xml" Id="R0d957e2a63964e6d" /></Relationships>
</file>

<file path=ppt/domain_variance/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StR82_bmr15386_largest_child</a:t>
            </a:r>
          </a:p>
          <a:p xmlns:a="http://schemas.openxmlformats.org/drawingml/2006/main">
            <a:r>
              <a:t>Source figure: annotated variance evidence</a:t>
            </a:r>
          </a:p>
          <a:p xmlns:a="http://schemas.openxmlformats.org/drawingml/2006/main">
            <a:r>
              <a:t>Figure 2. Variance of Cα distances between shared residues across the model ensemble. Colored outlines and membership strips delineate the detected rigid cores, including discontinuous sequence segments.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domain_variance/slideLayouts/_rels/slideLayout1.xml.rels><?xml version='1.0' encoding='utf-8'?>
<Relationships xmlns="http://schemas.openxmlformats.org/package/2006/relationships"><Relationship Type="http://schemas.openxmlformats.org/officeDocument/2006/relationships/slideMaster" Target="../slideMasters/slideMaster1.xml" Id="R77327ba745184d3a" /></Relationships>
</file>

<file path=ppt/domain_variance/slideLayouts/_rels/slideLayout2.xml.rels><?xml version='1.0' encoding='utf-8'?>
<Relationships xmlns="http://schemas.openxmlformats.org/package/2006/relationships"><Relationship Type="http://schemas.openxmlformats.org/officeDocument/2006/relationships/slideMaster" Target="../slideMasters/slideMaster1.xml" Id="Rce63625c6ce64e0b" /></Relationships>
</file>

<file path=ppt/domain_variance/slideLayouts/_rels/slideLayout3.xml.rels><?xml version='1.0' encoding='utf-8'?>
<Relationships xmlns="http://schemas.openxmlformats.org/package/2006/relationships"><Relationship Type="http://schemas.openxmlformats.org/officeDocument/2006/relationships/slideMaster" Target="../slideMasters/slideMaster1.xml" Id="Rcbbdcf2eaa9c48cb" /></Relationships>
</file>

<file path=ppt/domain_variance/slideLayouts/_rels/slideLayout4.xml.rels><?xml version='1.0' encoding='utf-8'?>
<Relationships xmlns="http://schemas.openxmlformats.org/package/2006/relationships"><Relationship Type="http://schemas.openxmlformats.org/officeDocument/2006/relationships/slideMaster" Target="../slideMasters/slideMaster1.xml" Id="R40eb385b50cf499f" /></Relationships>
</file>

<file path=ppt/domain_variance/slideLayouts/_rels/slideLayout5.xml.rels><?xml version='1.0' encoding='utf-8'?>
<Relationships xmlns="http://schemas.openxmlformats.org/package/2006/relationships"><Relationship Type="http://schemas.openxmlformats.org/officeDocument/2006/relationships/slideMaster" Target="../slideMasters/slideMaster1.xml" Id="R9624d57922064b7a" /></Relationships>
</file>

<file path=ppt/domain_variance/slideLayouts/_rels/slideLayout6.xml.rels><?xml version='1.0' encoding='utf-8'?>
<Relationships xmlns="http://schemas.openxmlformats.org/package/2006/relationships"><Relationship Type="http://schemas.openxmlformats.org/officeDocument/2006/relationships/slideMaster" Target="../slideMasters/slideMaster1.xml" Id="R6d626d52d2514ba2" /></Relationships>
</file>

<file path=ppt/domain_variance/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02FCD4-0A88-4CE4-953B-C04C5C47985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418FA88-9488-4931-8AEA-1233193048B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domain_variance/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C07B634-5C76-4782-9FDF-CAF6E0629C6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domain_variance/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7D245F-506E-471E-B3B9-7A2514EEC1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89ECD92-2702-4117-8AC1-3704C7AC6D5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domain_variance/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78D3C9A-B7A4-4DB4-A8A2-8D7C256DE2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CDE48A-56E8-4172-BE57-8916518DBE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BA80730-D9BA-4FEC-9302-20219F55324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domain_variance/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314C97-8E5B-4C89-B531-F750EE14B1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EC6039-95F2-44C9-8CF9-05E5C2DF01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domain_variance/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domain_variance/slideMasters/_rels/slideMaster1.xml.rels><?xml version='1.0' encoding='utf-8'?>
<Relationships xmlns="http://schemas.openxmlformats.org/package/2006/relationships"><Relationship Type="http://schemas.openxmlformats.org/officeDocument/2006/relationships/theme" Target="theme/theme2.xml" Id="Ref408bf995ab4b52" /><Relationship Type="http://schemas.openxmlformats.org/officeDocument/2006/relationships/slideLayout" Target="../slideLayouts/slideLayout1.xml" Id="R894a7ad2c12b4994" /><Relationship Type="http://schemas.openxmlformats.org/officeDocument/2006/relationships/slideLayout" Target="../slideLayouts/slideLayout2.xml" Id="R9f4daab7208842c2" /><Relationship Type="http://schemas.openxmlformats.org/officeDocument/2006/relationships/slideLayout" Target="../slideLayouts/slideLayout3.xml" Id="R74f7caef143a40c1" /><Relationship Type="http://schemas.openxmlformats.org/officeDocument/2006/relationships/slideLayout" Target="../slideLayouts/slideLayout4.xml" Id="R02a31da13f6b46e9" /><Relationship Type="http://schemas.openxmlformats.org/officeDocument/2006/relationships/slideLayout" Target="../slideLayouts/slideLayout5.xml" Id="Rc45bf0645a7b4eb5" /><Relationship Type="http://schemas.openxmlformats.org/officeDocument/2006/relationships/slideLayout" Target="../slideLayouts/slideLayout6.xml" Id="R43aaff5261524dd1" /></Relationships>
</file>

<file path=ppt/domain_variance/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4a7ad2c12b4994"/>
    <p:sldLayoutId xmlns:r="http://schemas.openxmlformats.org/officeDocument/2006/relationships" id="2147483650" r:id="R9f4daab7208842c2"/>
    <p:sldLayoutId xmlns:r="http://schemas.openxmlformats.org/officeDocument/2006/relationships" id="2147483651" r:id="R74f7caef143a40c1"/>
    <p:sldLayoutId xmlns:r="http://schemas.openxmlformats.org/officeDocument/2006/relationships" id="2147483652" r:id="R02a31da13f6b46e9"/>
    <p:sldLayoutId xmlns:r="http://schemas.openxmlformats.org/officeDocument/2006/relationships" id="2147483653" r:id="Rc45bf0645a7b4eb5"/>
    <p:sldLayoutId xmlns:r="http://schemas.openxmlformats.org/officeDocument/2006/relationships" id="2147483654" r:id="R43aaff5261524d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domain_variance/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introduction_methodology/notesMasters/_rels/notesMaster1.xml.rels><?xml version='1.0' encoding='utf-8'?>
<Relationships xmlns="http://schemas.openxmlformats.org/package/2006/relationships"><Relationship Id="rId1" Type="http://schemas.openxmlformats.org/officeDocument/2006/relationships/theme" Target="../theme/theme2.xml" /></Relationships>
</file>

<file path=ppt/introduction_methodology/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introduction_methodology/notesSlides/_rels/notesSlide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8.xml" /></Relationships>
</file>

<file path=ppt/introduction_methodology/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"StR82 bmr15386 largest child", "comparison": "AFCluster vs AFSample2 vs AFSample3 vs BioEMU vs MD", "sampling_provenance": {"methods": {"AFCluster": 762, "AFSample2": 872, "AFSample3": 1000, "BioEMU": 1978, "MD": 1000}, "unassigned_or_reference_count": 4764, "source": "Exact clustering membership and configured model_origin rules"}, "sections": [{"title": "Sampling methods analyzed", "x": 48, "y": 88, "lines": [[["AFCluster", null], [": 762 analyzed models.", null]], [["AFSample2", "https://github.com/wallnerlab/AFsample2"], [": 872 analyzed models.", null]], [["AFSample3", "https://github.com/wallnerlab/afsample3/tree/507e8fd492379cb3996d1ba2e04794e8ce2191df"], [": 1,000 analyzed models.", null]], [["BioEMU", "https://github.com/microsoft/bioemu"], [": 1,978 analyzed models.", null]], [["MD", null], [": 1,000 analyzed models.", null]]]}, {"title": "Shared structural feature input", "x": 48, "y": 267, "lines": [[["Align sequences; retain residue positions shared", null]], [["by all models. For each structure, calculate the", null]], [["Cα–Cα distance matrix and flatten its upper", null]], [["triangle, excluding the diagonal: R(R−1)/2 values.", null]], [["Screen terminal variance; remove flagged rows/columns.", null]], [["Keep ≥75% of each chain; chains ≤15 residues stay intact.", null]]]}, {"title": "Two-dimensional projections", "x": 48, "y": 446, "lines": [[["PCA: scikit-learn 1.7.1", "https://scikit-learn.org/stable/modules/generated/sklearn.decomposition.PCA.html"], ["; centered SVD.", null]], [["t-SNE: scikit-learn 1.7.1", "https://scikit-learn.org/stable/modules/generated/sklearn.manifold.TSNE.html"], ["; Barnes–Hut,", null]], [["perplexity 30; the workflow uses Python t-SNE.", null]], [["UMAP: umap-learn 0.5.11", "https://github.com/lmcinnes/umap"], ["; neighbors 15,", null]], [["min_dist 0.1; Euclidean distance. Random seed 42.", null]]]}, {"title": "Clusters and displayed representatives", "x": 664, "y": 88, "lines": [[["Preserve UMAP components; seeds 42/7/123.", null]], [["Ward splits: feature silhouette ≥0.15; ARI ≥0.80.", null]], [["Show up to 5 AFSample3 models per cluster", null]], [["by mean pLDDT. BioEMU has no confidence scores", null]], [["and is excluded from representative selection.", null]], [["Both BioEMU filter groups remain in clustering.", null]]]}, {"title": "Medoid TM-similarity grid", "x": 664, "y": 267, "lines": [[["Among the displayed models in each cluster, the", null]], [["medoid minimizes mean pairwise aligned Cα RMSD", null]], [["over shared, chain-corresponded residues.", null]], [["US-align", "https://github.com/pylelab/USalign"], [" scores each medoid pair in both directions;", null]], [["average-length normalization and directional mean", null]], [["give a symmetric grid (0–1; higher is more similar).", null]]]}, {"title": "Bonsai of the selected ensembles", "x": 664, "y": 446, "lines": [[["Bonsai / Bonsai Scout", "https://github.com/dhdegroot/Bonsai-data-representation/tree/b16ef6f0a164610327022c7d0b92de82b3596aad"], [": native engine b16ef6f.", null]], [["16 representatives; 15 nonzero PCA axes.", null]], [["Variance scaling off; tree paths encode distance.", null]], [["Native edge cuts select 2 groups by silhouette.", null]], [["B labels apply only to selected representatives.", null]], [["Circular views and dendrogram; root is arbitrary.", null]]]}], "references": [["PCA / scikit-learn: Pedregosa et al., 2011", "https://jmlr.org/papers/v12/pedregosa11a.html"], ["t-SNE: van der Maaten &amp; Hinton, 2008", "https://www.jmlr.org/papers/v9/vandermaaten08a.html"], ["UMAP: McInnes, Healy &amp; Melville, 2018", "https://arxiv.org/abs/1802.03426"]], "dataset_scope": "Only nine confidence-producing methods are ranked; BioEMU/BioEMU2 remain in every structural analysis. Unscored-only clusters retain their structural medoid.", "bonsai_source": " (native engine b16ef6f)", "bonsai_url": "https://github.com/dhdegroot/Bonsai-data-representation/tree/b16ef6f0a164610327022c7d0b92de82b3596aad"}</a:t>
            </a:r>
          </a:p>
        </p:txBody>
      </p:sp>
      <p:sp>
        <p:nvSpPr>
          <p:cNvPr id="4" name="Slide Number Placeholder 3"/>
          <p:cNvSpPr>
            <a:spLocks noGrp="1"/>
          </p:cNvSpPr>
          <p:nvPr>
            <p:ph type="sldNum" idx="5" sz="quarter"/>
          </p:nvPr>
        </p:nvSpPr>
        <p:spPr/>
      </p:sp>
    </p:spTree>
  </p:cSld>
  <p:clrMapOvr>
    <a:masterClrMapping/>
  </p:clrMapOvr>
</p:notes>
</file>

<file path=ppt/introduction_methodology/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introduction_methodology/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introduction_methodology/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introduction_methodology/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introduction_methodology/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introduction_methodology/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introduction_methodology/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introduction_methodology/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introduction_methodology/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introduction_methodology/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introduction_methodology/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introduction_methodology/slideMasters/_rels/slideMaster1.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s>
</file>

<file path=ppt/introduction_methodology/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introduction_methodology/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introduction_methodology/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introduction_title/notesMasters/_rels/notesMaster1.xml.rels><?xml version='1.0' encoding='utf-8'?>
<Relationships xmlns="http://schemas.openxmlformats.org/package/2006/relationships"><Relationship Id="rId1" Type="http://schemas.openxmlformats.org/officeDocument/2006/relationships/theme" Target="../theme/theme2.xml" /></Relationships>
</file>

<file path=ppt/introduction_title/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introduction_title/notesSlides/_rels/notesSlide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7.xml" /></Relationships>
</file>

<file path=ppt/introduction_title/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"StR82 bmr15386 largest child", "comparison": "AFCluster vs AFSample2 vs AFSample3 vs BioEMU vs MD", "sampling_provenance": {"methods": {"AFCluster": 762, "AFSample2": 872, "AFSample3": 1000, "BioEMU": 1978, "MD": 1000}, "unassigned_or_reference_count": 4764, "source": "Exact clustering membership and configured model_origin rules"}, "sections": [{"title": "Sampling methods analyzed", "x": 48, "y": 88, "lines": [[["AFCluster", null], [": 762 analyzed models.", null]], [["AFSample2", "https://github.com/wallnerlab/AFsample2"], [": 872 analyzed models.", null]], [["AFSample3", "https://github.com/wallnerlab/afsample3/tree/507e8fd492379cb3996d1ba2e04794e8ce2191df"], [": 1,000 analyzed models.", null]], [["BioEMU", "https://github.com/microsoft/bioemu"], [": 1,978 analyzed models.", null]], [["MD", null], [": 1,000 analyzed models.", null]]]}, {"title": "Shared structural feature input", "x": 48, "y": 267, "lines": [[["Align sequences; retain residue positions shared", null]], [["by all models. For each structure, calculate the", null]], [["Cα–Cα distance matrix and flatten its upper", null]], [["triangle, excluding the diagonal: R(R−1)/2 values.", null]], [["Screen terminal variance; remove flagged rows/columns.", null]], [["Keep ≥75% of each chain; chains ≤15 residues stay intact.", null]]]}, {"title": "Two-dimensional projections", "x": 48, "y": 446, "lines": [[["PCA: scikit-learn 1.7.1", "https://scikit-learn.org/stable/modules/generated/sklearn.decomposition.PCA.html"], ["; centered SVD.", null]], [["t-SNE: scikit-learn 1.7.1", "https://scikit-learn.org/stable/modules/generated/sklearn.manifold.TSNE.html"], ["; Barnes–Hut,", null]], [["perplexity 30; the workflow uses Python t-SNE.", null]], [["UMAP: umap-learn 0.5.11", "https://github.com/lmcinnes/umap"], ["; neighbors 15,", null]], [["min_dist 0.1; Euclidean distance. Random seed 42.", null]]]}, {"title": "Clusters and displayed representatives", "x": 664, "y": 88, "lines": [[["Preserve UMAP components; seeds 42/7/123.", null]], [["Ward splits: feature silhouette ≥0.15; ARI ≥0.80.", null]], [["Show up to 5 AFSample3 models per cluster", null]], [["by mean pLDDT. BioEMU has no confidence scores", null]], [["and is excluded from representative selection.", null]], [["Both BioEMU filter groups remain in clustering.", null]]]}, {"title": "Medoid TM-similarity grid", "x": 664, "y": 267, "lines": [[["Among the displayed models in each cluster, the", null]], [["medoid minimizes mean pairwise aligned Cα RMSD", null]], [["over shared, chain-corresponded residues.", null]], [["US-align", "https://github.com/pylelab/USalign"], [" scores each medoid pair in both directions;", null]], [["average-length normalization and directional mean", null]], [["give a symmetric grid (0–1; higher is more similar).", null]]]}, {"title": "Bonsai of the selected ensembles", "x": 664, "y": 446, "lines": [[["Bonsai / Bonsai Scout", "https://github.com/dhdegroot/Bonsai-data-representation/tree/b16ef6f0a164610327022c7d0b92de82b3596aad"], [": native engine b16ef6f.", null]], [["16 representatives; 15 nonzero PCA axes.", null]], [["Variance scaling off; tree paths encode distance.", null]], [["Native edge cuts select 2 groups by silhouette.", null]], [["B labels apply only to selected representatives.", null]], [["Circular views and dendrogram; root is arbitrary.", null]]]}], "references": [["PCA / scikit-learn: Pedregosa et al., 2011", "https://jmlr.org/papers/v12/pedregosa11a.html"], ["t-SNE: van der Maaten &amp; Hinton, 2008", "https://www.jmlr.org/papers/v9/vandermaaten08a.html"], ["UMAP: McInnes, Healy &amp; Melville, 2018", "https://arxiv.org/abs/1802.03426"]], "dataset_scope": "Only nine confidence-producing methods are ranked; BioEMU/BioEMU2 remain in every structural analysis. Unscored-only clusters retain their structural medoid.", "bonsai_source": " (native engine b16ef6f)", "bonsai_url": "https://github.com/dhdegroot/Bonsai-data-representation/tree/b16ef6f0a164610327022c7d0b92de82b3596aad"}</a:t>
            </a:r>
          </a:p>
        </p:txBody>
      </p:sp>
      <p:sp>
        <p:nvSpPr>
          <p:cNvPr id="4" name="Slide Number Placeholder 3"/>
          <p:cNvSpPr>
            <a:spLocks noGrp="1"/>
          </p:cNvSpPr>
          <p:nvPr>
            <p:ph type="sldNum" idx="5" sz="quarter"/>
          </p:nvPr>
        </p:nvSpPr>
        <p:spPr/>
      </p:sp>
    </p:spTree>
  </p:cSld>
  <p:clrMapOvr>
    <a:masterClrMapping/>
  </p:clrMapOvr>
</p:notes>
</file>

<file path=ppt/introduction_title/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introduction_title/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introduction_title/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introduction_title/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introduction_title/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introduction_title/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introduction_title/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introduction_title/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introduction_title/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introduction_title/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introduction_title/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introduction_title/slideMasters/_rels/slideMaster1.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s>
</file>

<file path=ppt/introduction_title/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introduction_title/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introduction_title/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notesMasters/_rels/notesMaster1.xml.rels>&#65279;<?xml version="1.0" encoding="utf-8"?><Relationships xmlns="http://schemas.openxmlformats.org/package/2006/relationships"><Relationship Type="http://schemas.openxmlformats.org/officeDocument/2006/relationships/theme" Target="/ppt/notesMasters/theme/theme3.xml" Id="R36e76e67c0b14b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2c57a561c94346" /><Relationship Type="http://schemas.openxmlformats.org/officeDocument/2006/relationships/notesMaster" Target="/ppt/notesMasters/notesMaster1.xml" Id="Raa5a0503597c49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a6f15fccc0463e" /><Relationship Type="http://schemas.openxmlformats.org/officeDocument/2006/relationships/notesMaster" Target="/ppt/notesMasters/notesMaster1.xml" Id="R806f03ab1b9a42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3bb78162314086" /><Relationship Type="http://schemas.openxmlformats.org/officeDocument/2006/relationships/notesMaster" Target="/ppt/notesMasters/notesMaster1.xml" Id="R03fc6c4fe1794f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e3d2554a6c4787" /><Relationship Type="http://schemas.openxmlformats.org/officeDocument/2006/relationships/notesMaster" Target="/ppt/notesMasters/notesMaster1.xml" Id="Rd441c517aff947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c9af2341024ec2" /><Relationship Type="http://schemas.openxmlformats.org/officeDocument/2006/relationships/notesMaster" Target="/ppt/notesMasters/notesMaster1.xml" Id="R85f2c9afdb5d41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182467025e4c05" /><Relationship Type="http://schemas.openxmlformats.org/officeDocument/2006/relationships/notesMaster" Target="/ppt/notesMasters/notesMaster1.xml" Id="Rbe678646aa1146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5248aed97b4714" /><Relationship Type="http://schemas.openxmlformats.org/officeDocument/2006/relationships/notesMaster" Target="/ppt/notesMasters/notesMaster1.xml" Id="R5739525eda8947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240455cc4745dc" /><Relationship Type="http://schemas.openxmlformats.org/officeDocument/2006/relationships/notesMaster" Target="/ppt/notesMasters/notesMaster1.xml" Id="Rc42067ab549e44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fe2961360c4c5f" /><Relationship Type="http://schemas.openxmlformats.org/officeDocument/2006/relationships/notesMaster" Target="/ppt/notesMasters/notesMaster1.xml" Id="R03ea199ea60841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72e5e496414b34" /><Relationship Type="http://schemas.openxmlformats.org/officeDocument/2006/relationships/notesMaster" Target="/ppt/notesMasters/notesMaster1.xml" Id="Ra087ee89610a41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bde4e29cf1b405e" /><Relationship Type="http://schemas.openxmlformats.org/officeDocument/2006/relationships/notesMaster" Target="/ppt/notesMasters/notesMaster1.xml" Id="R2eb3c22fb8064d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StR82_bmr15386_largest_child</a:t>
            </a:r>
          </a:p>
          <a:p xmlns:a="http://schemas.openxmlformats.org/drawingml/2006/main">
            <a:r>
              <a:t>Source figure: visualize_distogram/median_matrix.png</a:t>
            </a:r>
          </a:p>
          <a:p xmlns:a="http://schemas.openxmlformats.org/drawingml/2006/main">
            <a:r>
              <a:t>Figure 1. Median Cα distance between shared residues across the model ensemble.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StR82_bmr15386_largest_child</a:t>
            </a:r>
          </a:p>
          <a:p xmlns:a="http://schemas.openxmlformats.org/drawingml/2006/main">
            <a:r>
              <a:t>Source figure: visualize_distogram/variance_matrix.png</a:t>
            </a:r>
          </a:p>
          <a:p xmlns:a="http://schemas.openxmlformats.org/drawingml/2006/main">
            <a:r>
              <a:t>Figure 2. Variance of Cα distances between shared residues across the model ensemble.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StR82_bmr15386_largest_child</ns1:t>
            </ns1:r>
          </ns1:p>
          <ns1:p>
            <ns1:r>
              <ns1:t>Confidence panels: [{"scheme_key":"db_mean_plddt","scheme_name":"&lt;pLDDT&gt;","image":"[private source path] &lt;pLDDT&gt;","width":1134,"height":1000},{"scheme_key":"db_ptm","scheme_name":"pTM","image":"[private source path] pTM","width":1142,"height":1000}]</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StR82_bmr15386_largest_child</a:t>
            </a:r>
          </a:p>
          <a:p xmlns:a="http://schemas.openxmlformats.org/drawingml/2006/main">
            <a:r>
              <a:t>Source figure: clustering/pca/pca_dbcat_ais_method_ae4ac7fd.png</a:t>
            </a:r>
          </a:p>
          <a:p xmlns:a="http://schemas.openxmlformats.org/drawingml/2006/main">
            <a:r>
              <a:t>Figure 4. PCA embedding of shared-residue distograms, colored by AIS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StR82_bmr15386_largest_child</ns1:t>
            </ns1:r>
          </ns1:p>
          <ns1:p>
            <ns1:r>
              <ns1:t>Confidence panels: [{"scheme_key":"workflow_umap_knn_clusters","scheme_name":"Child clusters within Cluster 1","image":"[private source path] Cluster labels","width":1895,"height":1119},{"scheme_key":"config::model_origin","scheme_name":"Model Origin","image":"[private source path] Model types","width":1757,"height":1119,"model_type_gif":"[private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6.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StR82_bmr15386_largest_child</ns1:t>
            </ns1:r>
          </ns1:p>
          <ns1:p>
            <ns1:r>
              <ns1:t>Confidence panels: [{"scheme_key":"db_mean_plddt","scheme_name":"&lt;pLDDT&gt;","image":"[private source path] &lt;pLDDT&gt;","width":1096,"height":1000},{"scheme_key":"db_ptm","scheme_name":"pTM","image":"[private source path] pTM","width":1104,"height":1000}]</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StR82_bmr15386_largest_child</a:t>
            </a:r>
          </a:p>
          <a:p xmlns:a="http://schemas.openxmlformats.org/drawingml/2006/main">
            <a:r>
              <a:t>Source figure: clustering/umap/umap_dbcat_ais_method_ae4ac7fd.png</a:t>
            </a:r>
          </a:p>
          <a:p xmlns:a="http://schemas.openxmlformats.org/drawingml/2006/main">
            <a:r>
              <a:t>Figure 7. UMAP embedding of shared-residue distograms, colored by AIS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StR82_bmr15386_largest_child</ns1:t>
            </ns1:r>
          </ns1:p>
          <ns1:p>
            <ns1:r>
              <ns1:t>Confidence panels: [{"scheme_key":"workflow_umap_knn_clusters","scheme_name":"Child clusters within Cluster 1","image":"[private source path] Cluster labels","width":1863,"height":1119},{"scheme_key":"config::model_origin","scheme_name":"Model Origin","image":"[private source path] Model types","width":1725,"height":1119,"model_type_gif":"[private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9.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StR82_bmr15386_largest_child</ns1:t>
            </ns1:r>
          </ns1:p>
          <ns1:p>
            <ns1:r>
              <ns1:t>Confidence panels: [{"scheme_key":"db_mean_plddt","scheme_name":"&lt;pLDDT&gt;","image":"[private source path] &lt;pLDDT&gt;","width":1115,"height":1000},{"scheme_key":"db_ptm","scheme_name":"pTM","image":"[private source path] pTM","width":1123,"height":1000}]</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StR82_bmr15386_largest_child</a:t>
            </a:r>
          </a:p>
          <a:p xmlns:a="http://schemas.openxmlformats.org/drawingml/2006/main">
            <a:r>
              <a:t>Source figure: clustering/tsne/tsne_dbcat_ais_method_ae4ac7fd.png</a:t>
            </a:r>
          </a:p>
          <a:p xmlns:a="http://schemas.openxmlformats.org/drawingml/2006/main">
            <a:r>
              <a:t>Figure 10. t-SNE embedding of shared-residue distograms, colored by AIS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StR82_bmr15386_largest_child</ns1:t>
            </ns1:r>
          </ns1:p>
          <ns1:p>
            <ns1:r>
              <ns1:t>Confidence panels: [{"scheme_key":"workflow_umap_knn_clusters","scheme_name":"Child clusters within Cluster 1","image":"[private source path] Cluster labels","width":1879,"height":1119},{"scheme_key":"config::model_origin","scheme_name":"Model Origin","image":"[private source path] Model types","width":1741,"height":1119,"model_type_gif":"[private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pooled_animation_1/notesMasters/_rels/notesMaster1.xml.rels><?xml version='1.0' encoding='utf-8'?>
<Relationships xmlns="http://schemas.openxmlformats.org/package/2006/relationships"><Relationship Type="http://schemas.openxmlformats.org/officeDocument/2006/relationships/theme" Target="theme/theme3.xml" Id="Ra91294f1891d4c9b" /></Relationships>
</file>

<file path=ppt/pooled_animation_1/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pooled_animation_1/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pooled_animation_1/notesSlides/_rels/notesSlide1.xml.rels><?xml version='1.0' encoding='utf-8'?>
<Relationships xmlns="http://schemas.openxmlformats.org/package/2006/relationships"><Relationship Type="http://schemas.openxmlformats.org/officeDocument/2006/relationships/slide" Target="../../slides/slide20.xml" Id="R641e93436a084517" /><Relationship Type="http://schemas.openxmlformats.org/officeDocument/2006/relationships/notesMaster" Target="../notesMasters/notesMaster1.xml" Id="R75e8f925f56a47da" /></Relationships>
</file>

<file path=ppt/pooled_animation_1/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{"source_slide":18,"panels":[{"alt":"Pooled group 1 | whole_structure","gif":"[private source path] C-alpha RMSD; no additional fitting","metric_scope":"whole structure","input_order_cost":18.800118366843478}]}</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pooled_animation_1/slideLayouts/_rels/slideLayout1.xml.rels><?xml version='1.0' encoding='utf-8'?>
<Relationships xmlns="http://schemas.openxmlformats.org/package/2006/relationships"><Relationship Type="http://schemas.openxmlformats.org/officeDocument/2006/relationships/slideMaster" Target="../slideMasters/slideMaster1.xml" Id="R1a49fa8947bc4774" /></Relationships>
</file>

<file path=ppt/pooled_animation_1/slideLayouts/_rels/slideLayout2.xml.rels><?xml version='1.0' encoding='utf-8'?>
<Relationships xmlns="http://schemas.openxmlformats.org/package/2006/relationships"><Relationship Type="http://schemas.openxmlformats.org/officeDocument/2006/relationships/slideMaster" Target="../slideMasters/slideMaster1.xml" Id="R1a7530cc9d30469f" /></Relationships>
</file>

<file path=ppt/pooled_animation_1/slideLayouts/_rels/slideLayout3.xml.rels><?xml version='1.0' encoding='utf-8'?>
<Relationships xmlns="http://schemas.openxmlformats.org/package/2006/relationships"><Relationship Type="http://schemas.openxmlformats.org/officeDocument/2006/relationships/slideMaster" Target="../slideMasters/slideMaster1.xml" Id="R8a9480a7dd25466b" /></Relationships>
</file>

<file path=ppt/pooled_animation_1/slideLayouts/_rels/slideLayout4.xml.rels><?xml version='1.0' encoding='utf-8'?>
<Relationships xmlns="http://schemas.openxmlformats.org/package/2006/relationships"><Relationship Type="http://schemas.openxmlformats.org/officeDocument/2006/relationships/slideMaster" Target="../slideMasters/slideMaster1.xml" Id="R1d70841c9c964f91" /></Relationships>
</file>

<file path=ppt/pooled_animation_1/slideLayouts/_rels/slideLayout5.xml.rels><?xml version='1.0' encoding='utf-8'?>
<Relationships xmlns="http://schemas.openxmlformats.org/package/2006/relationships"><Relationship Type="http://schemas.openxmlformats.org/officeDocument/2006/relationships/slideMaster" Target="../slideMasters/slideMaster1.xml" Id="Rfc9471f31e3e4f1f" /></Relationships>
</file>

<file path=ppt/pooled_animation_1/slideLayouts/_rels/slideLayout6.xml.rels><?xml version='1.0' encoding='utf-8'?>
<Relationships xmlns="http://schemas.openxmlformats.org/package/2006/relationships"><Relationship Type="http://schemas.openxmlformats.org/officeDocument/2006/relationships/slideMaster" Target="../slideMasters/slideMaster1.xml" Id="R425fdc5cbb344f84" /></Relationships>
</file>

<file path=ppt/pooled_animation_1/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EE9E43-7BC8-4C56-B972-35794BF6D1C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1268348-3D51-47B7-ABA4-B15E2A2CD3A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pooled_animation_1/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3A689C3-A19F-4662-8E60-76D85A95D4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pooled_animation_1/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D05423-9637-4386-BD68-6780C0A95A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F49DE8F-B3A0-4D4A-A4F5-460E5986827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pooled_animation_1/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897ADD5-9410-4391-8F5D-50D08D26A6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4B42B5-8457-42B8-AD6E-A5D33FCB5B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BF19C7A-E65A-4CCF-AC87-33CD4FCFE0C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pooled_animation_1/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3E4E33-D6A8-4ED8-AD6A-2C0041D339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417109-87DD-4AF3-AAAA-C8FC4187D5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pooled_animation_1/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pooled_animation_1/slideMasters/_rels/slideMaster1.xml.rels><?xml version='1.0' encoding='utf-8'?>
<Relationships xmlns="http://schemas.openxmlformats.org/package/2006/relationships"><Relationship Type="http://schemas.openxmlformats.org/officeDocument/2006/relationships/theme" Target="theme/theme2.xml" Id="R471854338ae647bc" /><Relationship Type="http://schemas.openxmlformats.org/officeDocument/2006/relationships/slideLayout" Target="../slideLayouts/slideLayout1.xml" Id="R65a3ea9eeda2423a" /><Relationship Type="http://schemas.openxmlformats.org/officeDocument/2006/relationships/slideLayout" Target="../slideLayouts/slideLayout2.xml" Id="R4c9d311dab5846c0" /><Relationship Type="http://schemas.openxmlformats.org/officeDocument/2006/relationships/slideLayout" Target="../slideLayouts/slideLayout3.xml" Id="Rcb353fab665e4812" /><Relationship Type="http://schemas.openxmlformats.org/officeDocument/2006/relationships/slideLayout" Target="../slideLayouts/slideLayout4.xml" Id="R5b5e9d2602d04ebe" /><Relationship Type="http://schemas.openxmlformats.org/officeDocument/2006/relationships/slideLayout" Target="../slideLayouts/slideLayout5.xml" Id="R3562f6f0ac944ab9" /><Relationship Type="http://schemas.openxmlformats.org/officeDocument/2006/relationships/slideLayout" Target="../slideLayouts/slideLayout6.xml" Id="Rc3246816c6454c3e" /></Relationships>
</file>

<file path=ppt/pooled_animation_1/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a3ea9eeda2423a"/>
    <p:sldLayoutId xmlns:r="http://schemas.openxmlformats.org/officeDocument/2006/relationships" id="2147483650" r:id="R4c9d311dab5846c0"/>
    <p:sldLayoutId xmlns:r="http://schemas.openxmlformats.org/officeDocument/2006/relationships" id="2147483651" r:id="Rcb353fab665e4812"/>
    <p:sldLayoutId xmlns:r="http://schemas.openxmlformats.org/officeDocument/2006/relationships" id="2147483652" r:id="R5b5e9d2602d04ebe"/>
    <p:sldLayoutId xmlns:r="http://schemas.openxmlformats.org/officeDocument/2006/relationships" id="2147483653" r:id="R3562f6f0ac944ab9"/>
    <p:sldLayoutId xmlns:r="http://schemas.openxmlformats.org/officeDocument/2006/relationships" id="2147483654" r:id="Rc3246816c6454c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pooled_animation_1/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b98712e52448d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06738aac01b499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28b7d1d502a47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ef5689335564d8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ef14a5b2ef5461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3843882a8354a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4C1465-3A2B-40FD-B0B0-D0A36D5A503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0449748-3BE5-4B1B-8E45-CC843CD5CD5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9934649-5AD6-4533-9864-722CB351B2E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90454A-1C4A-4AEE-8C1E-4E39A0E87A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8A208A5-CA7F-40CD-B544-2E6B4263B5D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2878EFB-F283-48E0-8EC2-4E094ACADF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0632F6-990A-45E6-AD8F-33F2302714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8BB3ABE-8B25-44B0-A311-9F7531DA492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02FB01-B052-49B5-99F4-9D082EC465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0F3B04-7412-413B-B3B9-5A194829E6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a98b86ba934a2c" /><Relationship Type="http://schemas.openxmlformats.org/officeDocument/2006/relationships/slideLayout" Target="/ppt/slideLayouts/slideLayout1.xml" Id="Rd2e0abbc0bc14fed" /><Relationship Type="http://schemas.openxmlformats.org/officeDocument/2006/relationships/slideLayout" Target="/ppt/slideLayouts/slideLayout2.xml" Id="R9e6377ed3c4d4f68" /><Relationship Type="http://schemas.openxmlformats.org/officeDocument/2006/relationships/slideLayout" Target="/ppt/slideLayouts/slideLayout3.xml" Id="R8b7e63b7fe1443f0" /><Relationship Type="http://schemas.openxmlformats.org/officeDocument/2006/relationships/slideLayout" Target="/ppt/slideLayouts/slideLayout4.xml" Id="Re901c5d6de7d47a5" /><Relationship Type="http://schemas.openxmlformats.org/officeDocument/2006/relationships/slideLayout" Target="/ppt/slideLayouts/slideLayout5.xml" Id="R22e835caaca444fb" /><Relationship Type="http://schemas.openxmlformats.org/officeDocument/2006/relationships/slideLayout" Target="/ppt/slideLayouts/slideLayout6.xml" Id="R48aafdc1a9f944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e0abbc0bc14fed"/>
    <p:sldLayoutId xmlns:r="http://schemas.openxmlformats.org/officeDocument/2006/relationships" id="2147483650" r:id="R9e6377ed3c4d4f68"/>
    <p:sldLayoutId xmlns:r="http://schemas.openxmlformats.org/officeDocument/2006/relationships" id="2147483651" r:id="R8b7e63b7fe1443f0"/>
    <p:sldLayoutId xmlns:r="http://schemas.openxmlformats.org/officeDocument/2006/relationships" id="2147483652" r:id="Re901c5d6de7d47a5"/>
    <p:sldLayoutId xmlns:r="http://schemas.openxmlformats.org/officeDocument/2006/relationships" id="2147483653" r:id="R22e835caaca444fb"/>
    <p:sldLayoutId xmlns:r="http://schemas.openxmlformats.org/officeDocument/2006/relationships" id="2147483654" r:id="R48aafdc1a9f944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046c70ea6647d8" /><Relationship Type="http://schemas.openxmlformats.org/officeDocument/2006/relationships/image" Target="/ppt/media/image.png" Id="R2adc887d428b44c3" /><Relationship Type="http://schemas.openxmlformats.org/officeDocument/2006/relationships/notesSlide" Target="/ppt/notesSlides/notesSlide1.xml" Id="R4a816486a05b4bf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2523d8be2d04bba" /><Relationship Type="http://schemas.openxmlformats.org/officeDocument/2006/relationships/image" Target="/ppt/media/image2.png" Id="R2f954e8d9ff147a7" /><Relationship Type="http://schemas.openxmlformats.org/officeDocument/2006/relationships/notesSlide" Target="/ppt/notesSlides/notesSlide2.xml" Id="Rd978d9914d6f42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bacf66eadcf4404" /><Relationship Type="http://schemas.openxmlformats.org/officeDocument/2006/relationships/image" Target="/ppt/media/image3.png" Id="R07121ae419d4470a" /><Relationship Type="http://schemas.openxmlformats.org/officeDocument/2006/relationships/image" Target="/ppt/media/image4.png" Id="Rb0f85390c9244c89" /><Relationship Type="http://schemas.openxmlformats.org/officeDocument/2006/relationships/notesSlide" Target="/ppt/notesSlides/notesSlide3.xml" Id="R8734af00895e4a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a310dd24fa34f8a" /><Relationship Type="http://schemas.openxmlformats.org/officeDocument/2006/relationships/image" Target="/ppt/media/image5.png" Id="R83ec4631ec934333" /><Relationship Type="http://schemas.openxmlformats.org/officeDocument/2006/relationships/notesSlide" Target="/ppt/notesSlides/notesSlide4.xml" Id="R217153d6b7cf4904" /></Relationships>
</file>

<file path=ppt/slides/_rels/slide5.xml.rels><?xml version='1.0' encoding='utf-8'?>
<Relationships xmlns="http://schemas.openxmlformats.org/package/2006/relationships"><Relationship Type="http://schemas.openxmlformats.org/officeDocument/2006/relationships/slideLayout" Target="/ppt/slideLayouts/slideLayout6.xml" Id="Rc60dafd162274656" /><Relationship Type="http://schemas.openxmlformats.org/officeDocument/2006/relationships/image" Target="/ppt/media/image6.png" Id="R0027ffb88dfb4849" /><Relationship Type="http://schemas.openxmlformats.org/officeDocument/2006/relationships/image" Target="/ppt/media/image7.png" Id="R95f1727903324877" /><Relationship Type="http://schemas.openxmlformats.org/officeDocument/2006/relationships/notesSlide" Target="/ppt/notesSlides/notesSlide5.xml" Id="R62905511330a4053" /><Relationship Id="rIdModelTypeAnimation1" Type="http://schemas.openxmlformats.org/officeDocument/2006/relationships/image" Target="../media/model-type-1.gif" /><Relationship Id="rIdModelTypeAnimation1Added" Type="http://schemas.openxmlformats.org/officeDocument/2006/relationships/image" Target="../media/model-type-1.gif" /><Relationship Id="rIdModelTypeAnimation1AddedAdded" Type="http://schemas.openxmlformats.org/officeDocument/2006/relationships/image" Target="../media/model-type-1.gif" /><Relationship Id="rIdModelTypeAnimation1AddedAddedAdded" Type="http://schemas.openxmlformats.org/officeDocument/2006/relationships/image" Target="../media/model-type-1.gi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2aa711c920d4f12" /><Relationship Type="http://schemas.openxmlformats.org/officeDocument/2006/relationships/image" Target="/ppt/media/image8.png" Id="R30efb10d20754ae7" /><Relationship Type="http://schemas.openxmlformats.org/officeDocument/2006/relationships/image" Target="/ppt/media/image9.png" Id="R67c719e3a5cf4450" /><Relationship Type="http://schemas.openxmlformats.org/officeDocument/2006/relationships/notesSlide" Target="/ppt/notesSlides/notesSlide6.xml" Id="R4c86976434c24f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45711717ee84089" /><Relationship Type="http://schemas.openxmlformats.org/officeDocument/2006/relationships/image" Target="/ppt/media/image10.png" Id="R917d0fc2be214b4c" /><Relationship Type="http://schemas.openxmlformats.org/officeDocument/2006/relationships/notesSlide" Target="/ppt/notesSlides/notesSlide7.xml" Id="Rf15b976d2cac4df8" /></Relationships>
</file>

<file path=ppt/slides/_rels/slide8.xml.rels><?xml version='1.0' encoding='utf-8'?>
<Relationships xmlns="http://schemas.openxmlformats.org/package/2006/relationships"><Relationship Type="http://schemas.openxmlformats.org/officeDocument/2006/relationships/slideLayout" Target="/ppt/slideLayouts/slideLayout6.xml" Id="R77f9fb8be0764128" /><Relationship Type="http://schemas.openxmlformats.org/officeDocument/2006/relationships/image" Target="/ppt/media/image11.png" Id="R288c442218234227" /><Relationship Type="http://schemas.openxmlformats.org/officeDocument/2006/relationships/image" Target="/ppt/media/image12.png" Id="R861df3fb95d94cd0" /><Relationship Type="http://schemas.openxmlformats.org/officeDocument/2006/relationships/notesSlide" Target="/ppt/notesSlides/notesSlide8.xml" Id="Re80d5d3641a84e99" /><Relationship Id="rIdModelTypeAnimation1" Type="http://schemas.openxmlformats.org/officeDocument/2006/relationships/image" Target="../media/model-type-2.gif" /><Relationship Id="rIdModelTypeAnimation1Added" Type="http://schemas.openxmlformats.org/officeDocument/2006/relationships/image" Target="../media/model-type-2.gif" /><Relationship Id="rIdModelTypeAnimation1AddedAdded" Type="http://schemas.openxmlformats.org/officeDocument/2006/relationships/image" Target="../media/model-type-2.gif" /><Relationship Id="rIdModelTypeAnimation1AddedAddedAdded" Type="http://schemas.openxmlformats.org/officeDocument/2006/relationships/image" Target="../media/model-type-2.gi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b045b4a515b45ce" /><Relationship Type="http://schemas.openxmlformats.org/officeDocument/2006/relationships/image" Target="/ppt/media/image13.png" Id="Rb3db4b4d01814915" /><Relationship Type="http://schemas.openxmlformats.org/officeDocument/2006/relationships/image" Target="/ppt/media/image14.png" Id="R867a6e5f836e4507" /><Relationship Type="http://schemas.openxmlformats.org/officeDocument/2006/relationships/notesSlide" Target="/ppt/notesSlides/notesSlide9.xml" Id="R2cee0099c3334c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a8bf2217e1d4709" /><Relationship Type="http://schemas.openxmlformats.org/officeDocument/2006/relationships/image" Target="/ppt/media/image15.png" Id="Re35dfa55efd44467" /><Relationship Type="http://schemas.openxmlformats.org/officeDocument/2006/relationships/notesSlide" Target="/ppt/notesSlides/notesSlide10.xml" Id="Rbc725061d12f41b9" /></Relationships>
</file>

<file path=ppt/slides/_rels/slide11.xml.rels><?xml version='1.0' encoding='utf-8'?>
<Relationships xmlns="http://schemas.openxmlformats.org/package/2006/relationships"><Relationship Type="http://schemas.openxmlformats.org/officeDocument/2006/relationships/slideLayout" Target="/ppt/slideLayouts/slideLayout6.xml" Id="Ree87eb10d1ee4180" /><Relationship Type="http://schemas.openxmlformats.org/officeDocument/2006/relationships/image" Target="/ppt/media/image16.png" Id="R378f298f679442de" /><Relationship Type="http://schemas.openxmlformats.org/officeDocument/2006/relationships/image" Target="/ppt/media/image17.png" Id="R397873aef48b4ce4" /><Relationship Type="http://schemas.openxmlformats.org/officeDocument/2006/relationships/notesSlide" Target="/ppt/notesSlides/notesSlide11.xml" Id="Rdaf9a7b3164d461e" /><Relationship Id="rIdModelTypeAnimation1" Type="http://schemas.openxmlformats.org/officeDocument/2006/relationships/image" Target="../media/model-type-3.gif" /><Relationship Id="rIdModelTypeAnimation1Added" Type="http://schemas.openxmlformats.org/officeDocument/2006/relationships/image" Target="../media/model-type-3.gif" /><Relationship Id="rIdModelTypeAnimation1AddedAdded" Type="http://schemas.openxmlformats.org/officeDocument/2006/relationships/image" Target="../media/model-type-3.gif" /><Relationship Id="rIdModelTypeAnimation1AddedAddedAdded" Type="http://schemas.openxmlformats.org/officeDocument/2006/relationships/image" Target="../media/model-type-3.gif" /></Relationships>
</file>

<file path=ppt/slides/_rels/slide12.xml.rels><?xml version='1.0' encoding='utf-8'?>
<Relationships xmlns="http://schemas.openxmlformats.org/package/2006/relationships"><Relationship Type="http://schemas.openxmlformats.org/officeDocument/2006/relationships/slideLayout" Target="../domain_variance/slideLayouts/slideLayout6.xml" Id="R485ad2d56d2f482d" /><Relationship Type="http://schemas.openxmlformats.org/officeDocument/2006/relationships/image" Target="../domain_variance/media/image.png" Id="R5344e48135454373" /><Relationship Type="http://schemas.openxmlformats.org/officeDocument/2006/relationships/notesSlide" Target="../domain_variance/notesSlides/notesSlide1.xml" Id="Rb1a5168740274c35" /></Relationships>
</file>

<file path=ppt/slides/_rels/slide13.xml.rels><?xml version='1.0' encoding='utf-8'?>
<Relationships xmlns="http://schemas.openxmlformats.org/package/2006/relationships"><Relationship Type="http://schemas.openxmlformats.org/officeDocument/2006/relationships/slideLayout" Target="../workflow_addition_12_workflow-pptx-wsax_km0/slideLayouts/slideLayout6.xml" Id="R22245b41ddc040c2" /><Relationship Type="http://schemas.openxmlformats.org/officeDocument/2006/relationships/image" Target="../workflow_addition_12_workflow-pptx-wsax_km0/media/image.png" Id="R86566031f2b049ba" /><Relationship Type="http://schemas.openxmlformats.org/officeDocument/2006/relationships/image" Target="../workflow_addition_12_workflow-pptx-wsax_km0/media/image2.png" Id="R4e70eb726345455b" /><Relationship Type="http://schemas.openxmlformats.org/officeDocument/2006/relationships/image" Target="../workflow_addition_12_workflow-pptx-wsax_km0/media/image3.png" Id="Rb62fb544b1ae45f5" /><Relationship Type="http://schemas.openxmlformats.org/officeDocument/2006/relationships/image" Target="../workflow_addition_12_workflow-pptx-wsax_km0/media/image4.png" Id="Rc98439e60bdf4b55" /><Relationship Type="http://schemas.openxmlformats.org/officeDocument/2006/relationships/notesSlide" Target="../workflow_addition_12_workflow-pptx-wsax_km0/notesSlides/notesSlide1.xml" Id="Recdbd90568f14e91" /></Relationships>
</file>

<file path=ppt/slides/_rels/slide14.xml.rels><?xml version='1.0' encoding='utf-8'?>
<Relationships xmlns="http://schemas.openxmlformats.org/package/2006/relationships"><Relationship Type="http://schemas.openxmlformats.org/officeDocument/2006/relationships/slideLayout" Target="../workflow_addition_13_workflow-pptx-wsax_km0/slideLayouts/slideLayout6.xml" Id="Rcc3537f91af049b8" /><Relationship Type="http://schemas.openxmlformats.org/officeDocument/2006/relationships/chart" Target="../workflow_addition_13_workflow-pptx-wsax_km0/slides/charts/chart1.xml" Id="R061ce41082dc46b3" /><Relationship Type="http://schemas.openxmlformats.org/officeDocument/2006/relationships/notesSlide" Target="../workflow_addition_13_workflow-pptx-wsax_km0/notesSlides/notesSlide1.xml" Id="R135cf7f811ec492d" /></Relationships>
</file>

<file path=ppt/slides/_rels/slide15.xml.rels><?xml version='1.0' encoding='utf-8'?>
<Relationships xmlns="http://schemas.openxmlformats.org/package/2006/relationships"><Relationship Type="http://schemas.openxmlformats.org/officeDocument/2006/relationships/slideLayout" Target="../tm_heatmap/slideLayouts/slideLayout6.xml" Id="R90ec7ea60bf04eea" /><Relationship Type="http://schemas.openxmlformats.org/officeDocument/2006/relationships/notesSlide" Target="../tm_heatmap/notesSlides/notesSlide1.xml" Id="Rfe4a435364204c75" /></Relationships>
</file>

<file path=ppt/slides/_rels/slide16.xml.rels><?xml version='1.0' encoding='utf-8'?>
<Relationships xmlns="http://schemas.openxmlformats.org/package/2006/relationships"><Relationship Type="http://schemas.openxmlformats.org/officeDocument/2006/relationships/slideLayout" Target="../workflow_addition_15_workflow-pptx-m6msfi_3/slideLayouts/slideLayout6.xml" Id="R5f25ea83db804fbc" /><Relationship Type="http://schemas.openxmlformats.org/officeDocument/2006/relationships/image" Target="../workflow_addition_15_workflow-pptx-m6msfi_3/media/image.png" Id="R7389d27901c748f9" /><Relationship Type="http://schemas.openxmlformats.org/officeDocument/2006/relationships/image" Target="../workflow_addition_15_workflow-pptx-m6msfi_3/media/image2.png" Id="R1291acd6bd4044f0" /><Relationship Type="http://schemas.openxmlformats.org/officeDocument/2006/relationships/image" Target="../workflow_addition_15_workflow-pptx-m6msfi_3/media/image3.png" Id="Rc29a0622dcd34049" /><Relationship Type="http://schemas.openxmlformats.org/officeDocument/2006/relationships/notesSlide" Target="../workflow_addition_15_workflow-pptx-m6msfi_3/notesSlides/notesSlide1.xml" Id="R4c64ddc160464621" /><Relationship Id="rIdBonsaiSource" Type="http://schemas.openxmlformats.org/officeDocument/2006/relationships/hyperlink" Target="https://github.com/dhdegroot/Bonsai-data-representation/tree/b16ef6f0a164610327022c7d0b92de82b3596aad" TargetMode="External" /></Relationships>
</file>

<file path=ppt/slides/_rels/slide17.xml.rels><?xml version='1.0' encoding='utf-8'?>
<Relationships xmlns="http://schemas.openxmlformats.org/package/2006/relationships"><Relationship Id="rId1" Type="http://schemas.openxmlformats.org/officeDocument/2006/relationships/slideLayout" Target="../introduction_title/slideLayouts/slideLayout7.xml" /><Relationship Id="rId2" Type="http://schemas.openxmlformats.org/officeDocument/2006/relationships/notesSlide" Target="../introduction_title/notesSlides/notesSlide1.xml" /></Relationships>
</file>

<file path=ppt/slides/_rels/slide18.xml.rels><?xml version='1.0' encoding='utf-8'?>
<Relationships xmlns="http://schemas.openxmlformats.org/package/2006/relationships"><Relationship Id="rId1" Type="http://schemas.openxmlformats.org/officeDocument/2006/relationships/slideLayout" Target="../introduction_methodology/slideLayouts/slideLayout7.xml" /><Relationship Id="rId2" Type="http://schemas.openxmlformats.org/officeDocument/2006/relationships/hyperlink" Target="https://github.com/wallnerlab/AFsample2" TargetMode="External" /><Relationship Id="rId3" Type="http://schemas.openxmlformats.org/officeDocument/2006/relationships/hyperlink" Target="https://github.com/wallnerlab/afsample3/tree/507e8fd492379cb3996d1ba2e04794e8ce2191df" TargetMode="External" /><Relationship Id="rId4" Type="http://schemas.openxmlformats.org/officeDocument/2006/relationships/hyperlink" Target="https://github.com/microsoft/bioemu" TargetMode="External" /><Relationship Id="rId5" Type="http://schemas.openxmlformats.org/officeDocument/2006/relationships/hyperlink" Target="https://scikit-learn.org/stable/modules/generated/sklearn.decomposition.PCA.html" TargetMode="External" /><Relationship Id="rId6" Type="http://schemas.openxmlformats.org/officeDocument/2006/relationships/hyperlink" Target="https://scikit-learn.org/stable/modules/generated/sklearn.manifold.TSNE.html" TargetMode="External" /><Relationship Id="rId7" Type="http://schemas.openxmlformats.org/officeDocument/2006/relationships/hyperlink" Target="https://github.com/lmcinnes/umap" TargetMode="External" /><Relationship Id="rId8" Type="http://schemas.openxmlformats.org/officeDocument/2006/relationships/hyperlink" Target="https://github.com/pylelab/USalign" TargetMode="External" /><Relationship Id="rId9" Type="http://schemas.openxmlformats.org/officeDocument/2006/relationships/hyperlink" Target="https://github.com/dhdegroot/Bonsai-data-representation/tree/b16ef6f0a164610327022c7d0b92de82b3596aad" TargetMode="External" /><Relationship Id="rId10" Type="http://schemas.openxmlformats.org/officeDocument/2006/relationships/hyperlink" Target="https://jmlr.org/papers/v12/pedregosa11a.html" TargetMode="External" /><Relationship Id="rId11" Type="http://schemas.openxmlformats.org/officeDocument/2006/relationships/hyperlink" Target="https://www.jmlr.org/papers/v9/vandermaaten08a.html" TargetMode="External" /><Relationship Id="rId12" Type="http://schemas.openxmlformats.org/officeDocument/2006/relationships/hyperlink" Target="https://arxiv.org/abs/1802.03426" TargetMode="External" /><Relationship Id="rId13" Type="http://schemas.openxmlformats.org/officeDocument/2006/relationships/notesSlide" Target="../introduction_methodology/notesSlides/notesSlide1.xml" /></Relationships>
</file>

<file path=ppt/slides/_rels/slide19.xml.rels><?xml version='1.0' encoding='utf-8'?>
<Relationships xmlns="http://schemas.openxmlformats.org/package/2006/relationships"><Relationship Id="rId1" Type="http://schemas.openxmlformats.org/officeDocument/2006/relationships/slideLayout" Target="../tm_group_18/slideLayouts/slideLayout7.xml" /><Relationship Id="rId2" Type="http://schemas.openxmlformats.org/officeDocument/2006/relationships/image" Target="../tm_group_18/media/image1.png" /><Relationship Id="rId3" Type="http://schemas.openxmlformats.org/officeDocument/2006/relationships/notesSlide" Target="../tm_group_18/notesSlides/notesSlide1.xml" /></Relationships>
</file>

<file path=ppt/slides/_rels/slide20.xml.rels><?xml version='1.0' encoding='utf-8'?>
<Relationships xmlns="http://schemas.openxmlformats.org/package/2006/relationships"><Relationship Type="http://schemas.openxmlformats.org/officeDocument/2006/relationships/slideLayout" Target="../pooled_animation_1/slideLayouts/slideLayout6.xml" Id="Rede040863fc84d43" /><Relationship Type="http://schemas.openxmlformats.org/officeDocument/2006/relationships/image" Target="../pooled_animation_1/media/image.png" Id="Rdd3beb87ffe94fd1" /><Relationship Type="http://schemas.openxmlformats.org/officeDocument/2006/relationships/notesSlide" Target="../pooled_animation_1/notesSlides/notesSlide1.xml" Id="Refd5ea70183f44ee" /><Relationship Id="rIdPooledAnimation1" Type="http://schemas.openxmlformats.org/officeDocument/2006/relationships/image" Target="../pooled_animation_1/media/pooled-animation-1.gi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A2C9DC6F-8CD2-4106-AAD5-4B3B7FD99467}"/>
              </a:ext>
            </a:extLst>
          </p:cNvPr>
          <p:cNvPicPr>
            <a:picLocks xmlns:a="http://schemas.openxmlformats.org/drawingml/2006/main" noChangeAspect="1"/>
          </p:cNvPicPr>
          <p:nvPr/>
        </p:nvPicPr>
        <p:blipFill>
          <a:blip xmlns:r="http://schemas.openxmlformats.org/officeDocument/2006/relationships" xmlns:a="http://schemas.openxmlformats.org/drawingml/2006/main" r:embed="R2adc887d428b44c3"/>
          <a:stretch xmlns:a="http://schemas.openxmlformats.org/drawingml/2006/main"/>
        </p:blipFill>
        <p:spPr>
          <a:xfrm xmlns:a="http://schemas.openxmlformats.org/drawingml/2006/main">
            <a:off x="3353159" y="609600"/>
            <a:ext cx="5485682"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FF9D1B7-48AE-45DA-99C8-867F1138E89E}"/>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1. Median Cα distance between shared residues across the model ensemble.</a:t>
            </a:r>
          </a:p>
        </p:txBody>
      </p:sp>
    </p:spTree>
    <p:extLst>
      <p:ext uri="{BB962C8B-B14F-4D97-AF65-F5344CB8AC3E}">
        <p14:creationId xmlns:p14="http://schemas.microsoft.com/office/powerpoint/2010/main" val="19147141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F25C8FB7-2DAF-4489-A408-20E2F308C068}"/>
              </a:ext>
            </a:extLst>
          </p:cNvPr>
          <p:cNvPicPr>
            <a:picLocks xmlns:a="http://schemas.openxmlformats.org/drawingml/2006/main" noChangeAspect="1"/>
          </p:cNvPicPr>
          <p:nvPr/>
        </p:nvPicPr>
        <p:blipFill>
          <a:blip xmlns:r="http://schemas.openxmlformats.org/officeDocument/2006/relationships" xmlns:a="http://schemas.openxmlformats.org/drawingml/2006/main" r:embed="R2f954e8d9ff147a7"/>
          <a:stretch xmlns:a="http://schemas.openxmlformats.org/drawingml/2006/main"/>
        </p:blipFill>
        <p:spPr>
          <a:xfrm xmlns:a="http://schemas.openxmlformats.org/drawingml/2006/main">
            <a:off x="3353159" y="609600"/>
            <a:ext cx="5485682"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3EC1166-7513-46D1-932C-A2F93A35FE83}"/>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2. Variance of Cα distances between shared residues across the model ensemble.</a:t>
            </a:r>
          </a:p>
        </p:txBody>
      </p:sp>
    </p:spTree>
    <p:extLst>
      <p:ext uri="{BB962C8B-B14F-4D97-AF65-F5344CB8AC3E}">
        <p14:creationId xmlns:p14="http://schemas.microsoft.com/office/powerpoint/2010/main" val="2310558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0E739039-6C09-48A1-BE13-BA3AE7FCDC37}"/>
              </a:ext>
            </a:extLst>
          </p:cNvPr>
          <p:cNvPicPr>
            <a:picLocks xmlns:a="http://schemas.openxmlformats.org/drawingml/2006/main" noChangeAspect="1"/>
          </p:cNvPicPr>
          <p:nvPr/>
        </p:nvPicPr>
        <p:blipFill>
          <a:blip xmlns:r="http://schemas.openxmlformats.org/officeDocument/2006/relationships" xmlns:a="http://schemas.openxmlformats.org/drawingml/2006/main" r:embed="R07121ae419d4470a"/>
          <a:stretch xmlns:a="http://schemas.openxmlformats.org/drawingml/2006/main"/>
        </p:blipFill>
        <p:spPr>
          <a:xfrm xmlns:a="http://schemas.openxmlformats.org/drawingml/2006/main">
            <a:off x="457200" y="352727"/>
            <a:ext cx="5486400" cy="4838095"/>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D649B01B-2C73-4382-B7AF-150080B882FE}"/>
              </a:ext>
            </a:extLst>
          </p:cNvPr>
          <p:cNvPicPr>
            <a:picLocks xmlns:a="http://schemas.openxmlformats.org/drawingml/2006/main" noChangeAspect="1"/>
          </p:cNvPicPr>
          <p:nvPr/>
        </p:nvPicPr>
        <p:blipFill>
          <a:blip xmlns:r="http://schemas.openxmlformats.org/officeDocument/2006/relationships" xmlns:a="http://schemas.openxmlformats.org/drawingml/2006/main" r:embed="Rb0f85390c9244c89"/>
          <a:stretch xmlns:a="http://schemas.openxmlformats.org/drawingml/2006/main"/>
        </p:blipFill>
        <p:spPr>
          <a:xfrm xmlns:a="http://schemas.openxmlformats.org/drawingml/2006/main">
            <a:off x="6096000" y="369673"/>
            <a:ext cx="5486400" cy="480420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8055126-BE52-4121-89F9-CC2006223EE0}"/>
              </a:ext>
            </a:extLst>
          </p:cNvPr>
          <p:cNvSpPr>
            <a:spLocks xmlns:a="http://schemas.openxmlformats.org/drawingml/2006/main" noGrp="1"/>
          </p:cNvSpPr>
          <p:nvPr/>
        </p:nvSpPr>
        <p:spPr>
          <a:xfrm xmlns:a="http://schemas.openxmlformats.org/drawingml/2006/main">
            <a:off x="457200" y="5619750"/>
            <a:ext cx="11277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xmlns:a="http://schemas.openxmlformats.org/drawingml/2006/main">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3. PCA embedding of shared-residue distograms, colored by confidence metrics. a: &lt;pLDDT&gt;; b: pTM. Cluster-colored outlines in panel a identify the selected representative models from each structure cluster ensemble. Gray models do not have this value calculable.</a:t>
            </a:r>
          </a:p>
        </p:txBody>
      </p:sp>
    </p:spTree>
    <p:extLst>
      <p:ext uri="{BB962C8B-B14F-4D97-AF65-F5344CB8AC3E}">
        <p14:creationId xmlns:p14="http://schemas.microsoft.com/office/powerpoint/2010/main" val="19310413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7649ACCF-9B2F-4D54-A862-5E63CC5AF87E}"/>
              </a:ext>
            </a:extLst>
          </p:cNvPr>
          <p:cNvPicPr>
            <a:picLocks xmlns:a="http://schemas.openxmlformats.org/drawingml/2006/main" noChangeAspect="1"/>
          </p:cNvPicPr>
          <p:nvPr/>
        </p:nvPicPr>
        <p:blipFill>
          <a:blip xmlns:r="http://schemas.openxmlformats.org/officeDocument/2006/relationships" xmlns:a="http://schemas.openxmlformats.org/drawingml/2006/main" r:embed="R83ec4631ec934333"/>
          <a:stretch xmlns:a="http://schemas.openxmlformats.org/drawingml/2006/main"/>
        </p:blipFill>
        <p:spPr>
          <a:xfrm xmlns:a="http://schemas.openxmlformats.org/drawingml/2006/main">
            <a:off x="2197798" y="609600"/>
            <a:ext cx="7796404"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10D8DC-AFDF-4F41-B021-4E37DC342A4F}"/>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4. PCA embedding of shared-residue distograms, colored by AIS Method.</a:t>
            </a:r>
          </a:p>
        </p:txBody>
      </p:sp>
    </p:spTree>
    <p:extLst>
      <p:ext uri="{BB962C8B-B14F-4D97-AF65-F5344CB8AC3E}">
        <p14:creationId xmlns:p14="http://schemas.microsoft.com/office/powerpoint/2010/main" val="907987601"/>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6" name="">
            <a:extLst>
              <a:ext uri="{FF2B5EF4-FFF2-40B4-BE49-F238E27FC236}">
                <ns2:creationId id="{63B9A4DB-B17C-476E-9287-ACF5344A9620}"/>
              </a:ext>
            </a:extLst>
          </p:cNvPr>
          <p:cNvSpPr>
            <a:spLocks noGrp="1"/>
          </p:cNvSpPr>
          <p:nvPr/>
        </p:nvSpPr>
        <p:spPr>
          <a:xfrm>
            <a:off x="4572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a. Cluster labels</a:t>
            </a:r>
          </a:p>
        </p:txBody>
      </p:sp>
      <p:pic>
        <p:nvPicPr>
          <p:cNvPr id="2" name="">
            <a:extLst>
              <a:ext uri="{FF2B5EF4-FFF2-40B4-BE49-F238E27FC236}">
                <ns2:creationId id="{AB10F8FA-1A89-4B8E-B538-AF606B0B47B5}"/>
              </a:ext>
            </a:extLst>
          </p:cNvPr>
          <p:cNvPicPr>
            <a:picLocks noChangeAspect="1"/>
          </p:cNvPicPr>
          <p:nvPr/>
        </p:nvPicPr>
        <p:blipFill>
          <a:blip r:embed="R0027ffb88dfb4849"/>
          <a:stretch/>
        </p:blipFill>
        <p:spPr>
          <a:xfrm>
            <a:off x="457200" y="1418612"/>
            <a:ext cx="5486400" cy="3239726"/>
          </a:xfrm>
          <a:prstGeom prst="rect">
            <a:avLst/>
          </a:prstGeom>
        </p:spPr>
      </p:pic>
      <p:sp>
        <p:nvSpPr>
          <p:cNvPr id="3" name="">
            <a:extLst>
              <a:ext uri="{FF2B5EF4-FFF2-40B4-BE49-F238E27FC236}">
                <ns2:creationId id="{74DEC321-6C5D-47AC-B715-5EDC79E7291B}"/>
              </a:ext>
            </a:extLst>
          </p:cNvPr>
          <p:cNvSpPr>
            <a:spLocks noGrp="1"/>
          </p:cNvSpPr>
          <p:nvPr/>
        </p:nvSpPr>
        <p:spPr>
          <a:xfrm>
            <a:off x="60960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b. Model types</a:t>
            </a:r>
          </a:p>
        </p:txBody>
      </p:sp>
      <p:pic>
        <p:nvPicPr>
          <p:cNvPr id="4" name="" descr="Model types cycle in recorded order; one highlighted type per frame">
            <a:extLst>
              <a:ext uri="{FF2B5EF4-FFF2-40B4-BE49-F238E27FC236}">
                <ns2:creationId id="{4B85B003-DE14-434A-8308-7290845FC1C2}"/>
              </a:ext>
            </a:extLst>
          </p:cNvPr>
          <p:cNvPicPr>
            <a:picLocks noChangeAspect="1"/>
          </p:cNvPicPr>
          <p:nvPr/>
        </p:nvPicPr>
        <p:blipFill>
          <a:blip r:embed="rIdModelTypeAnimation1AddedAddedAdded"/>
          <a:stretch/>
        </p:blipFill>
        <p:spPr>
          <a:xfrm>
            <a:off x="6096000" y="1291383"/>
            <a:ext cx="5486400" cy="3494184"/>
          </a:xfrm>
          <a:prstGeom prst="rect">
            <a:avLst/>
          </a:prstGeom>
        </p:spPr>
      </p:pic>
      <p:sp>
        <p:nvSpPr>
          <p:cNvPr id="5" name="">
            <a:extLst>
              <a:ext uri="{FF2B5EF4-FFF2-40B4-BE49-F238E27FC236}">
                <ns2:creationId id="{C716E087-EC1E-4074-912B-1416CF18F901}"/>
              </a:ext>
            </a:extLst>
          </p:cNvPr>
          <p:cNvSpPr>
            <a:spLocks noGrp="1"/>
          </p:cNvSpPr>
          <p:nvPr/>
        </p:nvSpPr>
        <p:spPr>
          <a:xfrm>
            <a:off x="457200" y="5715000"/>
            <a:ext cx="11277600" cy="914400"/>
          </a:xfrm>
          <a:prstGeom prst="rect">
            <a:avLst/>
          </a:prstGeom>
          <a:noFill/>
          <a:ln w="0">
            <a:noFill/>
          </a:ln>
        </p:spPr>
        <p:txBody>
          <a:bodyPr>
            <a:normAutofit fontScale="100000"/>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Figure 5. PCA projection of shared-residue distograms. a: cluster labels assigned from UMAP; cluster colors are consistent across projections. b: model type labels; each model type uses its consistent color across workflow runs.</a:t>
            </a:r>
          </a:p>
        </p:txBody>
      </p:sp>
    </p:spTree>
    <p:extLst>
      <p:ext uri="{BB962C8B-B14F-4D97-AF65-F5344CB8AC3E}">
        <ns4:creationId val="6065010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079BD1F1-7D07-44B8-923F-69F95AAC836A}"/>
              </a:ext>
            </a:extLst>
          </p:cNvPr>
          <p:cNvPicPr>
            <a:picLocks xmlns:a="http://schemas.openxmlformats.org/drawingml/2006/main" noChangeAspect="1"/>
          </p:cNvPicPr>
          <p:nvPr/>
        </p:nvPicPr>
        <p:blipFill>
          <a:blip xmlns:r="http://schemas.openxmlformats.org/officeDocument/2006/relationships" xmlns:a="http://schemas.openxmlformats.org/drawingml/2006/main" r:embed="R30efb10d20754ae7"/>
          <a:stretch xmlns:a="http://schemas.openxmlformats.org/drawingml/2006/main"/>
        </p:blipFill>
        <p:spPr>
          <a:xfrm xmlns:a="http://schemas.openxmlformats.org/drawingml/2006/main">
            <a:off x="457200" y="268855"/>
            <a:ext cx="5486400" cy="5005839"/>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C45F6344-7C53-4C0E-A030-29A394C25962}"/>
              </a:ext>
            </a:extLst>
          </p:cNvPr>
          <p:cNvPicPr>
            <a:picLocks xmlns:a="http://schemas.openxmlformats.org/drawingml/2006/main" noChangeAspect="1"/>
          </p:cNvPicPr>
          <p:nvPr/>
        </p:nvPicPr>
        <p:blipFill>
          <a:blip xmlns:r="http://schemas.openxmlformats.org/officeDocument/2006/relationships" xmlns:a="http://schemas.openxmlformats.org/drawingml/2006/main" r:embed="R67c719e3a5cf4450"/>
          <a:stretch xmlns:a="http://schemas.openxmlformats.org/drawingml/2006/main"/>
        </p:blipFill>
        <p:spPr>
          <a:xfrm xmlns:a="http://schemas.openxmlformats.org/drawingml/2006/main">
            <a:off x="6096000" y="286992"/>
            <a:ext cx="5486400" cy="496956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F2D5057-A23D-4603-9E05-C6FC0ECAE44D}"/>
              </a:ext>
            </a:extLst>
          </p:cNvPr>
          <p:cNvSpPr>
            <a:spLocks xmlns:a="http://schemas.openxmlformats.org/drawingml/2006/main" noGrp="1"/>
          </p:cNvSpPr>
          <p:nvPr/>
        </p:nvSpPr>
        <p:spPr>
          <a:xfrm xmlns:a="http://schemas.openxmlformats.org/drawingml/2006/main">
            <a:off x="457200" y="5619750"/>
            <a:ext cx="11277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xmlns:a="http://schemas.openxmlformats.org/drawingml/2006/main">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6. UMAP embedding of shared-residue distograms, colored by confidence metrics. a: &lt;pLDDT&gt;; b: pTM. Cluster-colored outlines in panel a identify the selected representative models from each structure cluster ensemble. Gray models do not have this value calculable.</a:t>
            </a:r>
          </a:p>
        </p:txBody>
      </p:sp>
    </p:spTree>
    <p:extLst>
      <p:ext uri="{BB962C8B-B14F-4D97-AF65-F5344CB8AC3E}">
        <p14:creationId xmlns:p14="http://schemas.microsoft.com/office/powerpoint/2010/main" val="2515110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B893D408-6CE1-4D58-A491-BC897B582821}"/>
              </a:ext>
            </a:extLst>
          </p:cNvPr>
          <p:cNvPicPr>
            <a:picLocks xmlns:a="http://schemas.openxmlformats.org/drawingml/2006/main" noChangeAspect="1"/>
          </p:cNvPicPr>
          <p:nvPr/>
        </p:nvPicPr>
        <p:blipFill>
          <a:blip xmlns:r="http://schemas.openxmlformats.org/officeDocument/2006/relationships" xmlns:a="http://schemas.openxmlformats.org/drawingml/2006/main" r:embed="R917d0fc2be214b4c"/>
          <a:stretch xmlns:a="http://schemas.openxmlformats.org/drawingml/2006/main"/>
        </p:blipFill>
        <p:spPr>
          <a:xfrm xmlns:a="http://schemas.openxmlformats.org/drawingml/2006/main">
            <a:off x="2266984" y="609600"/>
            <a:ext cx="7658032"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3FB478D-B1FA-4F0A-9B5D-0A183DBFA990}"/>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7. UMAP embedding of shared-residue distograms, colored by AIS Method.</a:t>
            </a:r>
          </a:p>
        </p:txBody>
      </p:sp>
    </p:spTree>
    <p:extLst>
      <p:ext uri="{BB962C8B-B14F-4D97-AF65-F5344CB8AC3E}">
        <p14:creationId xmlns:p14="http://schemas.microsoft.com/office/powerpoint/2010/main" val="438600033"/>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6" name="">
            <a:extLst>
              <a:ext uri="{FF2B5EF4-FFF2-40B4-BE49-F238E27FC236}">
                <ns2:creationId id="{917F30F5-9805-4B0C-87E3-88FA4883788F}"/>
              </a:ext>
            </a:extLst>
          </p:cNvPr>
          <p:cNvSpPr>
            <a:spLocks noGrp="1"/>
          </p:cNvSpPr>
          <p:nvPr/>
        </p:nvSpPr>
        <p:spPr>
          <a:xfrm>
            <a:off x="4572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a. Cluster labels</a:t>
            </a:r>
          </a:p>
        </p:txBody>
      </p:sp>
      <p:pic>
        <p:nvPicPr>
          <p:cNvPr id="2" name="">
            <a:extLst>
              <a:ext uri="{FF2B5EF4-FFF2-40B4-BE49-F238E27FC236}">
                <ns2:creationId id="{8C6E5899-3FC7-4122-910A-8973772FEFA2}"/>
              </a:ext>
            </a:extLst>
          </p:cNvPr>
          <p:cNvPicPr>
            <a:picLocks noChangeAspect="1"/>
          </p:cNvPicPr>
          <p:nvPr/>
        </p:nvPicPr>
        <p:blipFill>
          <a:blip r:embed="R288c442218234227"/>
          <a:stretch/>
        </p:blipFill>
        <p:spPr>
          <a:xfrm>
            <a:off x="457200" y="1390788"/>
            <a:ext cx="5486400" cy="3295374"/>
          </a:xfrm>
          <a:prstGeom prst="rect">
            <a:avLst/>
          </a:prstGeom>
        </p:spPr>
      </p:pic>
      <p:sp>
        <p:nvSpPr>
          <p:cNvPr id="3" name="">
            <a:extLst>
              <a:ext uri="{FF2B5EF4-FFF2-40B4-BE49-F238E27FC236}">
                <ns2:creationId id="{FDC8BB07-7E38-4D9B-987C-420A699D6F2F}"/>
              </a:ext>
            </a:extLst>
          </p:cNvPr>
          <p:cNvSpPr>
            <a:spLocks noGrp="1"/>
          </p:cNvSpPr>
          <p:nvPr/>
        </p:nvSpPr>
        <p:spPr>
          <a:xfrm>
            <a:off x="60960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b. Model types</a:t>
            </a:r>
          </a:p>
        </p:txBody>
      </p:sp>
      <p:pic>
        <p:nvPicPr>
          <p:cNvPr id="4" name="" descr="Model types cycle in recorded order; one highlighted type per frame">
            <a:extLst>
              <a:ext uri="{FF2B5EF4-FFF2-40B4-BE49-F238E27FC236}">
                <ns2:creationId id="{7D6E93B6-6D73-4CD4-B394-CF160648ED68}"/>
              </a:ext>
            </a:extLst>
          </p:cNvPr>
          <p:cNvPicPr>
            <a:picLocks noChangeAspect="1"/>
          </p:cNvPicPr>
          <p:nvPr/>
        </p:nvPicPr>
        <p:blipFill>
          <a:blip r:embed="rIdModelTypeAnimation1AddedAddedAdded"/>
          <a:stretch/>
        </p:blipFill>
        <p:spPr>
          <a:xfrm>
            <a:off x="6096000" y="1258973"/>
            <a:ext cx="5486400" cy="3559004"/>
          </a:xfrm>
          <a:prstGeom prst="rect">
            <a:avLst/>
          </a:prstGeom>
        </p:spPr>
      </p:pic>
      <p:sp>
        <p:nvSpPr>
          <p:cNvPr id="5" name="">
            <a:extLst>
              <a:ext uri="{FF2B5EF4-FFF2-40B4-BE49-F238E27FC236}">
                <ns2:creationId id="{9913F612-054D-4890-AF7E-CEF43CCFFACA}"/>
              </a:ext>
            </a:extLst>
          </p:cNvPr>
          <p:cNvSpPr>
            <a:spLocks noGrp="1"/>
          </p:cNvSpPr>
          <p:nvPr/>
        </p:nvSpPr>
        <p:spPr>
          <a:xfrm>
            <a:off x="457200" y="5715000"/>
            <a:ext cx="11277600" cy="914400"/>
          </a:xfrm>
          <a:prstGeom prst="rect">
            <a:avLst/>
          </a:prstGeom>
          <a:noFill/>
          <a:ln w="0">
            <a:noFill/>
          </a:ln>
        </p:spPr>
        <p:txBody>
          <a:bodyPr>
            <a:normAutofit fontScale="100000"/>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Figure 8. UMAP projection of shared-residue distograms. a: cluster labels assigned from UMAP; cluster colors are consistent across projections. b: model type labels; each model type uses its consistent color across workflow runs.</a:t>
            </a:r>
          </a:p>
        </p:txBody>
      </p:sp>
    </p:spTree>
    <p:extLst>
      <p:ext uri="{BB962C8B-B14F-4D97-AF65-F5344CB8AC3E}">
        <ns4:creationId val="35831833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E30710FD-E881-408E-82FA-595B3A206AEB}"/>
              </a:ext>
            </a:extLst>
          </p:cNvPr>
          <p:cNvPicPr>
            <a:picLocks xmlns:a="http://schemas.openxmlformats.org/drawingml/2006/main" noChangeAspect="1"/>
          </p:cNvPicPr>
          <p:nvPr/>
        </p:nvPicPr>
        <p:blipFill>
          <a:blip xmlns:r="http://schemas.openxmlformats.org/officeDocument/2006/relationships" xmlns:a="http://schemas.openxmlformats.org/drawingml/2006/main" r:embed="Rb3db4b4d01814915"/>
          <a:stretch xmlns:a="http://schemas.openxmlformats.org/drawingml/2006/main"/>
        </p:blipFill>
        <p:spPr>
          <a:xfrm xmlns:a="http://schemas.openxmlformats.org/drawingml/2006/main">
            <a:off x="457200" y="311506"/>
            <a:ext cx="5486400" cy="4920538"/>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9EB61191-F630-4178-B09B-00E09F80BDA6}"/>
              </a:ext>
            </a:extLst>
          </p:cNvPr>
          <p:cNvPicPr>
            <a:picLocks xmlns:a="http://schemas.openxmlformats.org/drawingml/2006/main" noChangeAspect="1"/>
          </p:cNvPicPr>
          <p:nvPr/>
        </p:nvPicPr>
        <p:blipFill>
          <a:blip xmlns:r="http://schemas.openxmlformats.org/officeDocument/2006/relationships" xmlns:a="http://schemas.openxmlformats.org/drawingml/2006/main" r:embed="R867a6e5f836e4507"/>
          <a:stretch xmlns:a="http://schemas.openxmlformats.org/drawingml/2006/main"/>
        </p:blipFill>
        <p:spPr>
          <a:xfrm xmlns:a="http://schemas.openxmlformats.org/drawingml/2006/main">
            <a:off x="6096000" y="329032"/>
            <a:ext cx="5486400" cy="488548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0A5E984-FEAB-4FC1-A120-7F28E82BC4B5}"/>
              </a:ext>
            </a:extLst>
          </p:cNvPr>
          <p:cNvSpPr>
            <a:spLocks xmlns:a="http://schemas.openxmlformats.org/drawingml/2006/main" noGrp="1"/>
          </p:cNvSpPr>
          <p:nvPr/>
        </p:nvSpPr>
        <p:spPr>
          <a:xfrm xmlns:a="http://schemas.openxmlformats.org/drawingml/2006/main">
            <a:off x="457200" y="5619750"/>
            <a:ext cx="11277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xmlns:a="http://schemas.openxmlformats.org/drawingml/2006/main">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9. t-SNE embedding of shared-residue distograms, colored by confidence metrics. a: &lt;pLDDT&gt;; b: pTM. Cluster-colored outlines in panel a identify the selected representative models from each structure cluster ensemble. Gray models do not have this value calculable.</a:t>
            </a:r>
          </a:p>
        </p:txBody>
      </p:sp>
    </p:spTree>
    <p:extLst>
      <p:ext uri="{BB962C8B-B14F-4D97-AF65-F5344CB8AC3E}">
        <p14:creationId xmlns:p14="http://schemas.microsoft.com/office/powerpoint/2010/main" val="3356444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5381506F-F0E5-4D56-8DA4-12D76475284D}"/>
              </a:ext>
            </a:extLst>
          </p:cNvPr>
          <p:cNvPicPr>
            <a:picLocks xmlns:a="http://schemas.openxmlformats.org/drawingml/2006/main" noChangeAspect="1"/>
          </p:cNvPicPr>
          <p:nvPr/>
        </p:nvPicPr>
        <p:blipFill>
          <a:blip xmlns:r="http://schemas.openxmlformats.org/officeDocument/2006/relationships" xmlns:a="http://schemas.openxmlformats.org/drawingml/2006/main" r:embed="Re35dfa55efd44467"/>
          <a:stretch xmlns:a="http://schemas.openxmlformats.org/drawingml/2006/main"/>
        </p:blipFill>
        <p:spPr>
          <a:xfrm xmlns:a="http://schemas.openxmlformats.org/drawingml/2006/main">
            <a:off x="2232391" y="609600"/>
            <a:ext cx="7727218"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9FB4017-5B8D-4480-B4AB-E957756BFBA9}"/>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10. t-SNE embedding of shared-residue distograms, colored by AIS Method.</a:t>
            </a:r>
          </a:p>
        </p:txBody>
      </p:sp>
    </p:spTree>
    <p:extLst>
      <p:ext uri="{BB962C8B-B14F-4D97-AF65-F5344CB8AC3E}">
        <p14:creationId xmlns:p14="http://schemas.microsoft.com/office/powerpoint/2010/main" val="1819835097"/>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6" name="">
            <a:extLst>
              <a:ext uri="{FF2B5EF4-FFF2-40B4-BE49-F238E27FC236}">
                <ns2:creationId id="{3D9C661F-2349-4579-A48E-5DCD8544160F}"/>
              </a:ext>
            </a:extLst>
          </p:cNvPr>
          <p:cNvSpPr>
            <a:spLocks noGrp="1"/>
          </p:cNvSpPr>
          <p:nvPr/>
        </p:nvSpPr>
        <p:spPr>
          <a:xfrm>
            <a:off x="4572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a. Cluster labels</a:t>
            </a:r>
          </a:p>
        </p:txBody>
      </p:sp>
      <p:pic>
        <p:nvPicPr>
          <p:cNvPr id="2" name="">
            <a:extLst>
              <a:ext uri="{FF2B5EF4-FFF2-40B4-BE49-F238E27FC236}">
                <ns2:creationId id="{1B26C7AA-1E28-4832-AD80-6C0D1DB899DB}"/>
              </a:ext>
            </a:extLst>
          </p:cNvPr>
          <p:cNvPicPr>
            <a:picLocks noChangeAspect="1"/>
          </p:cNvPicPr>
          <p:nvPr/>
        </p:nvPicPr>
        <p:blipFill>
          <a:blip r:embed="R378f298f679442de"/>
          <a:stretch/>
        </p:blipFill>
        <p:spPr>
          <a:xfrm>
            <a:off x="457200" y="1404818"/>
            <a:ext cx="5486400" cy="3267313"/>
          </a:xfrm>
          <a:prstGeom prst="rect">
            <a:avLst/>
          </a:prstGeom>
        </p:spPr>
      </p:pic>
      <p:sp>
        <p:nvSpPr>
          <p:cNvPr id="3" name="">
            <a:extLst>
              <a:ext uri="{FF2B5EF4-FFF2-40B4-BE49-F238E27FC236}">
                <ns2:creationId id="{797F0507-0063-472A-A83E-3BDCB5F4DEFA}"/>
              </a:ext>
            </a:extLst>
          </p:cNvPr>
          <p:cNvSpPr>
            <a:spLocks noGrp="1"/>
          </p:cNvSpPr>
          <p:nvPr/>
        </p:nvSpPr>
        <p:spPr>
          <a:xfrm>
            <a:off x="60960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b. Model types</a:t>
            </a:r>
          </a:p>
        </p:txBody>
      </p:sp>
      <p:pic>
        <p:nvPicPr>
          <p:cNvPr id="4" name="" descr="Model types cycle in recorded order; one highlighted type per frame">
            <a:extLst>
              <a:ext uri="{FF2B5EF4-FFF2-40B4-BE49-F238E27FC236}">
                <ns2:creationId id="{922B7A87-5F7A-4CF0-8EAA-D3102EBBB706}"/>
              </a:ext>
            </a:extLst>
          </p:cNvPr>
          <p:cNvPicPr>
            <a:picLocks noChangeAspect="1"/>
          </p:cNvPicPr>
          <p:nvPr/>
        </p:nvPicPr>
        <p:blipFill>
          <a:blip r:embed="rIdModelTypeAnimation1AddedAddedAdded"/>
          <a:stretch/>
        </p:blipFill>
        <p:spPr>
          <a:xfrm>
            <a:off x="6096000" y="1275327"/>
            <a:ext cx="5486400" cy="3526296"/>
          </a:xfrm>
          <a:prstGeom prst="rect">
            <a:avLst/>
          </a:prstGeom>
        </p:spPr>
      </p:pic>
      <p:sp>
        <p:nvSpPr>
          <p:cNvPr id="5" name="">
            <a:extLst>
              <a:ext uri="{FF2B5EF4-FFF2-40B4-BE49-F238E27FC236}">
                <ns2:creationId id="{0AD575FC-6892-488D-8B40-76B4454E23D5}"/>
              </a:ext>
            </a:extLst>
          </p:cNvPr>
          <p:cNvSpPr>
            <a:spLocks noGrp="1"/>
          </p:cNvSpPr>
          <p:nvPr/>
        </p:nvSpPr>
        <p:spPr>
          <a:xfrm>
            <a:off x="457200" y="5715000"/>
            <a:ext cx="11277600" cy="914400"/>
          </a:xfrm>
          <a:prstGeom prst="rect">
            <a:avLst/>
          </a:prstGeom>
          <a:noFill/>
          <a:ln w="0">
            <a:noFill/>
          </a:ln>
        </p:spPr>
        <p:txBody>
          <a:bodyPr>
            <a:normAutofit fontScale="100000"/>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Figure 11. t-SNE projection of shared-residue distograms. a: cluster labels assigned from UMAP; cluster colors are consistent across projections. b: model type labels; each model type uses its consistent color across workflow runs.</a:t>
            </a:r>
          </a:p>
        </p:txBody>
      </p:sp>
    </p:spTree>
    <p:extLst>
      <p:ext uri="{BB962C8B-B14F-4D97-AF65-F5344CB8AC3E}">
        <ns4:creationId val="203948264"/>
      </p:ext>
    </p:extLst>
  </p:cSld>
</p:sld>
</file>

<file path=ppt/slides/slide12.xml><?xml version="1.0" encoding="utf-8"?>
<p:sld xmlns:ns1="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ns1:solidFill>
          <ns1:srgbClr val="FFFFFF"/>
        </ns1:solidFill>
      </p:bgPr>
    </p:bg>
    <p:spTree>
      <p:nvGrpSpPr>
        <p:cNvPr id="1" name=""/>
        <p:cNvGrpSpPr/>
        <p:nvPr/>
      </p:nvGrpSpPr>
      <p:grpSpPr>
        <ns1:xfrm/>
      </p:grpSpPr>
      <p:pic>
        <p:nvPicPr>
          <p:cNvPr id="3" name="">
            <ns1:extLst>
              <ns1:ext uri="{FF2B5EF4-FFF2-40B4-BE49-F238E27FC236}">
                <ns2:creationId id="{D8F22209-39EE-4A72-BF58-B5AE1413CB17}"/>
              </ns1:ext>
            </ns1:extLst>
          </p:cNvPr>
          <p:cNvPicPr>
            <ns1:picLocks noChangeAspect="1"/>
          </p:cNvPicPr>
          <p:nvPr/>
        </p:nvPicPr>
        <p:blipFill>
          <ns1:blip r:embed="R5344e48135454373"/>
          <ns1:stretch/>
        </p:blipFill>
        <p:spPr>
          <ns1:xfrm>
            <ns1:off x="3249706" y="609600"/>
            <ns1:ext cx="5692588" cy="4838700"/>
          </ns1:xfrm>
          <ns1:prstGeom prst="rect">
            <ns1:avLst/>
          </ns1:prstGeom>
        </p:spPr>
      </p:pic>
      <p:sp>
        <p:nvSpPr>
          <p:cNvPr id="2" name="">
            <ns1:extLst>
              <ns1:ext uri="{FF2B5EF4-FFF2-40B4-BE49-F238E27FC236}">
                <ns2:creationId id="{ABFFA5EB-C23A-4A2B-B077-3513C47933FC}"/>
              </ns1:ext>
            </ns1:extLst>
          </p:cNvPr>
          <p:cNvSpPr>
            <ns1:spLocks noGrp="1"/>
          </p:cNvSpPr>
          <p:nvPr/>
        </p:nvSpPr>
        <p:spPr>
          <ns1:xfrm>
            <ns1:off x="457200" y="5715000"/>
            <ns1:ext cx="11277600" cy="914400"/>
          </ns1:xfrm>
          <ns1:prstGeom prst="rect">
            <ns1:avLst/>
          </ns1:prstGeom>
          <ns1:noFill/>
          <ns1:ln w="0">
            <ns1:noFill/>
          </ns1:ln>
        </p:spPr>
        <p:txBody>
          <ns1:bodyPr>
            <ns1:normAutofit fontScale="100000"/>
          </ns1:bodyPr>
          <ns1:lstStyle>
            <ns1:defPPr>
              <ns1:defRPr sz="1800">
                <ns1:solidFill>
                  <ns1:srgbClr val="222222"/>
                </ns1:solidFill>
                <ns1:latin typeface="DejaVu Sans"/>
                <ns1:ea typeface="DejaVu Sans"/>
                <ns1:cs typeface="DejaVu Sans"/>
              </ns1:defRPr>
            </ns1:defPPr>
            <ns1:lvl1pPr>
              <ns1:defRPr sz="1800">
                <ns1:solidFill>
                  <ns1:srgbClr val="222222"/>
                </ns1:solidFill>
                <ns1:latin typeface="DejaVu Sans"/>
                <ns1:ea typeface="DejaVu Sans"/>
                <ns1:cs typeface="DejaVu Sans"/>
              </ns1:defRPr>
            </ns1:lvl1pPr>
            <ns1:lvl2pPr>
              <ns1:defRPr sz="1800">
                <ns1:solidFill>
                  <ns1:srgbClr val="222222"/>
                </ns1:solidFill>
                <ns1:latin typeface="DejaVu Sans"/>
                <ns1:ea typeface="DejaVu Sans"/>
                <ns1:cs typeface="DejaVu Sans"/>
              </ns1:defRPr>
            </ns1:lvl2pPr>
            <ns1:lvl3pPr>
              <ns1:defRPr sz="1800">
                <ns1:solidFill>
                  <ns1:srgbClr val="222222"/>
                </ns1:solidFill>
                <ns1:latin typeface="DejaVu Sans"/>
                <ns1:ea typeface="DejaVu Sans"/>
                <ns1:cs typeface="DejaVu Sans"/>
              </ns1:defRPr>
            </ns1:lvl3pPr>
            <ns1:lvl4pPr>
              <ns1:defRPr sz="1800">
                <ns1:solidFill>
                  <ns1:srgbClr val="222222"/>
                </ns1:solidFill>
                <ns1:latin typeface="DejaVu Sans"/>
                <ns1:ea typeface="DejaVu Sans"/>
                <ns1:cs typeface="DejaVu Sans"/>
              </ns1:defRPr>
            </ns1:lvl4pPr>
            <ns1:lvl5pPr>
              <ns1:defRPr sz="1800">
                <ns1:solidFill>
                  <ns1:srgbClr val="222222"/>
                </ns1:solidFill>
                <ns1:latin typeface="DejaVu Sans"/>
                <ns1:ea typeface="DejaVu Sans"/>
                <ns1:cs typeface="DejaVu Sans"/>
              </ns1:defRPr>
            </ns1:lvl5pPr>
            <ns1:lvl6pPr>
              <ns1:defRPr sz="1800">
                <ns1:solidFill>
                  <ns1:srgbClr val="222222"/>
                </ns1:solidFill>
                <ns1:latin typeface="DejaVu Sans"/>
                <ns1:ea typeface="DejaVu Sans"/>
                <ns1:cs typeface="DejaVu Sans"/>
              </ns1:defRPr>
            </ns1:lvl6pPr>
            <ns1:lvl7pPr>
              <ns1:defRPr sz="1800">
                <ns1:solidFill>
                  <ns1:srgbClr val="222222"/>
                </ns1:solidFill>
                <ns1:latin typeface="DejaVu Sans"/>
                <ns1:ea typeface="DejaVu Sans"/>
                <ns1:cs typeface="DejaVu Sans"/>
              </ns1:defRPr>
            </ns1:lvl7pPr>
            <ns1:lvl8pPr>
              <ns1:defRPr sz="1800">
                <ns1:solidFill>
                  <ns1:srgbClr val="222222"/>
                </ns1:solidFill>
                <ns1:latin typeface="DejaVu Sans"/>
                <ns1:ea typeface="DejaVu Sans"/>
                <ns1:cs typeface="DejaVu Sans"/>
              </ns1:defRPr>
            </ns1:lvl8pPr>
            <ns1:lvl9pPr>
              <ns1:defRPr sz="1800">
                <ns1:solidFill>
                  <ns1:srgbClr val="222222"/>
                </ns1:solidFill>
                <ns1:latin typeface="DejaVu Sans"/>
                <ns1:ea typeface="DejaVu Sans"/>
                <ns1:cs typeface="DejaVu Sans"/>
              </ns1:defRPr>
            </ns1:lvl9pPr>
          </ns1:lstStyle>
          <ns1:p>
            <ns1:pPr>
              <ns1:defRPr sz="1800">
                <ns1:solidFill>
                  <ns1:srgbClr val="222222"/>
                </ns1:solidFill>
                <ns1:latin typeface="DejaVu Sans"/>
                <ns1:ea typeface="DejaVu Sans"/>
                <ns1:cs typeface="DejaVu Sans"/>
              </ns1:defRPr>
            </ns1:pPr>
            <ns1:r>
              <ns1:rPr sz="1800">
                <ns1:solidFill>
                  <ns1:srgbClr val="222222"/>
                </ns1:solidFill>
                <ns1:latin typeface="DejaVu Sans"/>
                <ns1:ea typeface="DejaVu Sans"/>
                <ns1:cs typeface="DejaVu Sans"/>
              </ns1:rPr>
              <ns1:t>Figure 2. Variance of Cα distances between shared residues across the model ensemble. Colored outlines and membership strips delineate the detected rigid cores, including discontinuous sequence segments.</ns1:t>
            </ns1:r>
          </ns1:p>
        </p:txBody>
      </p:sp>
    </p:spTree>
    <p:extLst>
      <p:ext uri="{BB962C8B-B14F-4D97-AF65-F5344CB8AC3E}">
        <ns4:creationId val="1542563043"/>
      </p:ext>
    </p:extLst>
  </p:cSld>
</p:sld>
</file>

<file path=ppt/slides/slide1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4965BBED-5774-44C2-BFFE-BA3D446B43B1}"/>
              </a:ext>
            </a:extLst>
          </p:cNvPr>
          <p:cNvSpPr>
            <a:spLocks noGrp="1"/>
          </p:cNvSpPr>
          <p:nvPr/>
        </p:nvSpPr>
        <p:spPr>
          <a:xfrm>
            <a:off x="457200" y="228600"/>
            <a:ext cx="5486400" cy="323850"/>
          </a:xfrm>
          <a:prstGeom prst="rect">
            <a:avLst/>
          </a:prstGeom>
          <a:noFill/>
          <a:ln w="0">
            <a:noFill/>
          </a:ln>
        </p:spPr>
        <p:txBody>
          <a:bodyPr/>
          <a:lstStyle>
            <a:defPPr>
              <a:defRPr sz="1800">
                <a:solidFill>
                  <a:srgbClr val="1F77B4"/>
                </a:solidFill>
                <a:latin typeface="DejaVu Sans"/>
                <a:ea typeface="DejaVu Sans"/>
                <a:cs typeface="DejaVu Sans"/>
              </a:defRPr>
            </a:defPPr>
            <a:lvl1pPr>
              <a:defRPr sz="1800">
                <a:solidFill>
                  <a:srgbClr val="1F77B4"/>
                </a:solidFill>
                <a:latin typeface="DejaVu Sans"/>
                <a:ea typeface="DejaVu Sans"/>
                <a:cs typeface="DejaVu Sans"/>
              </a:defRPr>
            </a:lvl1pPr>
            <a:lvl2pPr>
              <a:defRPr sz="1800">
                <a:solidFill>
                  <a:srgbClr val="1F77B4"/>
                </a:solidFill>
                <a:latin typeface="DejaVu Sans"/>
                <a:ea typeface="DejaVu Sans"/>
                <a:cs typeface="DejaVu Sans"/>
              </a:defRPr>
            </a:lvl2pPr>
            <a:lvl3pPr>
              <a:defRPr sz="1800">
                <a:solidFill>
                  <a:srgbClr val="1F77B4"/>
                </a:solidFill>
                <a:latin typeface="DejaVu Sans"/>
                <a:ea typeface="DejaVu Sans"/>
                <a:cs typeface="DejaVu Sans"/>
              </a:defRPr>
            </a:lvl3pPr>
            <a:lvl4pPr>
              <a:defRPr sz="1800">
                <a:solidFill>
                  <a:srgbClr val="1F77B4"/>
                </a:solidFill>
                <a:latin typeface="DejaVu Sans"/>
                <a:ea typeface="DejaVu Sans"/>
                <a:cs typeface="DejaVu Sans"/>
              </a:defRPr>
            </a:lvl4pPr>
            <a:lvl5pPr>
              <a:defRPr sz="1800">
                <a:solidFill>
                  <a:srgbClr val="1F77B4"/>
                </a:solidFill>
                <a:latin typeface="DejaVu Sans"/>
                <a:ea typeface="DejaVu Sans"/>
                <a:cs typeface="DejaVu Sans"/>
              </a:defRPr>
            </a:lvl5pPr>
            <a:lvl6pPr>
              <a:defRPr sz="1800">
                <a:solidFill>
                  <a:srgbClr val="1F77B4"/>
                </a:solidFill>
                <a:latin typeface="DejaVu Sans"/>
                <a:ea typeface="DejaVu Sans"/>
                <a:cs typeface="DejaVu Sans"/>
              </a:defRPr>
            </a:lvl6pPr>
            <a:lvl7pPr>
              <a:defRPr sz="1800">
                <a:solidFill>
                  <a:srgbClr val="1F77B4"/>
                </a:solidFill>
                <a:latin typeface="DejaVu Sans"/>
                <a:ea typeface="DejaVu Sans"/>
                <a:cs typeface="DejaVu Sans"/>
              </a:defRPr>
            </a:lvl7pPr>
            <a:lvl8pPr>
              <a:defRPr sz="1800">
                <a:solidFill>
                  <a:srgbClr val="1F77B4"/>
                </a:solidFill>
                <a:latin typeface="DejaVu Sans"/>
                <a:ea typeface="DejaVu Sans"/>
                <a:cs typeface="DejaVu Sans"/>
              </a:defRPr>
            </a:lvl8pPr>
            <a:lvl9pPr>
              <a:defRPr sz="1800">
                <a:solidFill>
                  <a:srgbClr val="1F77B4"/>
                </a:solidFill>
                <a:latin typeface="DejaVu Sans"/>
                <a:ea typeface="DejaVu Sans"/>
                <a:cs typeface="DejaVu Sans"/>
              </a:defRPr>
            </a:lvl9pPr>
          </a:lstStyle>
          <a:p>
            <a:pPr>
              <a:defRPr sz="1800">
                <a:solidFill>
                  <a:srgbClr val="1F77B4"/>
                </a:solidFill>
                <a:latin typeface="DejaVu Sans"/>
                <a:ea typeface="DejaVu Sans"/>
                <a:cs typeface="DejaVu Sans"/>
              </a:defRPr>
            </a:pPr>
            <a:r>
              <a:rPr sz="1800">
                <a:solidFill>
                  <a:srgbClr val="1F77B4"/>
                </a:solidFill>
                <a:latin typeface="DejaVu Sans"/>
                <a:ea typeface="DejaVu Sans"/>
                <a:cs typeface="DejaVu Sans"/>
              </a:rPr>
              <a:t>a. C1.1</a:t>
            </a:r>
          </a:p>
        </p:txBody>
      </p:sp>
      <p:pic>
        <p:nvPicPr>
          <p:cNvPr id="2" name="">
            <a:extLst>
              <a:ext uri="{FF2B5EF4-FFF2-40B4-BE49-F238E27FC236}">
                <ns2:creationId id="{9538BE9D-F1B0-48CA-AFEB-92F2BB9E95CF}"/>
              </a:ext>
            </a:extLst>
          </p:cNvPr>
          <p:cNvPicPr>
            <a:picLocks noChangeAspect="1"/>
          </p:cNvPicPr>
          <p:nvPr/>
        </p:nvPicPr>
        <p:blipFill>
          <a:blip r:embed="R86566031f2b049ba"/>
          <a:srcRect l="21000" t="18636" r="32944" b="23273"/>
          <a:stretch/>
        </p:blipFill>
        <p:spPr>
          <a:xfrm>
            <a:off x="1804041" y="590550"/>
            <a:ext cx="2792718" cy="2152650"/>
          </a:xfrm>
          <a:prstGeom prst="rect">
            <a:avLst/>
          </a:prstGeom>
        </p:spPr>
      </p:pic>
      <p:sp>
        <p:nvSpPr>
          <p:cNvPr id="3" name="">
            <a:extLst>
              <a:ext uri="{FF2B5EF4-FFF2-40B4-BE49-F238E27FC236}">
                <ns2:creationId id="{3891967C-CAB7-4BDB-83AB-35907639DEEC}"/>
              </a:ext>
            </a:extLst>
          </p:cNvPr>
          <p:cNvSpPr>
            <a:spLocks noGrp="1"/>
          </p:cNvSpPr>
          <p:nvPr/>
        </p:nvSpPr>
        <p:spPr>
          <a:xfrm>
            <a:off x="6096000" y="228600"/>
            <a:ext cx="5486400" cy="323850"/>
          </a:xfrm>
          <a:prstGeom prst="rect">
            <a:avLst/>
          </a:prstGeom>
          <a:noFill/>
          <a:ln w="0">
            <a:noFill/>
          </a:ln>
        </p:spPr>
        <p:txBody>
          <a:bodyPr/>
          <a:lstStyle>
            <a:defPPr>
              <a:defRPr sz="1800">
                <a:solidFill>
                  <a:srgbClr val="FF7F0E"/>
                </a:solidFill>
                <a:latin typeface="DejaVu Sans"/>
                <a:ea typeface="DejaVu Sans"/>
                <a:cs typeface="DejaVu Sans"/>
              </a:defRPr>
            </a:defPPr>
            <a:lvl1pPr>
              <a:defRPr sz="1800">
                <a:solidFill>
                  <a:srgbClr val="FF7F0E"/>
                </a:solidFill>
                <a:latin typeface="DejaVu Sans"/>
                <a:ea typeface="DejaVu Sans"/>
                <a:cs typeface="DejaVu Sans"/>
              </a:defRPr>
            </a:lvl1pPr>
            <a:lvl2pPr>
              <a:defRPr sz="1800">
                <a:solidFill>
                  <a:srgbClr val="FF7F0E"/>
                </a:solidFill>
                <a:latin typeface="DejaVu Sans"/>
                <a:ea typeface="DejaVu Sans"/>
                <a:cs typeface="DejaVu Sans"/>
              </a:defRPr>
            </a:lvl2pPr>
            <a:lvl3pPr>
              <a:defRPr sz="1800">
                <a:solidFill>
                  <a:srgbClr val="FF7F0E"/>
                </a:solidFill>
                <a:latin typeface="DejaVu Sans"/>
                <a:ea typeface="DejaVu Sans"/>
                <a:cs typeface="DejaVu Sans"/>
              </a:defRPr>
            </a:lvl3pPr>
            <a:lvl4pPr>
              <a:defRPr sz="1800">
                <a:solidFill>
                  <a:srgbClr val="FF7F0E"/>
                </a:solidFill>
                <a:latin typeface="DejaVu Sans"/>
                <a:ea typeface="DejaVu Sans"/>
                <a:cs typeface="DejaVu Sans"/>
              </a:defRPr>
            </a:lvl4pPr>
            <a:lvl5pPr>
              <a:defRPr sz="1800">
                <a:solidFill>
                  <a:srgbClr val="FF7F0E"/>
                </a:solidFill>
                <a:latin typeface="DejaVu Sans"/>
                <a:ea typeface="DejaVu Sans"/>
                <a:cs typeface="DejaVu Sans"/>
              </a:defRPr>
            </a:lvl5pPr>
            <a:lvl6pPr>
              <a:defRPr sz="1800">
                <a:solidFill>
                  <a:srgbClr val="FF7F0E"/>
                </a:solidFill>
                <a:latin typeface="DejaVu Sans"/>
                <a:ea typeface="DejaVu Sans"/>
                <a:cs typeface="DejaVu Sans"/>
              </a:defRPr>
            </a:lvl6pPr>
            <a:lvl7pPr>
              <a:defRPr sz="1800">
                <a:solidFill>
                  <a:srgbClr val="FF7F0E"/>
                </a:solidFill>
                <a:latin typeface="DejaVu Sans"/>
                <a:ea typeface="DejaVu Sans"/>
                <a:cs typeface="DejaVu Sans"/>
              </a:defRPr>
            </a:lvl7pPr>
            <a:lvl8pPr>
              <a:defRPr sz="1800">
                <a:solidFill>
                  <a:srgbClr val="FF7F0E"/>
                </a:solidFill>
                <a:latin typeface="DejaVu Sans"/>
                <a:ea typeface="DejaVu Sans"/>
                <a:cs typeface="DejaVu Sans"/>
              </a:defRPr>
            </a:lvl8pPr>
            <a:lvl9pPr>
              <a:defRPr sz="1800">
                <a:solidFill>
                  <a:srgbClr val="FF7F0E"/>
                </a:solidFill>
                <a:latin typeface="DejaVu Sans"/>
                <a:ea typeface="DejaVu Sans"/>
                <a:cs typeface="DejaVu Sans"/>
              </a:defRPr>
            </a:lvl9pPr>
          </a:lstStyle>
          <a:p>
            <a:pPr>
              <a:defRPr sz="1800">
                <a:solidFill>
                  <a:srgbClr val="FF7F0E"/>
                </a:solidFill>
                <a:latin typeface="DejaVu Sans"/>
                <a:ea typeface="DejaVu Sans"/>
                <a:cs typeface="DejaVu Sans"/>
              </a:defRPr>
            </a:pPr>
            <a:r>
              <a:rPr sz="1800">
                <a:solidFill>
                  <a:srgbClr val="FF7F0E"/>
                </a:solidFill>
                <a:latin typeface="DejaVu Sans"/>
                <a:ea typeface="DejaVu Sans"/>
                <a:cs typeface="DejaVu Sans"/>
              </a:rPr>
              <a:t>b. C1.2 (unscored medoid)</a:t>
            </a:r>
          </a:p>
        </p:txBody>
      </p:sp>
      <p:pic>
        <p:nvPicPr>
          <p:cNvPr id="4" name="">
            <a:extLst>
              <a:ext uri="{FF2B5EF4-FFF2-40B4-BE49-F238E27FC236}">
                <ns2:creationId id="{5B164A76-2348-4A39-BC3F-2C1E2F42E3CA}"/>
              </a:ext>
            </a:extLst>
          </p:cNvPr>
          <p:cNvPicPr>
            <a:picLocks noChangeAspect="1"/>
          </p:cNvPicPr>
          <p:nvPr/>
        </p:nvPicPr>
        <p:blipFill>
          <a:blip r:embed="R4e70eb726345455b"/>
          <a:srcRect l="21000" t="18636" r="32944" b="23273"/>
          <a:stretch/>
        </p:blipFill>
        <p:spPr>
          <a:xfrm>
            <a:off x="7442841" y="590550"/>
            <a:ext cx="2792718" cy="2152650"/>
          </a:xfrm>
          <a:prstGeom prst="rect">
            <a:avLst/>
          </a:prstGeom>
        </p:spPr>
      </p:pic>
      <p:sp>
        <p:nvSpPr>
          <p:cNvPr id="5" name="">
            <a:extLst>
              <a:ext uri="{FF2B5EF4-FFF2-40B4-BE49-F238E27FC236}">
                <ns2:creationId id="{545A8378-4FBA-42A4-AF3F-29925C7714EF}"/>
              </a:ext>
            </a:extLst>
          </p:cNvPr>
          <p:cNvSpPr>
            <a:spLocks noGrp="1"/>
          </p:cNvSpPr>
          <p:nvPr/>
        </p:nvSpPr>
        <p:spPr>
          <a:xfrm>
            <a:off x="457200" y="2838450"/>
            <a:ext cx="5486400" cy="323850"/>
          </a:xfrm>
          <a:prstGeom prst="rect">
            <a:avLst/>
          </a:prstGeom>
          <a:noFill/>
          <a:ln w="0">
            <a:noFill/>
          </a:ln>
        </p:spPr>
        <p:txBody>
          <a:bodyPr/>
          <a:lstStyle>
            <a:defPPr>
              <a:defRPr sz="1800">
                <a:solidFill>
                  <a:srgbClr val="2CA02C"/>
                </a:solidFill>
                <a:latin typeface="DejaVu Sans"/>
                <a:ea typeface="DejaVu Sans"/>
                <a:cs typeface="DejaVu Sans"/>
              </a:defRPr>
            </a:defPPr>
            <a:lvl1pPr>
              <a:defRPr sz="1800">
                <a:solidFill>
                  <a:srgbClr val="2CA02C"/>
                </a:solidFill>
                <a:latin typeface="DejaVu Sans"/>
                <a:ea typeface="DejaVu Sans"/>
                <a:cs typeface="DejaVu Sans"/>
              </a:defRPr>
            </a:lvl1pPr>
            <a:lvl2pPr>
              <a:defRPr sz="1800">
                <a:solidFill>
                  <a:srgbClr val="2CA02C"/>
                </a:solidFill>
                <a:latin typeface="DejaVu Sans"/>
                <a:ea typeface="DejaVu Sans"/>
                <a:cs typeface="DejaVu Sans"/>
              </a:defRPr>
            </a:lvl2pPr>
            <a:lvl3pPr>
              <a:defRPr sz="1800">
                <a:solidFill>
                  <a:srgbClr val="2CA02C"/>
                </a:solidFill>
                <a:latin typeface="DejaVu Sans"/>
                <a:ea typeface="DejaVu Sans"/>
                <a:cs typeface="DejaVu Sans"/>
              </a:defRPr>
            </a:lvl3pPr>
            <a:lvl4pPr>
              <a:defRPr sz="1800">
                <a:solidFill>
                  <a:srgbClr val="2CA02C"/>
                </a:solidFill>
                <a:latin typeface="DejaVu Sans"/>
                <a:ea typeface="DejaVu Sans"/>
                <a:cs typeface="DejaVu Sans"/>
              </a:defRPr>
            </a:lvl4pPr>
            <a:lvl5pPr>
              <a:defRPr sz="1800">
                <a:solidFill>
                  <a:srgbClr val="2CA02C"/>
                </a:solidFill>
                <a:latin typeface="DejaVu Sans"/>
                <a:ea typeface="DejaVu Sans"/>
                <a:cs typeface="DejaVu Sans"/>
              </a:defRPr>
            </a:lvl5pPr>
            <a:lvl6pPr>
              <a:defRPr sz="1800">
                <a:solidFill>
                  <a:srgbClr val="2CA02C"/>
                </a:solidFill>
                <a:latin typeface="DejaVu Sans"/>
                <a:ea typeface="DejaVu Sans"/>
                <a:cs typeface="DejaVu Sans"/>
              </a:defRPr>
            </a:lvl6pPr>
            <a:lvl7pPr>
              <a:defRPr sz="1800">
                <a:solidFill>
                  <a:srgbClr val="2CA02C"/>
                </a:solidFill>
                <a:latin typeface="DejaVu Sans"/>
                <a:ea typeface="DejaVu Sans"/>
                <a:cs typeface="DejaVu Sans"/>
              </a:defRPr>
            </a:lvl7pPr>
            <a:lvl8pPr>
              <a:defRPr sz="1800">
                <a:solidFill>
                  <a:srgbClr val="2CA02C"/>
                </a:solidFill>
                <a:latin typeface="DejaVu Sans"/>
                <a:ea typeface="DejaVu Sans"/>
                <a:cs typeface="DejaVu Sans"/>
              </a:defRPr>
            </a:lvl8pPr>
            <a:lvl9pPr>
              <a:defRPr sz="1800">
                <a:solidFill>
                  <a:srgbClr val="2CA02C"/>
                </a:solidFill>
                <a:latin typeface="DejaVu Sans"/>
                <a:ea typeface="DejaVu Sans"/>
                <a:cs typeface="DejaVu Sans"/>
              </a:defRPr>
            </a:lvl9pPr>
          </a:lstStyle>
          <a:p>
            <a:pPr>
              <a:defRPr sz="1800">
                <a:solidFill>
                  <a:srgbClr val="2CA02C"/>
                </a:solidFill>
                <a:latin typeface="DejaVu Sans"/>
                <a:ea typeface="DejaVu Sans"/>
                <a:cs typeface="DejaVu Sans"/>
              </a:defRPr>
            </a:pPr>
            <a:r>
              <a:rPr sz="1800">
                <a:solidFill>
                  <a:srgbClr val="2CA02C"/>
                </a:solidFill>
                <a:latin typeface="DejaVu Sans"/>
                <a:ea typeface="DejaVu Sans"/>
                <a:cs typeface="DejaVu Sans"/>
              </a:rPr>
              <a:t>c. C1.3</a:t>
            </a:r>
          </a:p>
        </p:txBody>
      </p:sp>
      <p:pic>
        <p:nvPicPr>
          <p:cNvPr id="6" name="">
            <a:extLst>
              <a:ext uri="{FF2B5EF4-FFF2-40B4-BE49-F238E27FC236}">
                <ns2:creationId id="{23E0786A-A90A-4BC2-8FC5-B4F5B5A1B26F}"/>
              </a:ext>
            </a:extLst>
          </p:cNvPr>
          <p:cNvPicPr>
            <a:picLocks noChangeAspect="1"/>
          </p:cNvPicPr>
          <p:nvPr/>
        </p:nvPicPr>
        <p:blipFill>
          <a:blip r:embed="Rb62fb544b1ae45f5"/>
          <a:srcRect l="21000" t="18636" r="32944" b="23273"/>
          <a:stretch/>
        </p:blipFill>
        <p:spPr>
          <a:xfrm>
            <a:off x="1804041" y="3200400"/>
            <a:ext cx="2792718" cy="2152650"/>
          </a:xfrm>
          <a:prstGeom prst="rect">
            <a:avLst/>
          </a:prstGeom>
        </p:spPr>
      </p:pic>
      <p:sp>
        <p:nvSpPr>
          <p:cNvPr id="7" name="">
            <a:extLst>
              <a:ext uri="{FF2B5EF4-FFF2-40B4-BE49-F238E27FC236}">
                <ns2:creationId id="{303AE86E-88EB-4C40-8251-B854903F62EE}"/>
              </a:ext>
            </a:extLst>
          </p:cNvPr>
          <p:cNvSpPr>
            <a:spLocks noGrp="1"/>
          </p:cNvSpPr>
          <p:nvPr/>
        </p:nvSpPr>
        <p:spPr>
          <a:xfrm>
            <a:off x="6096000" y="2838450"/>
            <a:ext cx="5486400" cy="323850"/>
          </a:xfrm>
          <a:prstGeom prst="rect">
            <a:avLst/>
          </a:prstGeom>
          <a:noFill/>
          <a:ln w="0">
            <a:noFill/>
          </a:ln>
        </p:spPr>
        <p:txBody>
          <a:bodyPr/>
          <a:lstStyle>
            <a:defPPr>
              <a:defRPr sz="1800">
                <a:solidFill>
                  <a:srgbClr val="D62728"/>
                </a:solidFill>
                <a:latin typeface="DejaVu Sans"/>
                <a:ea typeface="DejaVu Sans"/>
                <a:cs typeface="DejaVu Sans"/>
              </a:defRPr>
            </a:defPPr>
            <a:lvl1pPr>
              <a:defRPr sz="1800">
                <a:solidFill>
                  <a:srgbClr val="D62728"/>
                </a:solidFill>
                <a:latin typeface="DejaVu Sans"/>
                <a:ea typeface="DejaVu Sans"/>
                <a:cs typeface="DejaVu Sans"/>
              </a:defRPr>
            </a:lvl1pPr>
            <a:lvl2pPr>
              <a:defRPr sz="1800">
                <a:solidFill>
                  <a:srgbClr val="D62728"/>
                </a:solidFill>
                <a:latin typeface="DejaVu Sans"/>
                <a:ea typeface="DejaVu Sans"/>
                <a:cs typeface="DejaVu Sans"/>
              </a:defRPr>
            </a:lvl2pPr>
            <a:lvl3pPr>
              <a:defRPr sz="1800">
                <a:solidFill>
                  <a:srgbClr val="D62728"/>
                </a:solidFill>
                <a:latin typeface="DejaVu Sans"/>
                <a:ea typeface="DejaVu Sans"/>
                <a:cs typeface="DejaVu Sans"/>
              </a:defRPr>
            </a:lvl3pPr>
            <a:lvl4pPr>
              <a:defRPr sz="1800">
                <a:solidFill>
                  <a:srgbClr val="D62728"/>
                </a:solidFill>
                <a:latin typeface="DejaVu Sans"/>
                <a:ea typeface="DejaVu Sans"/>
                <a:cs typeface="DejaVu Sans"/>
              </a:defRPr>
            </a:lvl4pPr>
            <a:lvl5pPr>
              <a:defRPr sz="1800">
                <a:solidFill>
                  <a:srgbClr val="D62728"/>
                </a:solidFill>
                <a:latin typeface="DejaVu Sans"/>
                <a:ea typeface="DejaVu Sans"/>
                <a:cs typeface="DejaVu Sans"/>
              </a:defRPr>
            </a:lvl5pPr>
            <a:lvl6pPr>
              <a:defRPr sz="1800">
                <a:solidFill>
                  <a:srgbClr val="D62728"/>
                </a:solidFill>
                <a:latin typeface="DejaVu Sans"/>
                <a:ea typeface="DejaVu Sans"/>
                <a:cs typeface="DejaVu Sans"/>
              </a:defRPr>
            </a:lvl6pPr>
            <a:lvl7pPr>
              <a:defRPr sz="1800">
                <a:solidFill>
                  <a:srgbClr val="D62728"/>
                </a:solidFill>
                <a:latin typeface="DejaVu Sans"/>
                <a:ea typeface="DejaVu Sans"/>
                <a:cs typeface="DejaVu Sans"/>
              </a:defRPr>
            </a:lvl7pPr>
            <a:lvl8pPr>
              <a:defRPr sz="1800">
                <a:solidFill>
                  <a:srgbClr val="D62728"/>
                </a:solidFill>
                <a:latin typeface="DejaVu Sans"/>
                <a:ea typeface="DejaVu Sans"/>
                <a:cs typeface="DejaVu Sans"/>
              </a:defRPr>
            </a:lvl8pPr>
            <a:lvl9pPr>
              <a:defRPr sz="1800">
                <a:solidFill>
                  <a:srgbClr val="D62728"/>
                </a:solidFill>
                <a:latin typeface="DejaVu Sans"/>
                <a:ea typeface="DejaVu Sans"/>
                <a:cs typeface="DejaVu Sans"/>
              </a:defRPr>
            </a:lvl9pPr>
          </a:lstStyle>
          <a:p>
            <a:pPr>
              <a:defRPr sz="1800">
                <a:solidFill>
                  <a:srgbClr val="D62728"/>
                </a:solidFill>
                <a:latin typeface="DejaVu Sans"/>
                <a:ea typeface="DejaVu Sans"/>
                <a:cs typeface="DejaVu Sans"/>
              </a:defRPr>
            </a:pPr>
            <a:r>
              <a:rPr sz="1800">
                <a:solidFill>
                  <a:srgbClr val="D62728"/>
                </a:solidFill>
                <a:latin typeface="DejaVu Sans"/>
                <a:ea typeface="DejaVu Sans"/>
                <a:cs typeface="DejaVu Sans"/>
              </a:rPr>
              <a:t>d. C1.4</a:t>
            </a:r>
          </a:p>
        </p:txBody>
      </p:sp>
      <p:pic>
        <p:nvPicPr>
          <p:cNvPr id="8" name="">
            <a:extLst>
              <a:ext uri="{FF2B5EF4-FFF2-40B4-BE49-F238E27FC236}">
                <ns2:creationId id="{A6121E06-1DD0-4D2A-99A3-3C1CFE8A3EA4}"/>
              </a:ext>
            </a:extLst>
          </p:cNvPr>
          <p:cNvPicPr>
            <a:picLocks noChangeAspect="1"/>
          </p:cNvPicPr>
          <p:nvPr/>
        </p:nvPicPr>
        <p:blipFill>
          <a:blip r:embed="Rc98439e60bdf4b55"/>
          <a:srcRect l="21000" t="18636" r="32944" b="23273"/>
          <a:stretch/>
        </p:blipFill>
        <p:spPr>
          <a:xfrm>
            <a:off x="7442841" y="3200400"/>
            <a:ext cx="2792718" cy="2152650"/>
          </a:xfrm>
          <a:prstGeom prst="rect">
            <a:avLst/>
          </a:prstGeom>
        </p:spPr>
      </p:pic>
      <p:sp>
        <p:nvSpPr>
          <p:cNvPr id="9" name="">
            <a:extLst>
              <a:ext uri="{FF2B5EF4-FFF2-40B4-BE49-F238E27FC236}">
                <ns2:creationId id="{D1DE00CE-5172-42FB-B1C5-4E55356701E1}"/>
              </a:ext>
            </a:extLst>
          </p:cNvPr>
          <p:cNvSpPr>
            <a:spLocks noGrp="1"/>
          </p:cNvSpPr>
          <p:nvPr/>
        </p:nvSpPr>
        <p:spPr>
          <a:xfrm>
            <a:off x="457200" y="5619750"/>
            <a:ext cx="11277600" cy="1009650"/>
          </a:xfrm>
          <a:prstGeom prst="rect">
            <a:avLst/>
          </a:prstGeom>
          <a:noFill/>
          <a:ln w="0">
            <a:noFill/>
          </a:ln>
        </p:spPr>
        <p:txBody>
          <a:bodyPr>
            <a:normAutofit fontScale="100000"/>
          </a:bodyPr>
          <a:lstStyle>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12. Cluster ensembles (up to 5 models each), aligned to each full-cluster Cα RMSD medoid. Eligible models ranked by &lt;pLDDT&gt;; representative selection follows the recorded source scope. Unscored-only clusters show their unscored structural medoid without a confidence violin.</a:t>
            </a:r>
          </a:p>
        </p:txBody>
      </p:sp>
    </p:spTree>
    <p:extLst>
      <p:ext uri="{BB962C8B-B14F-4D97-AF65-F5344CB8AC3E}">
        <ns4:creationId val="426917016"/>
      </p:ext>
    </p:extLst>
  </p:cSld>
</p:sld>
</file>

<file path=ppt/slides/slide14.xml><?xml version="1.0" encoding="utf-8"?>
<p:sld xmlns:a="http://schemas.openxmlformats.org/drawingml/2006/main" xmlns:c="http://schemas.openxmlformats.org/drawingml/2006/chart" xmlns:ns2="http://schemas.microsoft.com/office/drawing/2014/main" xmlns:ns5="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7" name="">
            <a:extLst>
              <a:ext uri="{FF2B5EF4-FFF2-40B4-BE49-F238E27FC236}">
                <ns2:creationId id="{22B5C155-EF6E-4A2B-A0E2-1EA138517D28}"/>
              </a:ext>
            </a:extLst>
          </p:cNvPr>
          <p:cNvSpPr>
            <a:spLocks noGrp="1"/>
          </p:cNvSpPr>
          <p:nvPr/>
        </p:nvSpPr>
        <p:spPr>
          <a:xfrm>
            <a:off x="457200" y="228600"/>
            <a:ext cx="11277600" cy="361950"/>
          </a:xfrm>
          <a:prstGeom prst="rect">
            <a:avLst/>
          </a:prstGeom>
          <a:noFill/>
          <a:ln w="0">
            <a:noFill/>
          </a:ln>
        </p:spPr>
        <p:txBody>
          <a:bodyPr/>
          <a:lstStyle>
            <a:defPPr>
              <a:defRPr sz="2250">
                <a:solidFill>
                  <a:srgbClr val="222222"/>
                </a:solidFill>
                <a:latin typeface="DejaVu Sans"/>
                <a:ea typeface="DejaVu Sans"/>
                <a:cs typeface="DejaVu Sans"/>
              </a:defRPr>
            </a:defPPr>
            <a:lvl1pPr>
              <a:defRPr sz="2250">
                <a:solidFill>
                  <a:srgbClr val="222222"/>
                </a:solidFill>
                <a:latin typeface="DejaVu Sans"/>
                <a:ea typeface="DejaVu Sans"/>
                <a:cs typeface="DejaVu Sans"/>
              </a:defRPr>
            </a:lvl1pPr>
            <a:lvl2pPr>
              <a:defRPr sz="2250">
                <a:solidFill>
                  <a:srgbClr val="222222"/>
                </a:solidFill>
                <a:latin typeface="DejaVu Sans"/>
                <a:ea typeface="DejaVu Sans"/>
                <a:cs typeface="DejaVu Sans"/>
              </a:defRPr>
            </a:lvl2pPr>
            <a:lvl3pPr>
              <a:defRPr sz="2250">
                <a:solidFill>
                  <a:srgbClr val="222222"/>
                </a:solidFill>
                <a:latin typeface="DejaVu Sans"/>
                <a:ea typeface="DejaVu Sans"/>
                <a:cs typeface="DejaVu Sans"/>
              </a:defRPr>
            </a:lvl3pPr>
            <a:lvl4pPr>
              <a:defRPr sz="2250">
                <a:solidFill>
                  <a:srgbClr val="222222"/>
                </a:solidFill>
                <a:latin typeface="DejaVu Sans"/>
                <a:ea typeface="DejaVu Sans"/>
                <a:cs typeface="DejaVu Sans"/>
              </a:defRPr>
            </a:lvl4pPr>
            <a:lvl5pPr>
              <a:defRPr sz="2250">
                <a:solidFill>
                  <a:srgbClr val="222222"/>
                </a:solidFill>
                <a:latin typeface="DejaVu Sans"/>
                <a:ea typeface="DejaVu Sans"/>
                <a:cs typeface="DejaVu Sans"/>
              </a:defRPr>
            </a:lvl5pPr>
            <a:lvl6pPr>
              <a:defRPr sz="2250">
                <a:solidFill>
                  <a:srgbClr val="222222"/>
                </a:solidFill>
                <a:latin typeface="DejaVu Sans"/>
                <a:ea typeface="DejaVu Sans"/>
                <a:cs typeface="DejaVu Sans"/>
              </a:defRPr>
            </a:lvl6pPr>
            <a:lvl7pPr>
              <a:defRPr sz="2250">
                <a:solidFill>
                  <a:srgbClr val="222222"/>
                </a:solidFill>
                <a:latin typeface="DejaVu Sans"/>
                <a:ea typeface="DejaVu Sans"/>
                <a:cs typeface="DejaVu Sans"/>
              </a:defRPr>
            </a:lvl7pPr>
            <a:lvl8pPr>
              <a:defRPr sz="2250">
                <a:solidFill>
                  <a:srgbClr val="222222"/>
                </a:solidFill>
                <a:latin typeface="DejaVu Sans"/>
                <a:ea typeface="DejaVu Sans"/>
                <a:cs typeface="DejaVu Sans"/>
              </a:defRPr>
            </a:lvl8pPr>
            <a:lvl9pPr>
              <a:defRPr sz="2250">
                <a:solidFill>
                  <a:srgbClr val="222222"/>
                </a:solidFill>
                <a:latin typeface="DejaVu Sans"/>
                <a:ea typeface="DejaVu Sans"/>
                <a:cs typeface="DejaVu Sans"/>
              </a:defRPr>
            </a:lvl9pPr>
          </a:lstStyle>
          <a:p>
            <a:pPr>
              <a:defRPr sz="2250">
                <a:solidFill>
                  <a:srgbClr val="222222"/>
                </a:solidFill>
                <a:latin typeface="DejaVu Sans"/>
                <a:ea typeface="DejaVu Sans"/>
                <a:cs typeface="DejaVu Sans"/>
              </a:defRPr>
            </a:pPr>
            <a:r>
              <a:rPr sz="2250">
                <a:solidFill>
                  <a:srgbClr val="222222"/>
                </a:solidFill>
                <a:latin typeface="DejaVu Sans"/>
                <a:ea typeface="DejaVu Sans"/>
                <a:cs typeface="DejaVu Sans"/>
              </a:rPr>
              <a:t>Cluster confidence distributions</a:t>
            </a:r>
          </a:p>
        </p:txBody>
      </p:sp>
      <p:graphicFrame>
        <p:nvGraphicFramePr>
          <p:cNvPr id="2" name="Chart">
            <a:extLst>
              <a:ext uri="{FF2B5EF4-FFF2-40B4-BE49-F238E27FC236}">
                <ns2:creationId id="{B72BA4CA-61A1-4E1F-83AB-CCE23BD7BEEF}"/>
              </a:ext>
            </a:extLst>
          </p:cNvPr>
          <p:cNvGraphicFramePr/>
          <p:nvPr/>
        </p:nvGraphicFramePr>
        <p:xfrm>
          <a:off x="457200" y="666750"/>
          <a:ext cx="11277600" cy="4572000"/>
        </p:xfrm>
        <a:graphic>
          <a:graphicData uri="http://schemas.openxmlformats.org/drawingml/2006/chart">
            <c:chart r:id="R061ce41082dc46b3"/>
          </a:graphicData>
        </a:graphic>
      </p:graphicFrame>
      <p:sp>
        <p:nvSpPr>
          <p:cNvPr id="3" name="">
            <a:extLst>
              <a:ext uri="{FF2B5EF4-FFF2-40B4-BE49-F238E27FC236}">
                <ns2:creationId id="{D8A01471-A452-4625-8EDB-EECA31ADC9EF}"/>
              </a:ext>
            </a:extLst>
          </p:cNvPr>
          <p:cNvSpPr>
            <a:spLocks noGrp="1"/>
          </p:cNvSpPr>
          <p:nvPr/>
        </p:nvSpPr>
        <p:spPr>
          <a:xfrm>
            <a:off x="2829144" y="5276850"/>
            <a:ext cx="990600" cy="285750"/>
          </a:xfrm>
          <a:prstGeom prst="rect">
            <a:avLst/>
          </a:prstGeom>
          <a:noFill/>
          <a:ln w="0">
            <a:noFill/>
          </a:ln>
        </p:spPr>
        <p:txBody>
          <a:bodyPr/>
          <a:lstStyle>
            <a:defPPr algn="ctr">
              <a:defRPr sz="1425">
                <a:solidFill>
                  <a:srgbClr val="222222"/>
                </a:solidFill>
                <a:latin typeface="DejaVu Sans"/>
                <a:ea typeface="DejaVu Sans"/>
                <a:cs typeface="DejaVu Sans"/>
              </a:defRPr>
            </a:defPPr>
            <a:lvl1pPr algn="ctr">
              <a:defRPr sz="1425">
                <a:solidFill>
                  <a:srgbClr val="222222"/>
                </a:solidFill>
                <a:latin typeface="DejaVu Sans"/>
                <a:ea typeface="DejaVu Sans"/>
                <a:cs typeface="DejaVu Sans"/>
              </a:defRPr>
            </a:lvl1pPr>
            <a:lvl2pPr algn="ctr">
              <a:defRPr sz="1425">
                <a:solidFill>
                  <a:srgbClr val="222222"/>
                </a:solidFill>
                <a:latin typeface="DejaVu Sans"/>
                <a:ea typeface="DejaVu Sans"/>
                <a:cs typeface="DejaVu Sans"/>
              </a:defRPr>
            </a:lvl2pPr>
            <a:lvl3pPr algn="ctr">
              <a:defRPr sz="1425">
                <a:solidFill>
                  <a:srgbClr val="222222"/>
                </a:solidFill>
                <a:latin typeface="DejaVu Sans"/>
                <a:ea typeface="DejaVu Sans"/>
                <a:cs typeface="DejaVu Sans"/>
              </a:defRPr>
            </a:lvl3pPr>
            <a:lvl4pPr algn="ctr">
              <a:defRPr sz="1425">
                <a:solidFill>
                  <a:srgbClr val="222222"/>
                </a:solidFill>
                <a:latin typeface="DejaVu Sans"/>
                <a:ea typeface="DejaVu Sans"/>
                <a:cs typeface="DejaVu Sans"/>
              </a:defRPr>
            </a:lvl4pPr>
            <a:lvl5pPr algn="ctr">
              <a:defRPr sz="1425">
                <a:solidFill>
                  <a:srgbClr val="222222"/>
                </a:solidFill>
                <a:latin typeface="DejaVu Sans"/>
                <a:ea typeface="DejaVu Sans"/>
                <a:cs typeface="DejaVu Sans"/>
              </a:defRPr>
            </a:lvl5pPr>
            <a:lvl6pPr algn="ctr">
              <a:defRPr sz="1425">
                <a:solidFill>
                  <a:srgbClr val="222222"/>
                </a:solidFill>
                <a:latin typeface="DejaVu Sans"/>
                <a:ea typeface="DejaVu Sans"/>
                <a:cs typeface="DejaVu Sans"/>
              </a:defRPr>
            </a:lvl6pPr>
            <a:lvl7pPr algn="ctr">
              <a:defRPr sz="1425">
                <a:solidFill>
                  <a:srgbClr val="222222"/>
                </a:solidFill>
                <a:latin typeface="DejaVu Sans"/>
                <a:ea typeface="DejaVu Sans"/>
                <a:cs typeface="DejaVu Sans"/>
              </a:defRPr>
            </a:lvl7pPr>
            <a:lvl8pPr algn="ctr">
              <a:defRPr sz="1425">
                <a:solidFill>
                  <a:srgbClr val="222222"/>
                </a:solidFill>
                <a:latin typeface="DejaVu Sans"/>
                <a:ea typeface="DejaVu Sans"/>
                <a:cs typeface="DejaVu Sans"/>
              </a:defRPr>
            </a:lvl8pPr>
            <a:lvl9pPr algn="ctr">
              <a:defRPr sz="1425">
                <a:solidFill>
                  <a:srgbClr val="222222"/>
                </a:solidFill>
                <a:latin typeface="DejaVu Sans"/>
                <a:ea typeface="DejaVu Sans"/>
                <a:cs typeface="DejaVu Sans"/>
              </a:defRPr>
            </a:lvl9pPr>
          </a:lstStyle>
          <a:p>
            <a:pPr algn="ctr">
              <a:defRPr sz="1425">
                <a:solidFill>
                  <a:srgbClr val="222222"/>
                </a:solidFill>
                <a:latin typeface="DejaVu Sans"/>
                <a:ea typeface="DejaVu Sans"/>
                <a:cs typeface="DejaVu Sans"/>
              </a:defRPr>
            </a:pPr>
            <a:r>
              <a:rPr sz="1425">
                <a:solidFill>
                  <a:srgbClr val="222222"/>
                </a:solidFill>
                <a:latin typeface="DejaVu Sans"/>
                <a:ea typeface="DejaVu Sans"/>
                <a:cs typeface="DejaVu Sans"/>
              </a:rPr>
              <a:t>C1.1</a:t>
            </a:r>
          </a:p>
        </p:txBody>
      </p:sp>
      <p:sp>
        <p:nvSpPr>
          <p:cNvPr id="4" name="">
            <a:extLst>
              <a:ext uri="{FF2B5EF4-FFF2-40B4-BE49-F238E27FC236}">
                <ns2:creationId id="{B16DC34F-474D-47C6-8F84-06872BA12A1F}"/>
              </a:ext>
            </a:extLst>
          </p:cNvPr>
          <p:cNvSpPr>
            <a:spLocks noGrp="1"/>
          </p:cNvSpPr>
          <p:nvPr/>
        </p:nvSpPr>
        <p:spPr>
          <a:xfrm>
            <a:off x="5939028" y="5276850"/>
            <a:ext cx="990600" cy="285750"/>
          </a:xfrm>
          <a:prstGeom prst="rect">
            <a:avLst/>
          </a:prstGeom>
          <a:noFill/>
          <a:ln w="0">
            <a:noFill/>
          </a:ln>
        </p:spPr>
        <p:txBody>
          <a:bodyPr/>
          <a:lstStyle>
            <a:defPPr algn="ctr">
              <a:defRPr sz="1425">
                <a:solidFill>
                  <a:srgbClr val="222222"/>
                </a:solidFill>
                <a:latin typeface="DejaVu Sans"/>
                <a:ea typeface="DejaVu Sans"/>
                <a:cs typeface="DejaVu Sans"/>
              </a:defRPr>
            </a:defPPr>
            <a:lvl1pPr algn="ctr">
              <a:defRPr sz="1425">
                <a:solidFill>
                  <a:srgbClr val="222222"/>
                </a:solidFill>
                <a:latin typeface="DejaVu Sans"/>
                <a:ea typeface="DejaVu Sans"/>
                <a:cs typeface="DejaVu Sans"/>
              </a:defRPr>
            </a:lvl1pPr>
            <a:lvl2pPr algn="ctr">
              <a:defRPr sz="1425">
                <a:solidFill>
                  <a:srgbClr val="222222"/>
                </a:solidFill>
                <a:latin typeface="DejaVu Sans"/>
                <a:ea typeface="DejaVu Sans"/>
                <a:cs typeface="DejaVu Sans"/>
              </a:defRPr>
            </a:lvl2pPr>
            <a:lvl3pPr algn="ctr">
              <a:defRPr sz="1425">
                <a:solidFill>
                  <a:srgbClr val="222222"/>
                </a:solidFill>
                <a:latin typeface="DejaVu Sans"/>
                <a:ea typeface="DejaVu Sans"/>
                <a:cs typeface="DejaVu Sans"/>
              </a:defRPr>
            </a:lvl3pPr>
            <a:lvl4pPr algn="ctr">
              <a:defRPr sz="1425">
                <a:solidFill>
                  <a:srgbClr val="222222"/>
                </a:solidFill>
                <a:latin typeface="DejaVu Sans"/>
                <a:ea typeface="DejaVu Sans"/>
                <a:cs typeface="DejaVu Sans"/>
              </a:defRPr>
            </a:lvl4pPr>
            <a:lvl5pPr algn="ctr">
              <a:defRPr sz="1425">
                <a:solidFill>
                  <a:srgbClr val="222222"/>
                </a:solidFill>
                <a:latin typeface="DejaVu Sans"/>
                <a:ea typeface="DejaVu Sans"/>
                <a:cs typeface="DejaVu Sans"/>
              </a:defRPr>
            </a:lvl5pPr>
            <a:lvl6pPr algn="ctr">
              <a:defRPr sz="1425">
                <a:solidFill>
                  <a:srgbClr val="222222"/>
                </a:solidFill>
                <a:latin typeface="DejaVu Sans"/>
                <a:ea typeface="DejaVu Sans"/>
                <a:cs typeface="DejaVu Sans"/>
              </a:defRPr>
            </a:lvl6pPr>
            <a:lvl7pPr algn="ctr">
              <a:defRPr sz="1425">
                <a:solidFill>
                  <a:srgbClr val="222222"/>
                </a:solidFill>
                <a:latin typeface="DejaVu Sans"/>
                <a:ea typeface="DejaVu Sans"/>
                <a:cs typeface="DejaVu Sans"/>
              </a:defRPr>
            </a:lvl7pPr>
            <a:lvl8pPr algn="ctr">
              <a:defRPr sz="1425">
                <a:solidFill>
                  <a:srgbClr val="222222"/>
                </a:solidFill>
                <a:latin typeface="DejaVu Sans"/>
                <a:ea typeface="DejaVu Sans"/>
                <a:cs typeface="DejaVu Sans"/>
              </a:defRPr>
            </a:lvl8pPr>
            <a:lvl9pPr algn="ctr">
              <a:defRPr sz="1425">
                <a:solidFill>
                  <a:srgbClr val="222222"/>
                </a:solidFill>
                <a:latin typeface="DejaVu Sans"/>
                <a:ea typeface="DejaVu Sans"/>
                <a:cs typeface="DejaVu Sans"/>
              </a:defRPr>
            </a:lvl9pPr>
          </a:lstStyle>
          <a:p>
            <a:pPr algn="ctr">
              <a:defRPr sz="1425">
                <a:solidFill>
                  <a:srgbClr val="222222"/>
                </a:solidFill>
                <a:latin typeface="DejaVu Sans"/>
                <a:ea typeface="DejaVu Sans"/>
                <a:cs typeface="DejaVu Sans"/>
              </a:defRPr>
            </a:pPr>
            <a:r>
              <a:rPr sz="1425">
                <a:solidFill>
                  <a:srgbClr val="222222"/>
                </a:solidFill>
                <a:latin typeface="DejaVu Sans"/>
                <a:ea typeface="DejaVu Sans"/>
                <a:cs typeface="DejaVu Sans"/>
              </a:rPr>
              <a:t>C1.3</a:t>
            </a:r>
          </a:p>
        </p:txBody>
      </p:sp>
      <p:sp>
        <p:nvSpPr>
          <p:cNvPr id="5" name="">
            <a:extLst>
              <a:ext uri="{FF2B5EF4-FFF2-40B4-BE49-F238E27FC236}">
                <ns2:creationId id="{0ACB3608-6528-45C7-8578-2B669A38C915}"/>
              </a:ext>
            </a:extLst>
          </p:cNvPr>
          <p:cNvSpPr>
            <a:spLocks noGrp="1"/>
          </p:cNvSpPr>
          <p:nvPr/>
        </p:nvSpPr>
        <p:spPr>
          <a:xfrm>
            <a:off x="9048912" y="5276850"/>
            <a:ext cx="990600" cy="285750"/>
          </a:xfrm>
          <a:prstGeom prst="rect">
            <a:avLst/>
          </a:prstGeom>
          <a:noFill/>
          <a:ln w="0">
            <a:noFill/>
          </a:ln>
        </p:spPr>
        <p:txBody>
          <a:bodyPr/>
          <a:lstStyle>
            <a:defPPr algn="ctr">
              <a:defRPr sz="1425">
                <a:solidFill>
                  <a:srgbClr val="222222"/>
                </a:solidFill>
                <a:latin typeface="DejaVu Sans"/>
                <a:ea typeface="DejaVu Sans"/>
                <a:cs typeface="DejaVu Sans"/>
              </a:defRPr>
            </a:defPPr>
            <a:lvl1pPr algn="ctr">
              <a:defRPr sz="1425">
                <a:solidFill>
                  <a:srgbClr val="222222"/>
                </a:solidFill>
                <a:latin typeface="DejaVu Sans"/>
                <a:ea typeface="DejaVu Sans"/>
                <a:cs typeface="DejaVu Sans"/>
              </a:defRPr>
            </a:lvl1pPr>
            <a:lvl2pPr algn="ctr">
              <a:defRPr sz="1425">
                <a:solidFill>
                  <a:srgbClr val="222222"/>
                </a:solidFill>
                <a:latin typeface="DejaVu Sans"/>
                <a:ea typeface="DejaVu Sans"/>
                <a:cs typeface="DejaVu Sans"/>
              </a:defRPr>
            </a:lvl2pPr>
            <a:lvl3pPr algn="ctr">
              <a:defRPr sz="1425">
                <a:solidFill>
                  <a:srgbClr val="222222"/>
                </a:solidFill>
                <a:latin typeface="DejaVu Sans"/>
                <a:ea typeface="DejaVu Sans"/>
                <a:cs typeface="DejaVu Sans"/>
              </a:defRPr>
            </a:lvl3pPr>
            <a:lvl4pPr algn="ctr">
              <a:defRPr sz="1425">
                <a:solidFill>
                  <a:srgbClr val="222222"/>
                </a:solidFill>
                <a:latin typeface="DejaVu Sans"/>
                <a:ea typeface="DejaVu Sans"/>
                <a:cs typeface="DejaVu Sans"/>
              </a:defRPr>
            </a:lvl4pPr>
            <a:lvl5pPr algn="ctr">
              <a:defRPr sz="1425">
                <a:solidFill>
                  <a:srgbClr val="222222"/>
                </a:solidFill>
                <a:latin typeface="DejaVu Sans"/>
                <a:ea typeface="DejaVu Sans"/>
                <a:cs typeface="DejaVu Sans"/>
              </a:defRPr>
            </a:lvl5pPr>
            <a:lvl6pPr algn="ctr">
              <a:defRPr sz="1425">
                <a:solidFill>
                  <a:srgbClr val="222222"/>
                </a:solidFill>
                <a:latin typeface="DejaVu Sans"/>
                <a:ea typeface="DejaVu Sans"/>
                <a:cs typeface="DejaVu Sans"/>
              </a:defRPr>
            </a:lvl6pPr>
            <a:lvl7pPr algn="ctr">
              <a:defRPr sz="1425">
                <a:solidFill>
                  <a:srgbClr val="222222"/>
                </a:solidFill>
                <a:latin typeface="DejaVu Sans"/>
                <a:ea typeface="DejaVu Sans"/>
                <a:cs typeface="DejaVu Sans"/>
              </a:defRPr>
            </a:lvl7pPr>
            <a:lvl8pPr algn="ctr">
              <a:defRPr sz="1425">
                <a:solidFill>
                  <a:srgbClr val="222222"/>
                </a:solidFill>
                <a:latin typeface="DejaVu Sans"/>
                <a:ea typeface="DejaVu Sans"/>
                <a:cs typeface="DejaVu Sans"/>
              </a:defRPr>
            </a:lvl8pPr>
            <a:lvl9pPr algn="ctr">
              <a:defRPr sz="1425">
                <a:solidFill>
                  <a:srgbClr val="222222"/>
                </a:solidFill>
                <a:latin typeface="DejaVu Sans"/>
                <a:ea typeface="DejaVu Sans"/>
                <a:cs typeface="DejaVu Sans"/>
              </a:defRPr>
            </a:lvl9pPr>
          </a:lstStyle>
          <a:p>
            <a:pPr algn="ctr">
              <a:defRPr sz="1425">
                <a:solidFill>
                  <a:srgbClr val="222222"/>
                </a:solidFill>
                <a:latin typeface="DejaVu Sans"/>
                <a:ea typeface="DejaVu Sans"/>
                <a:cs typeface="DejaVu Sans"/>
              </a:defRPr>
            </a:pPr>
            <a:r>
              <a:rPr sz="1425">
                <a:solidFill>
                  <a:srgbClr val="222222"/>
                </a:solidFill>
                <a:latin typeface="DejaVu Sans"/>
                <a:ea typeface="DejaVu Sans"/>
                <a:cs typeface="DejaVu Sans"/>
              </a:rPr>
              <a:t>C1.4</a:t>
            </a:r>
          </a:p>
        </p:txBody>
      </p:sp>
      <p:sp>
        <p:nvSpPr>
          <p:cNvPr id="6" name="">
            <a:extLst>
              <a:ext uri="{FF2B5EF4-FFF2-40B4-BE49-F238E27FC236}">
                <ns2:creationId id="{ACE1F497-10B5-4BBB-AA56-A22FC3BDEE49}"/>
              </a:ext>
            </a:extLst>
          </p:cNvPr>
          <p:cNvSpPr>
            <a:spLocks noGrp="1"/>
          </p:cNvSpPr>
          <p:nvPr/>
        </p:nvSpPr>
        <p:spPr>
          <a:xfrm>
            <a:off x="457200" y="5715000"/>
            <a:ext cx="11277600" cy="914400"/>
          </a:xfrm>
          <a:prstGeom prst="rect">
            <a:avLst/>
          </a:prstGeom>
          <a:noFill/>
          <a:ln w="0">
            <a:noFill/>
          </a:ln>
        </p:spPr>
        <p:txBody>
          <a:bodyPr>
            <a:normAutofit fontScale="100000"/>
          </a:bodyPr>
          <a:lstStyle>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13. Cluster confidence distributions. Colored outlines show eligible cluster members with confidence scores; black dots mark the displayed models. Eligible models ranked by &lt;pLDDT&gt;; representative selection follows the recorded source scope. Unscored-only clusters show their unscored structural medoid without a confidence violin.</a:t>
            </a:r>
          </a:p>
        </p:txBody>
      </p:sp>
    </p:spTree>
    <p:extLst>
      <p:ext uri="{BB962C8B-B14F-4D97-AF65-F5344CB8AC3E}">
        <ns5:creationId val="49641012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58DB257-2C3E-4F66-B992-5FD9D0692A8B}"/>
              </a:ext>
            </a:extLst>
          </p:cNvPr>
          <p:cNvSpPr>
            <a:spLocks xmlns:a="http://schemas.openxmlformats.org/drawingml/2006/main" noGrp="1"/>
          </p:cNvSpPr>
          <p:nvPr/>
        </p:nvSpPr>
        <p:spPr>
          <a:xfrm xmlns:a="http://schemas.openxmlformats.org/drawingml/2006/main">
            <a:off x="457200" y="266700"/>
            <a:ext cx="11277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a:solidFill>
                  <a:srgbClr val="222222"/>
                </a:solidFill>
                <a:latin typeface="Helvetica Neue"/>
                <a:ea typeface="Helvetica Neue"/>
                <a:cs typeface="Helvetica Neue"/>
              </a:defRPr>
            </a:defPPr>
            <a:lvl1pPr>
              <a:defRPr sz="2250">
                <a:solidFill>
                  <a:srgbClr val="222222"/>
                </a:solidFill>
                <a:latin typeface="Helvetica Neue"/>
                <a:ea typeface="Helvetica Neue"/>
                <a:cs typeface="Helvetica Neue"/>
              </a:defRPr>
            </a:lvl1pPr>
            <a:lvl2pPr>
              <a:defRPr sz="2250">
                <a:solidFill>
                  <a:srgbClr val="222222"/>
                </a:solidFill>
                <a:latin typeface="Helvetica Neue"/>
                <a:ea typeface="Helvetica Neue"/>
                <a:cs typeface="Helvetica Neue"/>
              </a:defRPr>
            </a:lvl2pPr>
            <a:lvl3pPr>
              <a:defRPr sz="2250">
                <a:solidFill>
                  <a:srgbClr val="222222"/>
                </a:solidFill>
                <a:latin typeface="Helvetica Neue"/>
                <a:ea typeface="Helvetica Neue"/>
                <a:cs typeface="Helvetica Neue"/>
              </a:defRPr>
            </a:lvl3pPr>
            <a:lvl4pPr>
              <a:defRPr sz="2250">
                <a:solidFill>
                  <a:srgbClr val="222222"/>
                </a:solidFill>
                <a:latin typeface="Helvetica Neue"/>
                <a:ea typeface="Helvetica Neue"/>
                <a:cs typeface="Helvetica Neue"/>
              </a:defRPr>
            </a:lvl4pPr>
            <a:lvl5pPr>
              <a:defRPr sz="2250">
                <a:solidFill>
                  <a:srgbClr val="222222"/>
                </a:solidFill>
                <a:latin typeface="Helvetica Neue"/>
                <a:ea typeface="Helvetica Neue"/>
                <a:cs typeface="Helvetica Neue"/>
              </a:defRPr>
            </a:lvl5pPr>
            <a:lvl6pPr>
              <a:defRPr sz="2250">
                <a:solidFill>
                  <a:srgbClr val="222222"/>
                </a:solidFill>
                <a:latin typeface="Helvetica Neue"/>
                <a:ea typeface="Helvetica Neue"/>
                <a:cs typeface="Helvetica Neue"/>
              </a:defRPr>
            </a:lvl6pPr>
            <a:lvl7pPr>
              <a:defRPr sz="2250">
                <a:solidFill>
                  <a:srgbClr val="222222"/>
                </a:solidFill>
                <a:latin typeface="Helvetica Neue"/>
                <a:ea typeface="Helvetica Neue"/>
                <a:cs typeface="Helvetica Neue"/>
              </a:defRPr>
            </a:lvl7pPr>
            <a:lvl8pPr>
              <a:defRPr sz="2250">
                <a:solidFill>
                  <a:srgbClr val="222222"/>
                </a:solidFill>
                <a:latin typeface="Helvetica Neue"/>
                <a:ea typeface="Helvetica Neue"/>
                <a:cs typeface="Helvetica Neue"/>
              </a:defRPr>
            </a:lvl8pPr>
            <a:lvl9pPr>
              <a:defRPr sz="2250">
                <a:solidFill>
                  <a:srgbClr val="222222"/>
                </a:solidFill>
                <a:latin typeface="Helvetica Neue"/>
                <a:ea typeface="Helvetica Neue"/>
                <a:cs typeface="Helvetica Neue"/>
              </a:defRPr>
            </a:lvl9pPr>
          </a:lstStyle>
          <a:p xmlns:a="http://schemas.openxmlformats.org/drawingml/2006/main">
            <a:pPr>
              <a:defRPr sz="2250">
                <a:solidFill>
                  <a:srgbClr val="222222"/>
                </a:solidFill>
                <a:latin typeface="Helvetica Neue"/>
                <a:ea typeface="Helvetica Neue"/>
                <a:cs typeface="Helvetica Neue"/>
              </a:defRPr>
            </a:pPr>
            <a:r>
              <a:rPr sz="2250">
                <a:solidFill>
                  <a:srgbClr val="222222"/>
                </a:solidFill>
                <a:latin typeface="Helvetica Neue"/>
                <a:ea typeface="Helvetica Neue"/>
                <a:cs typeface="Helvetica Neue"/>
              </a:rPr>
              <a:t>Selected-model medoid TM-scores</a:t>
            </a:r>
          </a:p>
        </p:txBody>
      </p:sp>
      <p:sp>
        <p:nvSpPr>
          <p:cNvPr id="2" name="">
            <a:extLst xmlns:a="http://schemas.openxmlformats.org/drawingml/2006/main">
              <a:ext uri="{FF2B5EF4-FFF2-40B4-BE49-F238E27FC236}">
                <a16:creationId xmlns:a16="http://schemas.microsoft.com/office/drawing/2014/main" id="{FA64F0BC-D80A-4ECC-931B-F9FA517FA486}"/>
              </a:ext>
            </a:extLst>
          </p:cNvPr>
          <p:cNvSpPr>
            <a:spLocks xmlns:a="http://schemas.openxmlformats.org/drawingml/2006/main" noGrp="1"/>
          </p:cNvSpPr>
          <p:nvPr/>
        </p:nvSpPr>
        <p:spPr>
          <a:xfrm xmlns:a="http://schemas.openxmlformats.org/drawingml/2006/main">
            <a:off x="952500" y="7239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a:solidFill>
                  <a:srgbClr val="222222"/>
                </a:solidFill>
                <a:latin typeface="Helvetica Neue"/>
                <a:ea typeface="Helvetica Neue"/>
                <a:cs typeface="Helvetica Neue"/>
              </a:defRPr>
            </a:defPPr>
            <a:lvl1pPr>
              <a:defRPr sz="1500">
                <a:solidFill>
                  <a:srgbClr val="222222"/>
                </a:solidFill>
                <a:latin typeface="Helvetica Neue"/>
                <a:ea typeface="Helvetica Neue"/>
                <a:cs typeface="Helvetica Neue"/>
              </a:defRPr>
            </a:lvl1pPr>
            <a:lvl2pPr>
              <a:defRPr sz="1500">
                <a:solidFill>
                  <a:srgbClr val="222222"/>
                </a:solidFill>
                <a:latin typeface="Helvetica Neue"/>
                <a:ea typeface="Helvetica Neue"/>
                <a:cs typeface="Helvetica Neue"/>
              </a:defRPr>
            </a:lvl2pPr>
            <a:lvl3pPr>
              <a:defRPr sz="1500">
                <a:solidFill>
                  <a:srgbClr val="222222"/>
                </a:solidFill>
                <a:latin typeface="Helvetica Neue"/>
                <a:ea typeface="Helvetica Neue"/>
                <a:cs typeface="Helvetica Neue"/>
              </a:defRPr>
            </a:lvl3pPr>
            <a:lvl4pPr>
              <a:defRPr sz="1500">
                <a:solidFill>
                  <a:srgbClr val="222222"/>
                </a:solidFill>
                <a:latin typeface="Helvetica Neue"/>
                <a:ea typeface="Helvetica Neue"/>
                <a:cs typeface="Helvetica Neue"/>
              </a:defRPr>
            </a:lvl4pPr>
            <a:lvl5pPr>
              <a:defRPr sz="1500">
                <a:solidFill>
                  <a:srgbClr val="222222"/>
                </a:solidFill>
                <a:latin typeface="Helvetica Neue"/>
                <a:ea typeface="Helvetica Neue"/>
                <a:cs typeface="Helvetica Neue"/>
              </a:defRPr>
            </a:lvl5pPr>
            <a:lvl6pPr>
              <a:defRPr sz="1500">
                <a:solidFill>
                  <a:srgbClr val="222222"/>
                </a:solidFill>
                <a:latin typeface="Helvetica Neue"/>
                <a:ea typeface="Helvetica Neue"/>
                <a:cs typeface="Helvetica Neue"/>
              </a:defRPr>
            </a:lvl6pPr>
            <a:lvl7pPr>
              <a:defRPr sz="1500">
                <a:solidFill>
                  <a:srgbClr val="222222"/>
                </a:solidFill>
                <a:latin typeface="Helvetica Neue"/>
                <a:ea typeface="Helvetica Neue"/>
                <a:cs typeface="Helvetica Neue"/>
              </a:defRPr>
            </a:lvl7pPr>
            <a:lvl8pPr>
              <a:defRPr sz="1500">
                <a:solidFill>
                  <a:srgbClr val="222222"/>
                </a:solidFill>
                <a:latin typeface="Helvetica Neue"/>
                <a:ea typeface="Helvetica Neue"/>
                <a:cs typeface="Helvetica Neue"/>
              </a:defRPr>
            </a:lvl8pPr>
            <a:lvl9pPr>
              <a:defRPr sz="1500">
                <a:solidFill>
                  <a:srgbClr val="222222"/>
                </a:solidFill>
                <a:latin typeface="Helvetica Neue"/>
                <a:ea typeface="Helvetica Neue"/>
                <a:cs typeface="Helvetica Neue"/>
              </a:defRPr>
            </a:lvl9pPr>
          </a:lstStyle>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Rows and columns identify the same clusters</a:t>
            </a:r>
          </a:p>
        </p:txBody>
      </p:sp>
      <p:graphicFrame>
        <p:nvGraphicFramePr>
          <p:cNvPr id="3" name="">
            <a:extLst xmlns:a="http://schemas.openxmlformats.org/drawingml/2006/main">
              <a:ext uri="{FF2B5EF4-FFF2-40B4-BE49-F238E27FC236}">
                <a16:creationId xmlns:a16="http://schemas.microsoft.com/office/drawing/2014/main" id="{4086CF1D-9A56-4D4F-8FD0-2BDF2CB81828}"/>
              </a:ext>
            </a:extLst>
          </p:cNvPr>
          <p:cNvGraphicFramePr/>
          <p:nvPr/>
        </p:nvGraphicFramePr>
        <p:xfrm>
          <a:off xmlns:a="http://schemas.openxmlformats.org/drawingml/2006/main" x="952500" y="1066800"/>
          <a:ext xmlns:a="http://schemas.openxmlformats.org/drawingml/2006/main" cx="7239000" cy="4476750"/>
        </p:xfrm>
        <a:graphic xmlns:a="http://schemas.openxmlformats.org/drawingml/2006/main">
          <a:graphicData uri="http://schemas.openxmlformats.org/drawingml/2006/table">
            <a:tbl>
              <a:tblPr firstRow="0" firstCol="0" bandRow="0" bandCol="0"/>
              <a:tblGrid>
                <a:gridCol w="1447800"/>
                <a:gridCol w="1447800"/>
                <a:gridCol w="1447800"/>
                <a:gridCol w="1447800"/>
                <a:gridCol w="1447800"/>
              </a:tblGrid>
              <a:tr h="895350">
                <a:tc>
                  <a:txBody>
                    <a:bodyPr/>
                    <a:lstStyle/>
                    <a:p>
                      <a:pPr algn="ctr"/>
                      <a:r>
                        <a:rPr sz="1275">
                          <a:solidFill>
                            <a:srgbClr val="222222"/>
                          </a:solidFill>
                          <a:latin typeface="Helvetica Neue"/>
                          <a:ea typeface="Helvetica Neue"/>
                          <a:cs typeface="Helvetica Neue"/>
                        </a:rPr>
                        <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C1.1</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C1.2</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C1.3</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C1.4</a:t>
                      </a:r>
                    </a:p>
                  </a:txBody>
                  <a:tcPr marL="0" marR="0" marT="0" marB="0" anchor="ctr">
                    <a:solidFill>
                      <a:srgbClr val="FFFFFF"/>
                    </a:solidFill>
                  </a:tcPr>
                </a:tc>
              </a:tr>
              <a:tr h="895350">
                <a:tc>
                  <a:txBody>
                    <a:bodyPr/>
                    <a:lstStyle/>
                    <a:p>
                      <a:pPr algn="ctr"/>
                      <a:r>
                        <a:rPr sz="1275">
                          <a:solidFill>
                            <a:srgbClr val="222222"/>
                          </a:solidFill>
                          <a:latin typeface="Helvetica Neue"/>
                          <a:ea typeface="Helvetica Neue"/>
                          <a:cs typeface="Helvetica Neue"/>
                        </a:rPr>
                        <a:t>C1.1</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c>
                  <a:txBody>
                    <a:bodyPr/>
                    <a:lstStyle/>
                    <a:p>
                      <a:pPr algn="ctr"/>
                      <a:r>
                        <a:rPr sz="1125">
                          <a:solidFill>
                            <a:srgbClr val="FFFFFF"/>
                          </a:solidFill>
                          <a:latin typeface="Helvetica Neue"/>
                          <a:ea typeface="Helvetica Neue"/>
                          <a:cs typeface="Helvetica Neue"/>
                        </a:rPr>
                        <a:t>0.68</a:t>
                      </a:r>
                    </a:p>
                  </a:txBody>
                  <a:tcPr marL="0" marR="0" marT="0" marB="0" anchor="ctr">
                    <a:solidFill>
                      <a:srgbClr val="4780AF"/>
                    </a:solidFill>
                  </a:tcPr>
                </a:tc>
                <a:tc>
                  <a:txBody>
                    <a:bodyPr/>
                    <a:lstStyle/>
                    <a:p>
                      <a:pPr algn="ctr"/>
                      <a:r>
                        <a:rPr sz="1125">
                          <a:solidFill>
                            <a:srgbClr val="FFFFFF"/>
                          </a:solidFill>
                          <a:latin typeface="Helvetica Neue"/>
                          <a:ea typeface="Helvetica Neue"/>
                          <a:cs typeface="Helvetica Neue"/>
                        </a:rPr>
                        <a:t>0.81</a:t>
                      </a:r>
                    </a:p>
                  </a:txBody>
                  <a:tcPr marL="0" marR="0" marT="0" marB="0" anchor="ctr">
                    <a:solidFill>
                      <a:srgbClr val="2D5F93"/>
                    </a:solidFill>
                  </a:tcPr>
                </a:tc>
                <a:tc>
                  <a:txBody>
                    <a:bodyPr/>
                    <a:lstStyle/>
                    <a:p>
                      <a:pPr algn="ctr"/>
                      <a:r>
                        <a:rPr sz="1125">
                          <a:solidFill>
                            <a:srgbClr val="FFFFFF"/>
                          </a:solidFill>
                          <a:latin typeface="Helvetica Neue"/>
                          <a:ea typeface="Helvetica Neue"/>
                          <a:cs typeface="Helvetica Neue"/>
                        </a:rPr>
                        <a:t>0.84</a:t>
                      </a:r>
                    </a:p>
                  </a:txBody>
                  <a:tcPr marL="0" marR="0" marT="0" marB="0" anchor="ctr">
                    <a:solidFill>
                      <a:srgbClr val="295A8E"/>
                    </a:solidFill>
                  </a:tcPr>
                </a:tc>
              </a:tr>
              <a:tr h="895350">
                <a:tc>
                  <a:txBody>
                    <a:bodyPr/>
                    <a:lstStyle/>
                    <a:p>
                      <a:pPr algn="ctr"/>
                      <a:r>
                        <a:rPr sz="1275">
                          <a:solidFill>
                            <a:srgbClr val="222222"/>
                          </a:solidFill>
                          <a:latin typeface="Helvetica Neue"/>
                          <a:ea typeface="Helvetica Neue"/>
                          <a:cs typeface="Helvetica Neue"/>
                        </a:rPr>
                        <a:t>C1.2</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0.68</a:t>
                      </a:r>
                    </a:p>
                  </a:txBody>
                  <a:tcPr marL="0" marR="0" marT="0" marB="0" anchor="ctr">
                    <a:solidFill>
                      <a:srgbClr val="4780AF"/>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c>
                  <a:txBody>
                    <a:bodyPr/>
                    <a:lstStyle/>
                    <a:p>
                      <a:pPr algn="ctr"/>
                      <a:r>
                        <a:rPr sz="1125">
                          <a:solidFill>
                            <a:srgbClr val="FFFFFF"/>
                          </a:solidFill>
                          <a:latin typeface="Helvetica Neue"/>
                          <a:ea typeface="Helvetica Neue"/>
                          <a:cs typeface="Helvetica Neue"/>
                        </a:rPr>
                        <a:t>0.71</a:t>
                      </a:r>
                    </a:p>
                  </a:txBody>
                  <a:tcPr marL="0" marR="0" marT="0" marB="0" anchor="ctr">
                    <a:solidFill>
                      <a:srgbClr val="427AAA"/>
                    </a:solidFill>
                  </a:tcPr>
                </a:tc>
                <a:tc>
                  <a:txBody>
                    <a:bodyPr/>
                    <a:lstStyle/>
                    <a:p>
                      <a:pPr algn="ctr"/>
                      <a:r>
                        <a:rPr sz="1125">
                          <a:solidFill>
                            <a:srgbClr val="FFFFFF"/>
                          </a:solidFill>
                          <a:latin typeface="Helvetica Neue"/>
                          <a:ea typeface="Helvetica Neue"/>
                          <a:cs typeface="Helvetica Neue"/>
                        </a:rPr>
                        <a:t>0.71</a:t>
                      </a:r>
                    </a:p>
                  </a:txBody>
                  <a:tcPr marL="0" marR="0" marT="0" marB="0" anchor="ctr">
                    <a:solidFill>
                      <a:srgbClr val="4179A9"/>
                    </a:solidFill>
                  </a:tcPr>
                </a:tc>
              </a:tr>
              <a:tr h="895350">
                <a:tc>
                  <a:txBody>
                    <a:bodyPr/>
                    <a:lstStyle/>
                    <a:p>
                      <a:pPr algn="ctr"/>
                      <a:r>
                        <a:rPr sz="1275">
                          <a:solidFill>
                            <a:srgbClr val="222222"/>
                          </a:solidFill>
                          <a:latin typeface="Helvetica Neue"/>
                          <a:ea typeface="Helvetica Neue"/>
                          <a:cs typeface="Helvetica Neue"/>
                        </a:rPr>
                        <a:t>C1.3</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0.81</a:t>
                      </a:r>
                    </a:p>
                  </a:txBody>
                  <a:tcPr marL="0" marR="0" marT="0" marB="0" anchor="ctr">
                    <a:solidFill>
                      <a:srgbClr val="2D5F93"/>
                    </a:solidFill>
                  </a:tcPr>
                </a:tc>
                <a:tc>
                  <a:txBody>
                    <a:bodyPr/>
                    <a:lstStyle/>
                    <a:p>
                      <a:pPr algn="ctr"/>
                      <a:r>
                        <a:rPr sz="1125">
                          <a:solidFill>
                            <a:srgbClr val="FFFFFF"/>
                          </a:solidFill>
                          <a:latin typeface="Helvetica Neue"/>
                          <a:ea typeface="Helvetica Neue"/>
                          <a:cs typeface="Helvetica Neue"/>
                        </a:rPr>
                        <a:t>0.71</a:t>
                      </a:r>
                    </a:p>
                  </a:txBody>
                  <a:tcPr marL="0" marR="0" marT="0" marB="0" anchor="ctr">
                    <a:solidFill>
                      <a:srgbClr val="427AAA"/>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c>
                  <a:txBody>
                    <a:bodyPr/>
                    <a:lstStyle/>
                    <a:p>
                      <a:pPr algn="ctr"/>
                      <a:r>
                        <a:rPr sz="1125">
                          <a:solidFill>
                            <a:srgbClr val="FFFFFF"/>
                          </a:solidFill>
                          <a:latin typeface="Helvetica Neue"/>
                          <a:ea typeface="Helvetica Neue"/>
                          <a:cs typeface="Helvetica Neue"/>
                        </a:rPr>
                        <a:t>0.92</a:t>
                      </a:r>
                    </a:p>
                  </a:txBody>
                  <a:tcPr marL="0" marR="0" marT="0" marB="0" anchor="ctr">
                    <a:solidFill>
                      <a:srgbClr val="17437B"/>
                    </a:solidFill>
                  </a:tcPr>
                </a:tc>
              </a:tr>
              <a:tr h="895350">
                <a:tc>
                  <a:txBody>
                    <a:bodyPr/>
                    <a:lstStyle/>
                    <a:p>
                      <a:pPr algn="ctr"/>
                      <a:r>
                        <a:rPr sz="1275">
                          <a:solidFill>
                            <a:srgbClr val="222222"/>
                          </a:solidFill>
                          <a:latin typeface="Helvetica Neue"/>
                          <a:ea typeface="Helvetica Neue"/>
                          <a:cs typeface="Helvetica Neue"/>
                        </a:rPr>
                        <a:t>C1.4</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0.84</a:t>
                      </a:r>
                    </a:p>
                  </a:txBody>
                  <a:tcPr marL="0" marR="0" marT="0" marB="0" anchor="ctr">
                    <a:solidFill>
                      <a:srgbClr val="295A8E"/>
                    </a:solidFill>
                  </a:tcPr>
                </a:tc>
                <a:tc>
                  <a:txBody>
                    <a:bodyPr/>
                    <a:lstStyle/>
                    <a:p>
                      <a:pPr algn="ctr"/>
                      <a:r>
                        <a:rPr sz="1125">
                          <a:solidFill>
                            <a:srgbClr val="FFFFFF"/>
                          </a:solidFill>
                          <a:latin typeface="Helvetica Neue"/>
                          <a:ea typeface="Helvetica Neue"/>
                          <a:cs typeface="Helvetica Neue"/>
                        </a:rPr>
                        <a:t>0.71</a:t>
                      </a:r>
                    </a:p>
                  </a:txBody>
                  <a:tcPr marL="0" marR="0" marT="0" marB="0" anchor="ctr">
                    <a:solidFill>
                      <a:srgbClr val="4179A9"/>
                    </a:solidFill>
                  </a:tcPr>
                </a:tc>
                <a:tc>
                  <a:txBody>
                    <a:bodyPr/>
                    <a:lstStyle/>
                    <a:p>
                      <a:pPr algn="ctr"/>
                      <a:r>
                        <a:rPr sz="1125">
                          <a:solidFill>
                            <a:srgbClr val="FFFFFF"/>
                          </a:solidFill>
                          <a:latin typeface="Helvetica Neue"/>
                          <a:ea typeface="Helvetica Neue"/>
                          <a:cs typeface="Helvetica Neue"/>
                        </a:rPr>
                        <a:t>0.92</a:t>
                      </a:r>
                    </a:p>
                  </a:txBody>
                  <a:tcPr marL="0" marR="0" marT="0" marB="0" anchor="ctr">
                    <a:solidFill>
                      <a:srgbClr val="17437B"/>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r>
            </a:tbl>
          </a:graphicData>
        </a:graphic>
      </p:graphicFrame>
      <p:sp>
        <p:nvSpPr>
          <p:cNvPr id="4" name="">
            <a:extLst xmlns:a="http://schemas.openxmlformats.org/drawingml/2006/main">
              <a:ext uri="{FF2B5EF4-FFF2-40B4-BE49-F238E27FC236}">
                <a16:creationId xmlns:a16="http://schemas.microsoft.com/office/drawing/2014/main" id="{7781A291-73A0-49A6-B693-4146244CAA9D}"/>
              </a:ext>
            </a:extLst>
          </p:cNvPr>
          <p:cNvSpPr>
            <a:spLocks xmlns:a="http://schemas.openxmlformats.org/drawingml/2006/main" noGrp="1"/>
          </p:cNvSpPr>
          <p:nvPr/>
        </p:nvSpPr>
        <p:spPr>
          <a:xfrm xmlns:a="http://schemas.openxmlformats.org/drawingml/2006/main">
            <a:off x="8429625" y="72390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a:solidFill>
                  <a:srgbClr val="222222"/>
                </a:solidFill>
                <a:latin typeface="Helvetica Neue"/>
                <a:ea typeface="Helvetica Neue"/>
                <a:cs typeface="Helvetica Neue"/>
              </a:defRPr>
            </a:defPPr>
            <a:lvl1pPr>
              <a:defRPr sz="1500">
                <a:solidFill>
                  <a:srgbClr val="222222"/>
                </a:solidFill>
                <a:latin typeface="Helvetica Neue"/>
                <a:ea typeface="Helvetica Neue"/>
                <a:cs typeface="Helvetica Neue"/>
              </a:defRPr>
            </a:lvl1pPr>
            <a:lvl2pPr>
              <a:defRPr sz="1500">
                <a:solidFill>
                  <a:srgbClr val="222222"/>
                </a:solidFill>
                <a:latin typeface="Helvetica Neue"/>
                <a:ea typeface="Helvetica Neue"/>
                <a:cs typeface="Helvetica Neue"/>
              </a:defRPr>
            </a:lvl2pPr>
            <a:lvl3pPr>
              <a:defRPr sz="1500">
                <a:solidFill>
                  <a:srgbClr val="222222"/>
                </a:solidFill>
                <a:latin typeface="Helvetica Neue"/>
                <a:ea typeface="Helvetica Neue"/>
                <a:cs typeface="Helvetica Neue"/>
              </a:defRPr>
            </a:lvl3pPr>
            <a:lvl4pPr>
              <a:defRPr sz="1500">
                <a:solidFill>
                  <a:srgbClr val="222222"/>
                </a:solidFill>
                <a:latin typeface="Helvetica Neue"/>
                <a:ea typeface="Helvetica Neue"/>
                <a:cs typeface="Helvetica Neue"/>
              </a:defRPr>
            </a:lvl4pPr>
            <a:lvl5pPr>
              <a:defRPr sz="1500">
                <a:solidFill>
                  <a:srgbClr val="222222"/>
                </a:solidFill>
                <a:latin typeface="Helvetica Neue"/>
                <a:ea typeface="Helvetica Neue"/>
                <a:cs typeface="Helvetica Neue"/>
              </a:defRPr>
            </a:lvl5pPr>
            <a:lvl6pPr>
              <a:defRPr sz="1500">
                <a:solidFill>
                  <a:srgbClr val="222222"/>
                </a:solidFill>
                <a:latin typeface="Helvetica Neue"/>
                <a:ea typeface="Helvetica Neue"/>
                <a:cs typeface="Helvetica Neue"/>
              </a:defRPr>
            </a:lvl6pPr>
            <a:lvl7pPr>
              <a:defRPr sz="1500">
                <a:solidFill>
                  <a:srgbClr val="222222"/>
                </a:solidFill>
                <a:latin typeface="Helvetica Neue"/>
                <a:ea typeface="Helvetica Neue"/>
                <a:cs typeface="Helvetica Neue"/>
              </a:defRPr>
            </a:lvl7pPr>
            <a:lvl8pPr>
              <a:defRPr sz="1500">
                <a:solidFill>
                  <a:srgbClr val="222222"/>
                </a:solidFill>
                <a:latin typeface="Helvetica Neue"/>
                <a:ea typeface="Helvetica Neue"/>
                <a:cs typeface="Helvetica Neue"/>
              </a:defRPr>
            </a:lvl8pPr>
            <a:lvl9pPr>
              <a:defRPr sz="1500">
                <a:solidFill>
                  <a:srgbClr val="222222"/>
                </a:solidFill>
                <a:latin typeface="Helvetica Neue"/>
                <a:ea typeface="Helvetica Neue"/>
                <a:cs typeface="Helvetica Neue"/>
              </a:defRPr>
            </a:lvl9pPr>
          </a:lstStyle>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TM-score</a:t>
            </a:r>
          </a:p>
        </p:txBody>
      </p:sp>
      <p:graphicFrame>
        <p:nvGraphicFramePr>
          <p:cNvPr id="5" name="">
            <a:extLst xmlns:a="http://schemas.openxmlformats.org/drawingml/2006/main">
              <a:ext uri="{FF2B5EF4-FFF2-40B4-BE49-F238E27FC236}">
                <a16:creationId xmlns:a16="http://schemas.microsoft.com/office/drawing/2014/main" id="{8CFD0C85-B688-488B-9B28-24FA56C551D8}"/>
              </a:ext>
            </a:extLst>
          </p:cNvPr>
          <p:cNvGraphicFramePr/>
          <p:nvPr/>
        </p:nvGraphicFramePr>
        <p:xfrm>
          <a:off xmlns:a="http://schemas.openxmlformats.org/drawingml/2006/main" x="8429625" y="1066800"/>
          <a:ext xmlns:a="http://schemas.openxmlformats.org/drawingml/2006/main" cx="714375" cy="4476750"/>
        </p:xfrm>
        <a:graphic xmlns:a="http://schemas.openxmlformats.org/drawingml/2006/main">
          <a:graphicData uri="http://schemas.openxmlformats.org/drawingml/2006/table">
            <a:tbl>
              <a:tblPr firstRow="0" bandRow="0"/>
              <a:tblGrid>
                <a:gridCol w="714375"/>
              </a:tblGrid>
              <a:tr h="406977">
                <a:tc>
                  <a:txBody>
                    <a:bodyPr/>
                    <a:lstStyle/>
                    <a:p>
                      <a:pPr algn="ctr"/>
                      <a:r>
                        <a:rPr sz="1350">
                          <a:solidFill>
                            <a:srgbClr val="FFFFFF"/>
                          </a:solidFill>
                          <a:latin typeface="Helvetica Neue"/>
                          <a:ea typeface="Helvetica Neue"/>
                          <a:cs typeface="Helvetica Neue"/>
                        </a:rPr>
                        <a:t>1.0</a:t>
                      </a:r>
                    </a:p>
                  </a:txBody>
                  <a:tcPr marL="0" marR="0" marT="0" marB="0" anchor="ctr">
                    <a:solidFill>
                      <a:srgbClr val="08306B"/>
                    </a:solidFill>
                  </a:tcPr>
                </a:tc>
              </a:tr>
              <a:tr h="406977">
                <a:tc>
                  <a:txBody>
                    <a:bodyPr/>
                    <a:lstStyle/>
                    <a:p>
                      <a:pPr algn="ctr"/>
                      <a:r>
                        <a:rPr sz="1350">
                          <a:solidFill>
                            <a:srgbClr val="FFFFFF"/>
                          </a:solidFill>
                          <a:latin typeface="Helvetica Neue"/>
                          <a:ea typeface="Helvetica Neue"/>
                          <a:cs typeface="Helvetica Neue"/>
                        </a:rPr>
                        <a:t>0.9</a:t>
                      </a:r>
                    </a:p>
                  </a:txBody>
                  <a:tcPr marL="0" marR="0" marT="0" marB="0" anchor="ctr">
                    <a:solidFill>
                      <a:srgbClr val="1C4980"/>
                    </a:solidFill>
                  </a:tcPr>
                </a:tc>
              </a:tr>
              <a:tr h="406977">
                <a:tc>
                  <a:txBody>
                    <a:bodyPr/>
                    <a:lstStyle/>
                    <a:p>
                      <a:pPr algn="ctr"/>
                      <a:r>
                        <a:rPr sz="1350">
                          <a:solidFill>
                            <a:srgbClr val="FFFFFF"/>
                          </a:solidFill>
                          <a:latin typeface="Helvetica Neue"/>
                          <a:ea typeface="Helvetica Neue"/>
                          <a:cs typeface="Helvetica Neue"/>
                        </a:rPr>
                        <a:t>0.8</a:t>
                      </a:r>
                    </a:p>
                  </a:txBody>
                  <a:tcPr marL="0" marR="0" marT="0" marB="0" anchor="ctr">
                    <a:solidFill>
                      <a:srgbClr val="306296"/>
                    </a:solidFill>
                  </a:tcPr>
                </a:tc>
              </a:tr>
              <a:tr h="406977">
                <a:tc>
                  <a:txBody>
                    <a:bodyPr/>
                    <a:lstStyle/>
                    <a:p>
                      <a:pPr algn="ctr"/>
                      <a:r>
                        <a:rPr sz="1350">
                          <a:solidFill>
                            <a:srgbClr val="FFFFFF"/>
                          </a:solidFill>
                          <a:latin typeface="Helvetica Neue"/>
                          <a:ea typeface="Helvetica Neue"/>
                          <a:cs typeface="Helvetica Neue"/>
                        </a:rPr>
                        <a:t>0.7</a:t>
                      </a:r>
                    </a:p>
                  </a:txBody>
                  <a:tcPr marL="0" marR="0" marT="0" marB="0" anchor="ctr">
                    <a:solidFill>
                      <a:srgbClr val="437CAB"/>
                    </a:solidFill>
                  </a:tcPr>
                </a:tc>
              </a:tr>
              <a:tr h="406977">
                <a:tc>
                  <a:txBody>
                    <a:bodyPr/>
                    <a:lstStyle/>
                    <a:p>
                      <a:pPr algn="ctr"/>
                      <a:r>
                        <a:rPr sz="1350">
                          <a:solidFill>
                            <a:srgbClr val="172435"/>
                          </a:solidFill>
                          <a:latin typeface="Helvetica Neue"/>
                          <a:ea typeface="Helvetica Neue"/>
                          <a:cs typeface="Helvetica Neue"/>
                        </a:rPr>
                        <a:t>0.6</a:t>
                      </a:r>
                    </a:p>
                  </a:txBody>
                  <a:tcPr marL="0" marR="0" marT="0" marB="0" anchor="ctr">
                    <a:solidFill>
                      <a:srgbClr val="5795C1"/>
                    </a:solidFill>
                  </a:tcPr>
                </a:tc>
              </a:tr>
              <a:tr h="406977">
                <a:tc>
                  <a:txBody>
                    <a:bodyPr/>
                    <a:lstStyle/>
                    <a:p>
                      <a:pPr algn="ctr"/>
                      <a:r>
                        <a:rPr sz="1350">
                          <a:solidFill>
                            <a:srgbClr val="172435"/>
                          </a:solidFill>
                          <a:latin typeface="Helvetica Neue"/>
                          <a:ea typeface="Helvetica Neue"/>
                          <a:cs typeface="Helvetica Neue"/>
                        </a:rPr>
                        <a:t>0.5</a:t>
                      </a:r>
                    </a:p>
                  </a:txBody>
                  <a:tcPr marL="0" marR="0" marT="0" marB="0" anchor="ctr">
                    <a:solidFill>
                      <a:srgbClr val="6BAED6"/>
                    </a:solidFill>
                  </a:tcPr>
                </a:tc>
              </a:tr>
              <a:tr h="406977">
                <a:tc>
                  <a:txBody>
                    <a:bodyPr/>
                    <a:lstStyle/>
                    <a:p>
                      <a:pPr algn="ctr"/>
                      <a:r>
                        <a:rPr sz="1350">
                          <a:solidFill>
                            <a:srgbClr val="172435"/>
                          </a:solidFill>
                          <a:latin typeface="Helvetica Neue"/>
                          <a:ea typeface="Helvetica Neue"/>
                          <a:cs typeface="Helvetica Neue"/>
                        </a:rPr>
                        <a:t>0.4</a:t>
                      </a:r>
                    </a:p>
                  </a:txBody>
                  <a:tcPr marL="0" marR="0" marT="0" marB="0" anchor="ctr">
                    <a:solidFill>
                      <a:srgbClr val="87BDDE"/>
                    </a:solidFill>
                  </a:tcPr>
                </a:tc>
              </a:tr>
              <a:tr h="406977">
                <a:tc>
                  <a:txBody>
                    <a:bodyPr/>
                    <a:lstStyle/>
                    <a:p>
                      <a:pPr algn="ctr"/>
                      <a:r>
                        <a:rPr sz="1350">
                          <a:solidFill>
                            <a:srgbClr val="172435"/>
                          </a:solidFill>
                          <a:latin typeface="Helvetica Neue"/>
                          <a:ea typeface="Helvetica Neue"/>
                          <a:cs typeface="Helvetica Neue"/>
                        </a:rPr>
                        <a:t>0.3</a:t>
                      </a:r>
                    </a:p>
                  </a:txBody>
                  <a:tcPr marL="0" marR="0" marT="0" marB="0" anchor="ctr">
                    <a:solidFill>
                      <a:srgbClr val="A3CDE6"/>
                    </a:solidFill>
                  </a:tcPr>
                </a:tc>
              </a:tr>
              <a:tr h="406977">
                <a:tc>
                  <a:txBody>
                    <a:bodyPr/>
                    <a:lstStyle/>
                    <a:p>
                      <a:pPr algn="ctr"/>
                      <a:r>
                        <a:rPr sz="1350">
                          <a:solidFill>
                            <a:srgbClr val="172435"/>
                          </a:solidFill>
                          <a:latin typeface="Helvetica Neue"/>
                          <a:ea typeface="Helvetica Neue"/>
                          <a:cs typeface="Helvetica Neue"/>
                        </a:rPr>
                        <a:t>0.2</a:t>
                      </a:r>
                    </a:p>
                  </a:txBody>
                  <a:tcPr marL="0" marR="0" marT="0" marB="0" anchor="ctr">
                    <a:solidFill>
                      <a:srgbClr val="BFDCEF"/>
                    </a:solidFill>
                  </a:tcPr>
                </a:tc>
              </a:tr>
              <a:tr h="406977">
                <a:tc>
                  <a:txBody>
                    <a:bodyPr/>
                    <a:lstStyle/>
                    <a:p>
                      <a:pPr algn="ctr"/>
                      <a:r>
                        <a:rPr sz="1350">
                          <a:solidFill>
                            <a:srgbClr val="172435"/>
                          </a:solidFill>
                          <a:latin typeface="Helvetica Neue"/>
                          <a:ea typeface="Helvetica Neue"/>
                          <a:cs typeface="Helvetica Neue"/>
                        </a:rPr>
                        <a:t>0.1</a:t>
                      </a:r>
                    </a:p>
                  </a:txBody>
                  <a:tcPr marL="0" marR="0" marT="0" marB="0" anchor="ctr">
                    <a:solidFill>
                      <a:srgbClr val="DBECF7"/>
                    </a:solidFill>
                  </a:tcPr>
                </a:tc>
              </a:tr>
              <a:tr h="406977">
                <a:tc>
                  <a:txBody>
                    <a:bodyPr/>
                    <a:lstStyle/>
                    <a:p>
                      <a:pPr algn="ctr"/>
                      <a:r>
                        <a:rPr sz="1350">
                          <a:solidFill>
                            <a:srgbClr val="172435"/>
                          </a:solidFill>
                          <a:latin typeface="Helvetica Neue"/>
                          <a:ea typeface="Helvetica Neue"/>
                          <a:cs typeface="Helvetica Neue"/>
                        </a:rPr>
                        <a:t>0.0</a:t>
                      </a:r>
                    </a:p>
                  </a:txBody>
                  <a:tcPr marL="0" marR="0" marT="0" marB="0" anchor="ctr">
                    <a:solidFill>
                      <a:srgbClr val="F7FBFF"/>
                    </a:solidFill>
                  </a:tcPr>
                </a:tc>
              </a:tr>
            </a:tbl>
          </a:graphicData>
        </a:graphic>
      </p:graphicFrame>
      <p:sp>
        <p:nvSpPr>
          <p:cNvPr id="6" name="">
            <a:extLst xmlns:a="http://schemas.openxmlformats.org/drawingml/2006/main">
              <a:ext uri="{FF2B5EF4-FFF2-40B4-BE49-F238E27FC236}">
                <a16:creationId xmlns:a16="http://schemas.microsoft.com/office/drawing/2014/main" id="{54939BDC-450A-400B-A9D3-1D925D9630F9}"/>
              </a:ext>
            </a:extLst>
          </p:cNvPr>
          <p:cNvSpPr>
            <a:spLocks xmlns:a="http://schemas.openxmlformats.org/drawingml/2006/main" noGrp="1"/>
          </p:cNvSpPr>
          <p:nvPr/>
        </p:nvSpPr>
        <p:spPr>
          <a:xfrm xmlns:a="http://schemas.openxmlformats.org/drawingml/2006/main">
            <a:off x="9525000" y="723900"/>
            <a:ext cx="2209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a:solidFill>
                  <a:srgbClr val="222222"/>
                </a:solidFill>
                <a:latin typeface="Helvetica Neue"/>
                <a:ea typeface="Helvetica Neue"/>
                <a:cs typeface="Helvetica Neue"/>
              </a:defRPr>
            </a:defPPr>
            <a:lvl1pPr>
              <a:defRPr sz="1500">
                <a:solidFill>
                  <a:srgbClr val="222222"/>
                </a:solidFill>
                <a:latin typeface="Helvetica Neue"/>
                <a:ea typeface="Helvetica Neue"/>
                <a:cs typeface="Helvetica Neue"/>
              </a:defRPr>
            </a:lvl1pPr>
            <a:lvl2pPr>
              <a:defRPr sz="1500">
                <a:solidFill>
                  <a:srgbClr val="222222"/>
                </a:solidFill>
                <a:latin typeface="Helvetica Neue"/>
                <a:ea typeface="Helvetica Neue"/>
                <a:cs typeface="Helvetica Neue"/>
              </a:defRPr>
            </a:lvl2pPr>
            <a:lvl3pPr>
              <a:defRPr sz="1500">
                <a:solidFill>
                  <a:srgbClr val="222222"/>
                </a:solidFill>
                <a:latin typeface="Helvetica Neue"/>
                <a:ea typeface="Helvetica Neue"/>
                <a:cs typeface="Helvetica Neue"/>
              </a:defRPr>
            </a:lvl3pPr>
            <a:lvl4pPr>
              <a:defRPr sz="1500">
                <a:solidFill>
                  <a:srgbClr val="222222"/>
                </a:solidFill>
                <a:latin typeface="Helvetica Neue"/>
                <a:ea typeface="Helvetica Neue"/>
                <a:cs typeface="Helvetica Neue"/>
              </a:defRPr>
            </a:lvl4pPr>
            <a:lvl5pPr>
              <a:defRPr sz="1500">
                <a:solidFill>
                  <a:srgbClr val="222222"/>
                </a:solidFill>
                <a:latin typeface="Helvetica Neue"/>
                <a:ea typeface="Helvetica Neue"/>
                <a:cs typeface="Helvetica Neue"/>
              </a:defRPr>
            </a:lvl5pPr>
            <a:lvl6pPr>
              <a:defRPr sz="1500">
                <a:solidFill>
                  <a:srgbClr val="222222"/>
                </a:solidFill>
                <a:latin typeface="Helvetica Neue"/>
                <a:ea typeface="Helvetica Neue"/>
                <a:cs typeface="Helvetica Neue"/>
              </a:defRPr>
            </a:lvl6pPr>
            <a:lvl7pPr>
              <a:defRPr sz="1500">
                <a:solidFill>
                  <a:srgbClr val="222222"/>
                </a:solidFill>
                <a:latin typeface="Helvetica Neue"/>
                <a:ea typeface="Helvetica Neue"/>
                <a:cs typeface="Helvetica Neue"/>
              </a:defRPr>
            </a:lvl7pPr>
            <a:lvl8pPr>
              <a:defRPr sz="1500">
                <a:solidFill>
                  <a:srgbClr val="222222"/>
                </a:solidFill>
                <a:latin typeface="Helvetica Neue"/>
                <a:ea typeface="Helvetica Neue"/>
                <a:cs typeface="Helvetica Neue"/>
              </a:defRPr>
            </a:lvl8pPr>
            <a:lvl9pPr>
              <a:defRPr sz="1500">
                <a:solidFill>
                  <a:srgbClr val="222222"/>
                </a:solidFill>
                <a:latin typeface="Helvetica Neue"/>
                <a:ea typeface="Helvetica Neue"/>
                <a:cs typeface="Helvetica Neue"/>
              </a:defRPr>
            </a:lvl9pPr>
          </a:lstStyle>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Cluster groups</a:t>
            </a:r>
          </a:p>
        </p:txBody>
      </p:sp>
      <p:sp>
        <p:nvSpPr>
          <p:cNvPr id="7" name="">
            <a:extLst xmlns:a="http://schemas.openxmlformats.org/drawingml/2006/main">
              <a:ext uri="{FF2B5EF4-FFF2-40B4-BE49-F238E27FC236}">
                <a16:creationId xmlns:a16="http://schemas.microsoft.com/office/drawing/2014/main" id="{AAAEF7B1-A02C-4FAC-AD0A-DFCB6427E0AF}"/>
              </a:ext>
            </a:extLst>
          </p:cNvPr>
          <p:cNvSpPr>
            <a:spLocks xmlns:a="http://schemas.openxmlformats.org/drawingml/2006/main" noGrp="1"/>
          </p:cNvSpPr>
          <p:nvPr/>
        </p:nvSpPr>
        <p:spPr>
          <a:xfrm xmlns:a="http://schemas.openxmlformats.org/drawingml/2006/main">
            <a:off x="9525000" y="1066800"/>
            <a:ext cx="22098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a:solidFill>
                  <a:srgbClr val="222222"/>
                </a:solidFill>
                <a:latin typeface="Helvetica Neue"/>
                <a:ea typeface="Helvetica Neue"/>
                <a:cs typeface="Helvetica Neue"/>
              </a:defRPr>
            </a:defPPr>
            <a:lvl1pPr>
              <a:defRPr sz="1350">
                <a:solidFill>
                  <a:srgbClr val="222222"/>
                </a:solidFill>
                <a:latin typeface="Helvetica Neue"/>
                <a:ea typeface="Helvetica Neue"/>
                <a:cs typeface="Helvetica Neue"/>
              </a:defRPr>
            </a:lvl1pPr>
            <a:lvl2pPr>
              <a:defRPr sz="1350">
                <a:solidFill>
                  <a:srgbClr val="222222"/>
                </a:solidFill>
                <a:latin typeface="Helvetica Neue"/>
                <a:ea typeface="Helvetica Neue"/>
                <a:cs typeface="Helvetica Neue"/>
              </a:defRPr>
            </a:lvl2pPr>
            <a:lvl3pPr>
              <a:defRPr sz="1350">
                <a:solidFill>
                  <a:srgbClr val="222222"/>
                </a:solidFill>
                <a:latin typeface="Helvetica Neue"/>
                <a:ea typeface="Helvetica Neue"/>
                <a:cs typeface="Helvetica Neue"/>
              </a:defRPr>
            </a:lvl3pPr>
            <a:lvl4pPr>
              <a:defRPr sz="1350">
                <a:solidFill>
                  <a:srgbClr val="222222"/>
                </a:solidFill>
                <a:latin typeface="Helvetica Neue"/>
                <a:ea typeface="Helvetica Neue"/>
                <a:cs typeface="Helvetica Neue"/>
              </a:defRPr>
            </a:lvl4pPr>
            <a:lvl5pPr>
              <a:defRPr sz="1350">
                <a:solidFill>
                  <a:srgbClr val="222222"/>
                </a:solidFill>
                <a:latin typeface="Helvetica Neue"/>
                <a:ea typeface="Helvetica Neue"/>
                <a:cs typeface="Helvetica Neue"/>
              </a:defRPr>
            </a:lvl5pPr>
            <a:lvl6pPr>
              <a:defRPr sz="1350">
                <a:solidFill>
                  <a:srgbClr val="222222"/>
                </a:solidFill>
                <a:latin typeface="Helvetica Neue"/>
                <a:ea typeface="Helvetica Neue"/>
                <a:cs typeface="Helvetica Neue"/>
              </a:defRPr>
            </a:lvl6pPr>
            <a:lvl7pPr>
              <a:defRPr sz="1350">
                <a:solidFill>
                  <a:srgbClr val="222222"/>
                </a:solidFill>
                <a:latin typeface="Helvetica Neue"/>
                <a:ea typeface="Helvetica Neue"/>
                <a:cs typeface="Helvetica Neue"/>
              </a:defRPr>
            </a:lvl7pPr>
            <a:lvl8pPr>
              <a:defRPr sz="1350">
                <a:solidFill>
                  <a:srgbClr val="222222"/>
                </a:solidFill>
                <a:latin typeface="Helvetica Neue"/>
                <a:ea typeface="Helvetica Neue"/>
                <a:cs typeface="Helvetica Neue"/>
              </a:defRPr>
            </a:lvl8pPr>
            <a:lvl9pPr>
              <a:defRPr sz="1350">
                <a:solidFill>
                  <a:srgbClr val="222222"/>
                </a:solidFill>
                <a:latin typeface="Helvetica Neue"/>
                <a:ea typeface="Helvetica Neue"/>
                <a:cs typeface="Helvetica Neue"/>
              </a:defRPr>
            </a:lvl9pPr>
          </a:lstStyle>
          <a:p xmlns:a="http://schemas.openxmlformats.org/drawingml/2006/main">
            <a:pPr>
              <a:defRPr sz="1350">
                <a:solidFill>
                  <a:srgbClr val="222222"/>
                </a:solidFill>
                <a:latin typeface="Helvetica Neue"/>
                <a:ea typeface="Helvetica Neue"/>
                <a:cs typeface="Helvetica Neue"/>
              </a:defRPr>
            </a:pPr>
            <a:r>
              <a:rPr sz="1350">
                <a:solidFill>
                  <a:srgbClr val="222222"/>
                </a:solidFill>
                <a:latin typeface="Helvetica Neue"/>
                <a:ea typeface="Helvetica Neue"/>
                <a:cs typeface="Helvetica Neue"/>
              </a:rPr>
              <a:t>Group 1: C1.1, C1.3, C1.4</a:t>
            </a:r>
          </a:p>
        </p:txBody>
      </p:sp>
      <p:sp>
        <p:nvSpPr>
          <p:cNvPr id="8" name="">
            <a:extLst xmlns:a="http://schemas.openxmlformats.org/drawingml/2006/main">
              <a:ext uri="{FF2B5EF4-FFF2-40B4-BE49-F238E27FC236}">
                <a16:creationId xmlns:a16="http://schemas.microsoft.com/office/drawing/2014/main" id="{FEF2BB58-5D7D-40D3-92F6-DFF4A7EF2288}"/>
              </a:ext>
            </a:extLst>
          </p:cNvPr>
          <p:cNvSpPr>
            <a:spLocks xmlns:a="http://schemas.openxmlformats.org/drawingml/2006/main" noGrp="1"/>
          </p:cNvSpPr>
          <p:nvPr/>
        </p:nvSpPr>
        <p:spPr>
          <a:xfrm xmlns:a="http://schemas.openxmlformats.org/drawingml/2006/main">
            <a:off x="9525000" y="4972050"/>
            <a:ext cx="220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a:solidFill>
                  <a:srgbClr val="222222"/>
                </a:solidFill>
                <a:latin typeface="Helvetica Neue"/>
                <a:ea typeface="Helvetica Neue"/>
                <a:cs typeface="Helvetica Neue"/>
              </a:defRPr>
            </a:defPPr>
            <a:lvl1pPr>
              <a:defRPr sz="1200">
                <a:solidFill>
                  <a:srgbClr val="222222"/>
                </a:solidFill>
                <a:latin typeface="Helvetica Neue"/>
                <a:ea typeface="Helvetica Neue"/>
                <a:cs typeface="Helvetica Neue"/>
              </a:defRPr>
            </a:lvl1pPr>
            <a:lvl2pPr>
              <a:defRPr sz="1200">
                <a:solidFill>
                  <a:srgbClr val="222222"/>
                </a:solidFill>
                <a:latin typeface="Helvetica Neue"/>
                <a:ea typeface="Helvetica Neue"/>
                <a:cs typeface="Helvetica Neue"/>
              </a:defRPr>
            </a:lvl2pPr>
            <a:lvl3pPr>
              <a:defRPr sz="1200">
                <a:solidFill>
                  <a:srgbClr val="222222"/>
                </a:solidFill>
                <a:latin typeface="Helvetica Neue"/>
                <a:ea typeface="Helvetica Neue"/>
                <a:cs typeface="Helvetica Neue"/>
              </a:defRPr>
            </a:lvl3pPr>
            <a:lvl4pPr>
              <a:defRPr sz="1200">
                <a:solidFill>
                  <a:srgbClr val="222222"/>
                </a:solidFill>
                <a:latin typeface="Helvetica Neue"/>
                <a:ea typeface="Helvetica Neue"/>
                <a:cs typeface="Helvetica Neue"/>
              </a:defRPr>
            </a:lvl4pPr>
            <a:lvl5pPr>
              <a:defRPr sz="1200">
                <a:solidFill>
                  <a:srgbClr val="222222"/>
                </a:solidFill>
                <a:latin typeface="Helvetica Neue"/>
                <a:ea typeface="Helvetica Neue"/>
                <a:cs typeface="Helvetica Neue"/>
              </a:defRPr>
            </a:lvl5pPr>
            <a:lvl6pPr>
              <a:defRPr sz="1200">
                <a:solidFill>
                  <a:srgbClr val="222222"/>
                </a:solidFill>
                <a:latin typeface="Helvetica Neue"/>
                <a:ea typeface="Helvetica Neue"/>
                <a:cs typeface="Helvetica Neue"/>
              </a:defRPr>
            </a:lvl6pPr>
            <a:lvl7pPr>
              <a:defRPr sz="1200">
                <a:solidFill>
                  <a:srgbClr val="222222"/>
                </a:solidFill>
                <a:latin typeface="Helvetica Neue"/>
                <a:ea typeface="Helvetica Neue"/>
                <a:cs typeface="Helvetica Neue"/>
              </a:defRPr>
            </a:lvl7pPr>
            <a:lvl8pPr>
              <a:defRPr sz="1200">
                <a:solidFill>
                  <a:srgbClr val="222222"/>
                </a:solidFill>
                <a:latin typeface="Helvetica Neue"/>
                <a:ea typeface="Helvetica Neue"/>
                <a:cs typeface="Helvetica Neue"/>
              </a:defRPr>
            </a:lvl8pPr>
            <a:lvl9pPr>
              <a:defRPr sz="1200">
                <a:solidFill>
                  <a:srgbClr val="222222"/>
                </a:solidFill>
                <a:latin typeface="Helvetica Neue"/>
                <a:ea typeface="Helvetica Neue"/>
                <a:cs typeface="Helvetica Neue"/>
              </a:defRPr>
            </a:lvl9pPr>
          </a:lstStyle>
          <a:p xmlns:a="http://schemas.openxmlformats.org/drawingml/2006/main">
            <a:pPr>
              <a:defRPr sz="1200">
                <a:solidFill>
                  <a:srgbClr val="222222"/>
                </a:solidFill>
                <a:latin typeface="Helvetica Neue"/>
                <a:ea typeface="Helvetica Neue"/>
                <a:cs typeface="Helvetica Neue"/>
              </a:defRPr>
            </a:pPr>
            <a:r>
              <a:rPr sz="1200">
                <a:solidFill>
                  <a:srgbClr val="222222"/>
                </a:solidFill>
                <a:latin typeface="Helvetica Neue"/>
                <a:ea typeface="Helvetica Neue"/>
                <a:cs typeface="Helvetica Neue"/>
              </a:rPr>
              <a:t>All pairs ≥ 0.80</a:t>
            </a:r>
          </a:p>
          <a:p xmlns:a="http://schemas.openxmlformats.org/drawingml/2006/main">
            <a:pPr>
              <a:defRPr sz="1200">
                <a:solidFill>
                  <a:srgbClr val="222222"/>
                </a:solidFill>
                <a:latin typeface="Helvetica Neue"/>
                <a:ea typeface="Helvetica Neue"/>
                <a:cs typeface="Helvetica Neue"/>
              </a:defRPr>
            </a:pPr>
            <a:r>
              <a:rPr sz="1200">
                <a:solidFill>
                  <a:srgbClr val="222222"/>
                </a:solidFill>
                <a:latin typeface="Helvetica Neue"/>
                <a:ea typeface="Helvetica Neue"/>
                <a:cs typeface="Helvetica Neue"/>
              </a:rPr>
              <a:t>Groups may overlap</a:t>
            </a:r>
          </a:p>
        </p:txBody>
      </p:sp>
      <p:sp>
        <p:nvSpPr>
          <p:cNvPr id="9" name="">
            <a:extLst xmlns:a="http://schemas.openxmlformats.org/drawingml/2006/main">
              <a:ext uri="{FF2B5EF4-FFF2-40B4-BE49-F238E27FC236}">
                <a16:creationId xmlns:a16="http://schemas.microsoft.com/office/drawing/2014/main" id="{8297D0D7-18D7-432D-A167-B4D1C9611C23}"/>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a:solidFill>
                  <a:srgbClr val="222222"/>
                </a:solidFill>
                <a:latin typeface="Helvetica Neue"/>
                <a:ea typeface="Helvetica Neue"/>
                <a:cs typeface="Helvetica Neue"/>
              </a:defRPr>
            </a:defPPr>
            <a:lvl1pPr>
              <a:defRPr sz="1575">
                <a:solidFill>
                  <a:srgbClr val="222222"/>
                </a:solidFill>
                <a:latin typeface="Helvetica Neue"/>
                <a:ea typeface="Helvetica Neue"/>
                <a:cs typeface="Helvetica Neue"/>
              </a:defRPr>
            </a:lvl1pPr>
            <a:lvl2pPr>
              <a:defRPr sz="1575">
                <a:solidFill>
                  <a:srgbClr val="222222"/>
                </a:solidFill>
                <a:latin typeface="Helvetica Neue"/>
                <a:ea typeface="Helvetica Neue"/>
                <a:cs typeface="Helvetica Neue"/>
              </a:defRPr>
            </a:lvl2pPr>
            <a:lvl3pPr>
              <a:defRPr sz="1575">
                <a:solidFill>
                  <a:srgbClr val="222222"/>
                </a:solidFill>
                <a:latin typeface="Helvetica Neue"/>
                <a:ea typeface="Helvetica Neue"/>
                <a:cs typeface="Helvetica Neue"/>
              </a:defRPr>
            </a:lvl3pPr>
            <a:lvl4pPr>
              <a:defRPr sz="1575">
                <a:solidFill>
                  <a:srgbClr val="222222"/>
                </a:solidFill>
                <a:latin typeface="Helvetica Neue"/>
                <a:ea typeface="Helvetica Neue"/>
                <a:cs typeface="Helvetica Neue"/>
              </a:defRPr>
            </a:lvl4pPr>
            <a:lvl5pPr>
              <a:defRPr sz="1575">
                <a:solidFill>
                  <a:srgbClr val="222222"/>
                </a:solidFill>
                <a:latin typeface="Helvetica Neue"/>
                <a:ea typeface="Helvetica Neue"/>
                <a:cs typeface="Helvetica Neue"/>
              </a:defRPr>
            </a:lvl5pPr>
            <a:lvl6pPr>
              <a:defRPr sz="1575">
                <a:solidFill>
                  <a:srgbClr val="222222"/>
                </a:solidFill>
                <a:latin typeface="Helvetica Neue"/>
                <a:ea typeface="Helvetica Neue"/>
                <a:cs typeface="Helvetica Neue"/>
              </a:defRPr>
            </a:lvl6pPr>
            <a:lvl7pPr>
              <a:defRPr sz="1575">
                <a:solidFill>
                  <a:srgbClr val="222222"/>
                </a:solidFill>
                <a:latin typeface="Helvetica Neue"/>
                <a:ea typeface="Helvetica Neue"/>
                <a:cs typeface="Helvetica Neue"/>
              </a:defRPr>
            </a:lvl7pPr>
            <a:lvl8pPr>
              <a:defRPr sz="1575">
                <a:solidFill>
                  <a:srgbClr val="222222"/>
                </a:solidFill>
                <a:latin typeface="Helvetica Neue"/>
                <a:ea typeface="Helvetica Neue"/>
                <a:cs typeface="Helvetica Neue"/>
              </a:defRPr>
            </a:lvl8pPr>
            <a:lvl9pPr>
              <a:defRPr sz="1575">
                <a:solidFill>
                  <a:srgbClr val="222222"/>
                </a:solidFill>
                <a:latin typeface="Helvetica Neue"/>
                <a:ea typeface="Helvetica Neue"/>
                <a:cs typeface="Helvetica Neue"/>
              </a:defRPr>
            </a:lvl9pPr>
          </a:lstStyle>
          <a:p xmlns:a="http://schemas.openxmlformats.org/drawingml/2006/main">
            <a:pPr>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Figure 14. Whole-chain TM-scores between medoids of the selected models in each cluster.</a:t>
            </a:r>
          </a:p>
          <a:p xmlns:a="http://schemas.openxmlformats.org/drawingml/2006/main">
            <a:pPr>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Average-length normalization, mean of both directions. Higher scores indicate greater structural similarity.</a:t>
            </a:r>
          </a:p>
        </p:txBody>
      </p:sp>
    </p:spTree>
    <p:extLst>
      <p:ext uri="{BB962C8B-B14F-4D97-AF65-F5344CB8AC3E}">
        <p14:creationId xmlns:p14="http://schemas.microsoft.com/office/powerpoint/2010/main" val="1425756136"/>
      </p:ext>
    </p:extLst>
  </p:cSld>
</p:sld>
</file>

<file path=ppt/slides/slide16.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TextBox 1"/>
          <p:cNvSpPr txBox="1"/>
          <p:nvPr/>
        </p:nvSpPr>
        <p:spPr>
          <a:xfrm>
            <a:off x="457200" y="228600"/>
            <a:ext cx="11277600" cy="381000"/>
          </a:xfrm>
          <a:prstGeom prst="rect">
            <a:avLst/>
          </a:prstGeom>
          <a:noFill/>
        </p:spPr>
        <p:txBody>
          <a:bodyPr wrap="none" lIns="0" rIns="0" tIns="0" bIns="0">
            <a:noAutofit/>
          </a:bodyPr>
          <a:lstStyle/>
          <a:p>
            <a:pPr>
              <a:lnSpc>
                <a:spcPts val="2475"/>
              </a:lnSpc>
              <a:spcBef>
                <a:spcPts val="0"/>
              </a:spcBef>
              <a:spcAft>
                <a:spcPts val="0"/>
              </a:spcAft>
              <a:defRPr sz="2250">
                <a:solidFill>
                  <a:srgbClr val="222222"/>
                </a:solidFill>
                <a:latin typeface="Arial"/>
              </a:defRPr>
            </a:pPr>
            <a:r>
              <a:rPr sz="2250">
                <a:solidFill>
                  <a:srgbClr val="245BA7"/>
                </a:solidFill>
                <a:latin typeface="Arial"/>
                <a:hlinkClick r:id="rIdBonsaiSource"/>
              </a:rPr>
              <a:t>Bonsai · selected cluster ensembles (native engine b16ef6f)</a:t>
            </a:r>
          </a:p>
        </p:txBody>
      </p:sp>
      <p:pic>
        <p:nvPicPr>
          <p:cNvPr id="2" name="">
            <a:extLst>
              <a:ext uri="{FF2B5EF4-FFF2-40B4-BE49-F238E27FC236}">
                <ns3:creationId id="{97FA26F6-1D51-463E-94AC-71819F4894D8}"/>
              </a:ext>
            </a:extLst>
          </p:cNvPr>
          <p:cNvPicPr>
            <a:picLocks noChangeAspect="1"/>
          </p:cNvPicPr>
          <p:nvPr/>
        </p:nvPicPr>
        <p:blipFill>
          <a:blip r:embed="R7389d27901c748f9"/>
          <a:stretch/>
        </p:blipFill>
        <p:spPr>
          <a:xfrm>
            <a:off x="457200" y="2113429"/>
            <a:ext cx="3657600" cy="1792941"/>
          </a:xfrm>
          <a:prstGeom prst="rect">
            <a:avLst/>
          </a:prstGeom>
        </p:spPr>
      </p:pic>
      <p:pic>
        <p:nvPicPr>
          <p:cNvPr id="3" name="">
            <a:extLst>
              <a:ext uri="{FF2B5EF4-FFF2-40B4-BE49-F238E27FC236}">
                <ns3:creationId id="{7FF21407-C9B0-422E-874E-D75273DB4BD3}"/>
              </a:ext>
            </a:extLst>
          </p:cNvPr>
          <p:cNvPicPr>
            <a:picLocks noChangeAspect="1"/>
          </p:cNvPicPr>
          <p:nvPr/>
        </p:nvPicPr>
        <p:blipFill>
          <a:blip r:embed="R1291acd6bd4044f0"/>
          <a:stretch/>
        </p:blipFill>
        <p:spPr>
          <a:xfrm>
            <a:off x="4267200" y="2047374"/>
            <a:ext cx="3657600" cy="1925053"/>
          </a:xfrm>
          <a:prstGeom prst="rect">
            <a:avLst/>
          </a:prstGeom>
        </p:spPr>
      </p:pic>
      <p:pic>
        <p:nvPicPr>
          <p:cNvPr id="4" name="">
            <a:extLst>
              <a:ext uri="{FF2B5EF4-FFF2-40B4-BE49-F238E27FC236}">
                <ns3:creationId id="{3B284309-AE6E-46A3-990F-2D05E33E3FCC}"/>
              </a:ext>
            </a:extLst>
          </p:cNvPr>
          <p:cNvPicPr>
            <a:picLocks noChangeAspect="1"/>
          </p:cNvPicPr>
          <p:nvPr/>
        </p:nvPicPr>
        <p:blipFill>
          <a:blip r:embed="Rc29a0622dcd34049"/>
          <a:stretch/>
        </p:blipFill>
        <p:spPr>
          <a:xfrm>
            <a:off x="8077200" y="1386816"/>
            <a:ext cx="3657600" cy="3246167"/>
          </a:xfrm>
          <a:prstGeom prst="rect">
            <a:avLst/>
          </a:prstGeom>
        </p:spPr>
      </p:pic>
      <p:sp>
        <p:nvSpPr>
          <p:cNvPr id="5" name="">
            <a:extLst>
              <a:ext uri="{FF2B5EF4-FFF2-40B4-BE49-F238E27FC236}">
                <ns3:creationId id="{A2856D5B-A6DA-4F04-9C3B-7F572C2624AC}"/>
              </a:ext>
            </a:extLst>
          </p:cNvPr>
          <p:cNvSpPr>
            <a:spLocks noGrp="1"/>
          </p:cNvSpPr>
          <p:nvPr/>
        </p:nvSpPr>
        <p:spPr>
          <a:xfrm>
            <a:off x="457200" y="5314950"/>
            <a:ext cx="1123950" cy="228600"/>
          </a:xfrm>
          <a:prstGeom prst="rect">
            <a:avLst/>
          </a:prstGeom>
          <a:noFill/>
          <a:ln w="0">
            <a:noFill/>
          </a:ln>
        </p:spPr>
        <p:txBody>
          <a:bodyPr>
            <a:normAutofit fontScale="75000"/>
          </a:bodyPr>
          <a:lstStyle>
            <a:defPPr>
              <a:defRPr sz="1200">
                <a:solidFill>
                  <a:srgbClr val="0072B2"/>
                </a:solidFill>
                <a:latin typeface="DejaVu Sans"/>
                <a:ea typeface="DejaVu Sans"/>
                <a:cs typeface="DejaVu Sans"/>
              </a:defRPr>
            </a:defPPr>
            <a:lvl1pPr>
              <a:defRPr sz="1200">
                <a:solidFill>
                  <a:srgbClr val="0072B2"/>
                </a:solidFill>
                <a:latin typeface="DejaVu Sans"/>
                <a:ea typeface="DejaVu Sans"/>
                <a:cs typeface="DejaVu Sans"/>
              </a:defRPr>
            </a:lvl1pPr>
            <a:lvl2pPr>
              <a:defRPr sz="1200">
                <a:solidFill>
                  <a:srgbClr val="0072B2"/>
                </a:solidFill>
                <a:latin typeface="DejaVu Sans"/>
                <a:ea typeface="DejaVu Sans"/>
                <a:cs typeface="DejaVu Sans"/>
              </a:defRPr>
            </a:lvl2pPr>
            <a:lvl3pPr>
              <a:defRPr sz="1200">
                <a:solidFill>
                  <a:srgbClr val="0072B2"/>
                </a:solidFill>
                <a:latin typeface="DejaVu Sans"/>
                <a:ea typeface="DejaVu Sans"/>
                <a:cs typeface="DejaVu Sans"/>
              </a:defRPr>
            </a:lvl3pPr>
            <a:lvl4pPr>
              <a:defRPr sz="1200">
                <a:solidFill>
                  <a:srgbClr val="0072B2"/>
                </a:solidFill>
                <a:latin typeface="DejaVu Sans"/>
                <a:ea typeface="DejaVu Sans"/>
                <a:cs typeface="DejaVu Sans"/>
              </a:defRPr>
            </a:lvl4pPr>
            <a:lvl5pPr>
              <a:defRPr sz="1200">
                <a:solidFill>
                  <a:srgbClr val="0072B2"/>
                </a:solidFill>
                <a:latin typeface="DejaVu Sans"/>
                <a:ea typeface="DejaVu Sans"/>
                <a:cs typeface="DejaVu Sans"/>
              </a:defRPr>
            </a:lvl5pPr>
            <a:lvl6pPr>
              <a:defRPr sz="1200">
                <a:solidFill>
                  <a:srgbClr val="0072B2"/>
                </a:solidFill>
                <a:latin typeface="DejaVu Sans"/>
                <a:ea typeface="DejaVu Sans"/>
                <a:cs typeface="DejaVu Sans"/>
              </a:defRPr>
            </a:lvl6pPr>
            <a:lvl7pPr>
              <a:defRPr sz="1200">
                <a:solidFill>
                  <a:srgbClr val="0072B2"/>
                </a:solidFill>
                <a:latin typeface="DejaVu Sans"/>
                <a:ea typeface="DejaVu Sans"/>
                <a:cs typeface="DejaVu Sans"/>
              </a:defRPr>
            </a:lvl7pPr>
            <a:lvl8pPr>
              <a:defRPr sz="1200">
                <a:solidFill>
                  <a:srgbClr val="0072B2"/>
                </a:solidFill>
                <a:latin typeface="DejaVu Sans"/>
                <a:ea typeface="DejaVu Sans"/>
                <a:cs typeface="DejaVu Sans"/>
              </a:defRPr>
            </a:lvl8pPr>
            <a:lvl9pPr>
              <a:defRPr sz="1200">
                <a:solidFill>
                  <a:srgbClr val="0072B2"/>
                </a:solidFill>
                <a:latin typeface="DejaVu Sans"/>
                <a:ea typeface="DejaVu Sans"/>
                <a:cs typeface="DejaVu Sans"/>
              </a:defRPr>
            </a:lvl9pPr>
          </a:lstStyle>
          <a:p>
            <a:pPr>
              <a:defRPr sz="1200">
                <a:solidFill>
                  <a:srgbClr val="0072B2"/>
                </a:solidFill>
                <a:latin typeface="DejaVu Sans"/>
                <a:ea typeface="DejaVu Sans"/>
                <a:cs typeface="DejaVu Sans"/>
              </a:defRPr>
            </a:pPr>
            <a:r>
              <a:rPr sz="1200">
                <a:solidFill>
                  <a:srgbClr val="0072B2"/>
                </a:solidFill>
                <a:latin typeface="DejaVu Sans"/>
                <a:ea typeface="DejaVu Sans"/>
                <a:cs typeface="DejaVu Sans"/>
              </a:rPr>
              <a:t>B1</a:t>
            </a:r>
          </a:p>
        </p:txBody>
      </p:sp>
      <p:sp>
        <p:nvSpPr>
          <p:cNvPr id="6" name="">
            <a:extLst>
              <a:ext uri="{FF2B5EF4-FFF2-40B4-BE49-F238E27FC236}">
                <ns3:creationId id="{8EBAF754-76C2-4BA0-AC26-F079C598725C}"/>
              </a:ext>
            </a:extLst>
          </p:cNvPr>
          <p:cNvSpPr>
            <a:spLocks noGrp="1"/>
          </p:cNvSpPr>
          <p:nvPr/>
        </p:nvSpPr>
        <p:spPr>
          <a:xfrm>
            <a:off x="1584960" y="5314950"/>
            <a:ext cx="1123950" cy="228600"/>
          </a:xfrm>
          <a:prstGeom prst="rect">
            <a:avLst/>
          </a:prstGeom>
          <a:noFill/>
          <a:ln w="0">
            <a:noFill/>
          </a:ln>
        </p:spPr>
        <p:txBody>
          <a:bodyPr>
            <a:normAutofit fontScale="75000"/>
          </a:bodyPr>
          <a:lstStyle>
            <a:defPPr>
              <a:defRPr sz="1200">
                <a:solidFill>
                  <a:srgbClr val="D55E00"/>
                </a:solidFill>
                <a:latin typeface="DejaVu Sans"/>
                <a:ea typeface="DejaVu Sans"/>
                <a:cs typeface="DejaVu Sans"/>
              </a:defRPr>
            </a:defPPr>
            <a:lvl1pPr>
              <a:defRPr sz="1200">
                <a:solidFill>
                  <a:srgbClr val="D55E00"/>
                </a:solidFill>
                <a:latin typeface="DejaVu Sans"/>
                <a:ea typeface="DejaVu Sans"/>
                <a:cs typeface="DejaVu Sans"/>
              </a:defRPr>
            </a:lvl1pPr>
            <a:lvl2pPr>
              <a:defRPr sz="1200">
                <a:solidFill>
                  <a:srgbClr val="D55E00"/>
                </a:solidFill>
                <a:latin typeface="DejaVu Sans"/>
                <a:ea typeface="DejaVu Sans"/>
                <a:cs typeface="DejaVu Sans"/>
              </a:defRPr>
            </a:lvl2pPr>
            <a:lvl3pPr>
              <a:defRPr sz="1200">
                <a:solidFill>
                  <a:srgbClr val="D55E00"/>
                </a:solidFill>
                <a:latin typeface="DejaVu Sans"/>
                <a:ea typeface="DejaVu Sans"/>
                <a:cs typeface="DejaVu Sans"/>
              </a:defRPr>
            </a:lvl3pPr>
            <a:lvl4pPr>
              <a:defRPr sz="1200">
                <a:solidFill>
                  <a:srgbClr val="D55E00"/>
                </a:solidFill>
                <a:latin typeface="DejaVu Sans"/>
                <a:ea typeface="DejaVu Sans"/>
                <a:cs typeface="DejaVu Sans"/>
              </a:defRPr>
            </a:lvl4pPr>
            <a:lvl5pPr>
              <a:defRPr sz="1200">
                <a:solidFill>
                  <a:srgbClr val="D55E00"/>
                </a:solidFill>
                <a:latin typeface="DejaVu Sans"/>
                <a:ea typeface="DejaVu Sans"/>
                <a:cs typeface="DejaVu Sans"/>
              </a:defRPr>
            </a:lvl5pPr>
            <a:lvl6pPr>
              <a:defRPr sz="1200">
                <a:solidFill>
                  <a:srgbClr val="D55E00"/>
                </a:solidFill>
                <a:latin typeface="DejaVu Sans"/>
                <a:ea typeface="DejaVu Sans"/>
                <a:cs typeface="DejaVu Sans"/>
              </a:defRPr>
            </a:lvl6pPr>
            <a:lvl7pPr>
              <a:defRPr sz="1200">
                <a:solidFill>
                  <a:srgbClr val="D55E00"/>
                </a:solidFill>
                <a:latin typeface="DejaVu Sans"/>
                <a:ea typeface="DejaVu Sans"/>
                <a:cs typeface="DejaVu Sans"/>
              </a:defRPr>
            </a:lvl7pPr>
            <a:lvl8pPr>
              <a:defRPr sz="1200">
                <a:solidFill>
                  <a:srgbClr val="D55E00"/>
                </a:solidFill>
                <a:latin typeface="DejaVu Sans"/>
                <a:ea typeface="DejaVu Sans"/>
                <a:cs typeface="DejaVu Sans"/>
              </a:defRPr>
            </a:lvl8pPr>
            <a:lvl9pPr>
              <a:defRPr sz="1200">
                <a:solidFill>
                  <a:srgbClr val="D55E00"/>
                </a:solidFill>
                <a:latin typeface="DejaVu Sans"/>
                <a:ea typeface="DejaVu Sans"/>
                <a:cs typeface="DejaVu Sans"/>
              </a:defRPr>
            </a:lvl9pPr>
          </a:lstStyle>
          <a:p>
            <a:pPr>
              <a:defRPr sz="1200">
                <a:solidFill>
                  <a:srgbClr val="D55E00"/>
                </a:solidFill>
                <a:latin typeface="DejaVu Sans"/>
                <a:ea typeface="DejaVu Sans"/>
                <a:cs typeface="DejaVu Sans"/>
              </a:defRPr>
            </a:pPr>
            <a:r>
              <a:rPr sz="1200">
                <a:solidFill>
                  <a:srgbClr val="D55E00"/>
                </a:solidFill>
                <a:latin typeface="DejaVu Sans"/>
                <a:ea typeface="DejaVu Sans"/>
                <a:cs typeface="DejaVu Sans"/>
              </a:rPr>
              <a:t>B2</a:t>
            </a:r>
          </a:p>
        </p:txBody>
      </p:sp>
      <p:sp>
        <p:nvSpPr>
          <p:cNvPr id="7" name="">
            <a:extLst>
              <a:ext uri="{FF2B5EF4-FFF2-40B4-BE49-F238E27FC236}">
                <ns3:creationId id="{EF6A32A2-0F77-49F3-879D-2423AB5DA40B}"/>
              </a:ext>
            </a:extLst>
          </p:cNvPr>
          <p:cNvSpPr>
            <a:spLocks noGrp="1"/>
          </p:cNvSpPr>
          <p:nvPr/>
        </p:nvSpPr>
        <p:spPr>
          <a:xfrm>
            <a:off x="457200" y="5829300"/>
            <a:ext cx="11277600" cy="800100"/>
          </a:xfrm>
          <a:prstGeom prst="rect">
            <a:avLst/>
          </a:prstGeom>
          <a:noFill/>
          <a:ln w="0">
            <a:noFill/>
          </a:ln>
        </p:spPr>
        <p:txBody>
          <a:bodyPr>
            <a:normAutofit fontScale="95387"/>
          </a:bodyPr>
          <a:lstStyle>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15. Bonsai of 16 representatives; 15 nonzero PCs, variance scaling off. a: equal-angle; b: equal-daylight; c: dendrogram. Bonsai-derived groups: native edge cuts, k=2 (tree-distance silhouette 0.866). Cx.y retains original identity; B groups apply only to selected models. Other slides retain UMAP labels. Paths encode distance; root is arbitrary.</a:t>
            </a:r>
          </a:p>
        </p:txBody>
      </p:sp>
    </p:spTree>
    <p:extLst>
      <p:ext uri="{BB962C8B-B14F-4D97-AF65-F5344CB8AC3E}">
        <ns4:creationId val="506623171"/>
      </p:ext>
    </p:extLst>
  </p:cSld>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24125"/>
            <a:ext cx="11277600" cy="609600"/>
          </a:xfrm>
          <a:prstGeom prst="rect">
            <a:avLst/>
          </a:prstGeom>
          <a:noFill/>
        </p:spPr>
        <p:txBody>
          <a:bodyPr wrap="square" lIns="0" rIns="0" tIns="0" bIns="0">
            <a:noAutofit/>
          </a:bodyPr>
          <a:lstStyle/>
          <a:p>
            <a:pPr algn="ctr">
              <a:defRPr sz="3600">
                <a:solidFill>
                  <a:srgbClr val="222222"/>
                </a:solidFill>
                <a:latin typeface="Arial"/>
              </a:defRPr>
            </a:pPr>
            <a:r>
              <a:t>StR82 bmr15386 largest child</a:t>
            </a:r>
          </a:p>
        </p:txBody>
      </p:sp>
      <p:sp>
        <p:nvSpPr>
          <p:cNvPr id="3" name="TextBox 2"/>
          <p:cNvSpPr txBox="1"/>
          <p:nvPr/>
        </p:nvSpPr>
        <p:spPr>
          <a:xfrm>
            <a:off x="457200" y="3209925"/>
            <a:ext cx="11277600" cy="609600"/>
          </a:xfrm>
          <a:prstGeom prst="rect">
            <a:avLst/>
          </a:prstGeom>
          <a:noFill/>
        </p:spPr>
        <p:txBody>
          <a:bodyPr wrap="square" lIns="0" rIns="0" tIns="0" bIns="0">
            <a:noAutofit/>
          </a:bodyPr>
          <a:lstStyle/>
          <a:p>
            <a:pPr algn="ctr">
              <a:defRPr sz="2550">
                <a:solidFill>
                  <a:srgbClr val="222222"/>
                </a:solidFill>
                <a:latin typeface="Arial"/>
              </a:defRPr>
            </a:pPr>
            <a:r>
              <a:t>11 AIS methods · 10,376 selected models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600" cy="381000"/>
          </a:xfrm>
          <a:prstGeom prst="rect">
            <a:avLst/>
          </a:prstGeom>
          <a:noFill/>
        </p:spPr>
        <p:txBody>
          <a:bodyPr wrap="square" lIns="0" rIns="0" tIns="0" bIns="0">
            <a:normAutofit/>
          </a:bodyPr>
          <a:lstStyle/>
          <a:p>
            <a:pPr>
              <a:defRPr sz="2250">
                <a:solidFill>
                  <a:srgbClr val="222222"/>
                </a:solidFill>
                <a:latin typeface="Arial"/>
              </a:defRPr>
            </a:pPr>
            <a:r>
              <a:t>Methodology</a:t>
            </a:r>
          </a:p>
        </p:txBody>
      </p:sp>
      <p:sp>
        <p:nvSpPr>
          <p:cNvPr id="3" name="TextBox 2"/>
          <p:cNvSpPr txBox="1"/>
          <p:nvPr/>
        </p:nvSpPr>
        <p:spPr>
          <a:xfrm>
            <a:off x="457200" y="838200"/>
            <a:ext cx="5410200" cy="285750"/>
          </a:xfrm>
          <a:prstGeom prst="rect">
            <a:avLst/>
          </a:prstGeom>
          <a:noFill/>
        </p:spPr>
        <p:txBody>
          <a:bodyPr wrap="square" lIns="0" rIns="0" tIns="0" bIns="0">
            <a:normAutofit/>
          </a:bodyPr>
          <a:lstStyle/>
          <a:p>
            <a:pPr>
              <a:defRPr sz="1650">
                <a:solidFill>
                  <a:srgbClr val="222222"/>
                </a:solidFill>
                <a:latin typeface="Arial"/>
              </a:defRPr>
            </a:pPr>
            <a:r>
              <a:t>Sampling methods analyzed</a:t>
            </a:r>
          </a:p>
        </p:txBody>
      </p:sp>
      <p:sp>
        <p:nvSpPr>
          <p:cNvPr id="4" name="TextBox 3"/>
          <p:cNvSpPr txBox="1"/>
          <p:nvPr/>
        </p:nvSpPr>
        <p:spPr>
          <a:xfrm>
            <a:off x="457200" y="118110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11 AIS methods; 10,376 selected models.</a:t>
            </a:r>
          </a:p>
          <a:p>
            <a:pPr>
              <a:lnSpc>
                <a:spcPts val="1650"/>
              </a:lnSpc>
              <a:spcBef>
                <a:spcPts val="0"/>
              </a:spcBef>
              <a:spcAft>
                <a:spcPts val="0"/>
              </a:spcAft>
              <a:defRPr sz="1500">
                <a:solidFill>
                  <a:srgbClr val="222222"/>
                </a:solidFill>
                <a:latin typeface="Arial"/>
              </a:defRPr>
            </a:pPr>
            <a:r>
              <a:rPr sz="1500">
                <a:solidFill>
                  <a:srgbClr val="222222"/>
                </a:solidFill>
                <a:latin typeface="Arial"/>
              </a:rPr>
              <a:t>AFSample2; AFSample3; Boltz2; OpenDDE.</a:t>
            </a:r>
          </a:p>
          <a:p>
            <a:pPr>
              <a:lnSpc>
                <a:spcPts val="1650"/>
              </a:lnSpc>
              <a:spcBef>
                <a:spcPts val="0"/>
              </a:spcBef>
              <a:spcAft>
                <a:spcPts val="0"/>
              </a:spcAft>
              <a:defRPr sz="1500">
                <a:solidFill>
                  <a:srgbClr val="222222"/>
                </a:solidFill>
                <a:latin typeface="Arial"/>
              </a:defRPr>
            </a:pPr>
            <a:r>
              <a:rPr sz="1500">
                <a:solidFill>
                  <a:srgbClr val="222222"/>
                </a:solidFill>
                <a:latin typeface="Arial"/>
              </a:rPr>
              <a:t>BioEMU; BioEMU2; AFCluster; SPEACH_AF.</a:t>
            </a:r>
          </a:p>
          <a:p>
            <a:pPr>
              <a:lnSpc>
                <a:spcPts val="1650"/>
              </a:lnSpc>
              <a:spcBef>
                <a:spcPts val="0"/>
              </a:spcBef>
              <a:spcAft>
                <a:spcPts val="0"/>
              </a:spcAft>
              <a:defRPr sz="1500">
                <a:solidFill>
                  <a:srgbClr val="222222"/>
                </a:solidFill>
                <a:latin typeface="Arial"/>
              </a:defRPr>
            </a:pPr>
            <a:r>
              <a:rPr sz="1500">
                <a:solidFill>
                  <a:srgbClr val="222222"/>
                </a:solidFill>
                <a:latin typeface="Arial"/>
              </a:rPr>
              <a:t>AlphaFlow MD; AlphaFlow PDB; ESMFlow PDB.</a:t>
            </a:r>
          </a:p>
        </p:txBody>
      </p:sp>
      <p:sp>
        <p:nvSpPr>
          <p:cNvPr id="5" name="TextBox 4"/>
          <p:cNvSpPr txBox="1"/>
          <p:nvPr/>
        </p:nvSpPr>
        <p:spPr>
          <a:xfrm>
            <a:off x="457200" y="2543175"/>
            <a:ext cx="5410200" cy="285750"/>
          </a:xfrm>
          <a:prstGeom prst="rect">
            <a:avLst/>
          </a:prstGeom>
          <a:noFill/>
        </p:spPr>
        <p:txBody>
          <a:bodyPr wrap="square" lIns="0" rIns="0" tIns="0" bIns="0">
            <a:normAutofit/>
          </a:bodyPr>
          <a:lstStyle/>
          <a:p>
            <a:pPr>
              <a:defRPr sz="1650">
                <a:solidFill>
                  <a:srgbClr val="222222"/>
                </a:solidFill>
                <a:latin typeface="Arial"/>
              </a:defRPr>
            </a:pPr>
            <a:r>
              <a:t>Shared structural feature input</a:t>
            </a:r>
          </a:p>
        </p:txBody>
      </p:sp>
      <p:sp>
        <p:nvSpPr>
          <p:cNvPr id="6" name="TextBox 5"/>
          <p:cNvSpPr txBox="1"/>
          <p:nvPr/>
        </p:nvSpPr>
        <p:spPr>
          <a:xfrm>
            <a:off x="457200" y="2886075"/>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Second pass: only primary Cluster 1 models.</a:t>
            </a:r>
          </a:p>
          <a:p>
            <a:pPr>
              <a:lnSpc>
                <a:spcPts val="1650"/>
              </a:lnSpc>
              <a:spcBef>
                <a:spcPts val="0"/>
              </a:spcBef>
              <a:spcAft>
                <a:spcPts val="0"/>
              </a:spcAft>
              <a:defRPr sz="1500">
                <a:solidFill>
                  <a:srgbClr val="222222"/>
                </a:solidFill>
                <a:latin typeface="Arial"/>
              </a:defRPr>
            </a:pPr>
            <a:r>
              <a:rPr sz="1500">
                <a:solidFill>
                  <a:srgbClr val="222222"/>
                </a:solidFill>
                <a:latin typeface="Arial"/>
              </a:rPr>
              <a:t>Use the frozen parent residue/pair mask.</a:t>
            </a:r>
          </a:p>
          <a:p>
            <a:pPr>
              <a:lnSpc>
                <a:spcPts val="1650"/>
              </a:lnSpc>
              <a:spcBef>
                <a:spcPts val="0"/>
              </a:spcBef>
              <a:spcAft>
                <a:spcPts val="0"/>
              </a:spcAft>
              <a:defRPr sz="1500">
                <a:solidFill>
                  <a:srgbClr val="222222"/>
                </a:solidFill>
                <a:latin typeface="Arial"/>
              </a:defRPr>
            </a:pPr>
            <a:r>
              <a:rPr sz="1500">
                <a:solidFill>
                  <a:srgbClr val="222222"/>
                </a:solidFill>
                <a:latin typeface="Arial"/>
              </a:rPr>
              <a:t>77 retained residues; 2,926 Cα distance pairs.</a:t>
            </a:r>
          </a:p>
          <a:p>
            <a:pPr>
              <a:lnSpc>
                <a:spcPts val="1650"/>
              </a:lnSpc>
              <a:spcBef>
                <a:spcPts val="0"/>
              </a:spcBef>
              <a:spcAft>
                <a:spcPts val="0"/>
              </a:spcAft>
              <a:defRPr sz="1500">
                <a:solidFill>
                  <a:srgbClr val="222222"/>
                </a:solidFill>
                <a:latin typeface="Arial"/>
              </a:defRPr>
            </a:pPr>
            <a:r>
              <a:rPr sz="1500">
                <a:solidFill>
                  <a:srgbClr val="222222"/>
                </a:solidFill>
                <a:latin typeface="Arial"/>
              </a:rPr>
              <a:t>Fresh PCA, UMAP and t-SNE fit this subset.</a:t>
            </a:r>
          </a:p>
          <a:p>
            <a:pPr>
              <a:lnSpc>
                <a:spcPts val="1650"/>
              </a:lnSpc>
              <a:spcBef>
                <a:spcPts val="0"/>
              </a:spcBef>
              <a:spcAft>
                <a:spcPts val="0"/>
              </a:spcAft>
              <a:defRPr sz="1500">
                <a:solidFill>
                  <a:srgbClr val="222222"/>
                </a:solidFill>
                <a:latin typeface="Arial"/>
              </a:defRPr>
            </a:pPr>
            <a:r>
              <a:rPr sz="1500">
                <a:solidFill>
                  <a:srgbClr val="222222"/>
                </a:solidFill>
                <a:latin typeface="Arial"/>
              </a:rPr>
              <a:t>Primary labels and native structures are preserved.</a:t>
            </a:r>
          </a:p>
          <a:p>
            <a:pPr>
              <a:lnSpc>
                <a:spcPts val="1650"/>
              </a:lnSpc>
              <a:spcBef>
                <a:spcPts val="0"/>
              </a:spcBef>
              <a:spcAft>
                <a:spcPts val="0"/>
              </a:spcAft>
              <a:defRPr sz="1500">
                <a:solidFill>
                  <a:srgbClr val="222222"/>
                </a:solidFill>
                <a:latin typeface="Arial"/>
              </a:defRPr>
            </a:pPr>
            <a:r>
              <a:rPr sz="1500">
                <a:solidFill>
                  <a:srgbClr val="222222"/>
                </a:solidFill>
                <a:latin typeface="Arial"/>
              </a:rPr>
              <a:t>Final child-count review remains open.</a:t>
            </a:r>
          </a:p>
        </p:txBody>
      </p:sp>
      <p:sp>
        <p:nvSpPr>
          <p:cNvPr id="7" name="TextBox 6"/>
          <p:cNvSpPr txBox="1"/>
          <p:nvPr/>
        </p:nvSpPr>
        <p:spPr>
          <a:xfrm>
            <a:off x="457200" y="4248150"/>
            <a:ext cx="5410200" cy="285750"/>
          </a:xfrm>
          <a:prstGeom prst="rect">
            <a:avLst/>
          </a:prstGeom>
          <a:noFill/>
        </p:spPr>
        <p:txBody>
          <a:bodyPr wrap="square" lIns="0" rIns="0" tIns="0" bIns="0">
            <a:normAutofit/>
          </a:bodyPr>
          <a:lstStyle/>
          <a:p>
            <a:pPr>
              <a:defRPr sz="1650">
                <a:solidFill>
                  <a:srgbClr val="222222"/>
                </a:solidFill>
                <a:latin typeface="Arial"/>
              </a:defRPr>
            </a:pPr>
            <a:r>
              <a:t>Two-dimensional projections</a:t>
            </a:r>
          </a:p>
        </p:txBody>
      </p:sp>
      <p:sp>
        <p:nvSpPr>
          <p:cNvPr id="8" name="TextBox 7"/>
          <p:cNvSpPr txBox="1"/>
          <p:nvPr/>
        </p:nvSpPr>
        <p:spPr>
          <a:xfrm>
            <a:off x="457200" y="459105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45BA7"/>
                </a:solidFill>
                <a:latin typeface="Arial"/>
                <a:hlinkClick r:id="rId5"/>
              </a:rPr>
              <a:t>PCA: scikit-learn 1.7.1</a:t>
            </a:r>
            <a:r>
              <a:rPr sz="1500">
                <a:solidFill>
                  <a:srgbClr val="222222"/>
                </a:solidFill>
                <a:latin typeface="Arial"/>
              </a:rPr>
              <a:t>; centered SVD.</a:t>
            </a:r>
          </a:p>
          <a:p>
            <a:pPr>
              <a:lnSpc>
                <a:spcPts val="1650"/>
              </a:lnSpc>
              <a:spcBef>
                <a:spcPts val="0"/>
              </a:spcBef>
              <a:spcAft>
                <a:spcPts val="0"/>
              </a:spcAft>
            </a:pPr>
            <a:r>
              <a:rPr sz="1500">
                <a:solidFill>
                  <a:srgbClr val="245BA7"/>
                </a:solidFill>
                <a:latin typeface="Arial"/>
                <a:hlinkClick r:id="rId6"/>
              </a:rPr>
              <a:t>t-SNE: scikit-learn 1.7.1</a:t>
            </a:r>
            <a:r>
              <a:rPr sz="1500">
                <a:solidFill>
                  <a:srgbClr val="222222"/>
                </a:solidFill>
                <a:latin typeface="Arial"/>
              </a:rPr>
              <a:t>; Barnes–Hut,</a:t>
            </a:r>
          </a:p>
          <a:p>
            <a:pPr>
              <a:lnSpc>
                <a:spcPts val="1650"/>
              </a:lnSpc>
              <a:spcBef>
                <a:spcPts val="0"/>
              </a:spcBef>
              <a:spcAft>
                <a:spcPts val="0"/>
              </a:spcAft>
            </a:pPr>
            <a:r>
              <a:rPr sz="1500">
                <a:solidFill>
                  <a:srgbClr val="222222"/>
                </a:solidFill>
                <a:latin typeface="Arial"/>
              </a:rPr>
              <a:t>perplexity 30; the workflow uses Python t-SNE.</a:t>
            </a:r>
          </a:p>
          <a:p>
            <a:pPr>
              <a:lnSpc>
                <a:spcPts val="1650"/>
              </a:lnSpc>
              <a:spcBef>
                <a:spcPts val="0"/>
              </a:spcBef>
              <a:spcAft>
                <a:spcPts val="0"/>
              </a:spcAft>
            </a:pPr>
            <a:r>
              <a:rPr sz="1500">
                <a:solidFill>
                  <a:srgbClr val="245BA7"/>
                </a:solidFill>
                <a:latin typeface="Arial"/>
                <a:hlinkClick r:id="rId7"/>
              </a:rPr>
              <a:t>UMAP: umap-learn 0.5.11</a:t>
            </a:r>
            <a:r>
              <a:rPr sz="1500">
                <a:solidFill>
                  <a:srgbClr val="222222"/>
                </a:solidFill>
                <a:latin typeface="Arial"/>
              </a:rPr>
              <a:t>; neighbors 15,</a:t>
            </a:r>
          </a:p>
          <a:p>
            <a:pPr>
              <a:lnSpc>
                <a:spcPts val="1650"/>
              </a:lnSpc>
              <a:spcBef>
                <a:spcPts val="0"/>
              </a:spcBef>
              <a:spcAft>
                <a:spcPts val="0"/>
              </a:spcAft>
            </a:pPr>
            <a:r>
              <a:rPr sz="1500">
                <a:solidFill>
                  <a:srgbClr val="222222"/>
                </a:solidFill>
                <a:latin typeface="Arial"/>
              </a:rPr>
              <a:t>min_dist 0.1; Euclidean distance. Random seed 42.</a:t>
            </a:r>
          </a:p>
        </p:txBody>
      </p:sp>
      <p:sp>
        <p:nvSpPr>
          <p:cNvPr id="9" name="TextBox 8"/>
          <p:cNvSpPr txBox="1"/>
          <p:nvPr/>
        </p:nvSpPr>
        <p:spPr>
          <a:xfrm>
            <a:off x="6324600" y="838200"/>
            <a:ext cx="5410200" cy="285750"/>
          </a:xfrm>
          <a:prstGeom prst="rect">
            <a:avLst/>
          </a:prstGeom>
          <a:noFill/>
        </p:spPr>
        <p:txBody>
          <a:bodyPr wrap="square" lIns="0" rIns="0" tIns="0" bIns="0">
            <a:normAutofit/>
          </a:bodyPr>
          <a:lstStyle/>
          <a:p>
            <a:pPr>
              <a:defRPr sz="1650">
                <a:solidFill>
                  <a:srgbClr val="222222"/>
                </a:solidFill>
                <a:latin typeface="Arial"/>
              </a:defRPr>
            </a:pPr>
            <a:r>
              <a:t>Clusters and displayed representatives</a:t>
            </a:r>
          </a:p>
        </p:txBody>
      </p:sp>
      <p:sp>
        <p:nvSpPr>
          <p:cNvPr id="10" name="TextBox 9"/>
          <p:cNvSpPr txBox="1"/>
          <p:nvPr/>
        </p:nvSpPr>
        <p:spPr>
          <a:xfrm>
            <a:off x="6324600" y="118110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Preserve UMAP components; seeds 42/7/123.</a:t>
            </a:r>
          </a:p>
          <a:p>
            <a:pPr>
              <a:lnSpc>
                <a:spcPts val="1650"/>
              </a:lnSpc>
              <a:spcBef>
                <a:spcPts val="0"/>
              </a:spcBef>
              <a:spcAft>
                <a:spcPts val="0"/>
              </a:spcAft>
              <a:defRPr sz="1500">
                <a:solidFill>
                  <a:srgbClr val="222222"/>
                </a:solidFill>
                <a:latin typeface="Arial"/>
              </a:defRPr>
            </a:pPr>
            <a:r>
              <a:rPr sz="1500">
                <a:solidFill>
                  <a:srgbClr val="222222"/>
                </a:solidFill>
                <a:latin typeface="Arial"/>
              </a:rPr>
              <a:t>Ward splits: feature silhouette ≥0.15; ARI ≥0.80.</a:t>
            </a:r>
          </a:p>
          <a:p>
            <a:pPr>
              <a:lnSpc>
                <a:spcPts val="1650"/>
              </a:lnSpc>
              <a:spcBef>
                <a:spcPts val="0"/>
              </a:spcBef>
              <a:spcAft>
                <a:spcPts val="0"/>
              </a:spcAft>
              <a:defRPr sz="1500">
                <a:solidFill>
                  <a:srgbClr val="222222"/>
                </a:solidFill>
                <a:latin typeface="Arial"/>
              </a:defRPr>
            </a:pPr>
            <a:r>
              <a:rPr sz="1500">
                <a:solidFill>
                  <a:srgbClr val="222222"/>
                </a:solidFill>
                <a:latin typeface="Arial"/>
              </a:rPr>
              <a:t>Up to 5 models per cluster by mean pLDDT.</a:t>
            </a:r>
          </a:p>
          <a:p>
            <a:pPr>
              <a:lnSpc>
                <a:spcPts val="1650"/>
              </a:lnSpc>
              <a:spcBef>
                <a:spcPts val="0"/>
              </a:spcBef>
              <a:spcAft>
                <a:spcPts val="0"/>
              </a:spcAft>
              <a:defRPr sz="1500">
                <a:solidFill>
                  <a:srgbClr val="222222"/>
                </a:solidFill>
                <a:latin typeface="Arial"/>
              </a:defRPr>
            </a:pPr>
            <a:r>
              <a:rPr sz="1500">
                <a:solidFill>
                  <a:srgbClr val="222222"/>
                </a:solidFill>
                <a:latin typeface="Arial"/>
              </a:rPr>
              <a:t>8,398 selected models have native confidence.</a:t>
            </a:r>
          </a:p>
          <a:p>
            <a:pPr>
              <a:lnSpc>
                <a:spcPts val="1650"/>
              </a:lnSpc>
              <a:spcBef>
                <a:spcPts val="0"/>
              </a:spcBef>
              <a:spcAft>
                <a:spcPts val="0"/>
              </a:spcAft>
              <a:defRPr sz="1500">
                <a:solidFill>
                  <a:srgbClr val="222222"/>
                </a:solidFill>
                <a:latin typeface="Arial"/>
              </a:defRPr>
            </a:pPr>
            <a:r>
              <a:rPr sz="1500">
                <a:solidFill>
                  <a:srgbClr val="222222"/>
                </a:solidFill>
                <a:latin typeface="Arial"/>
              </a:rPr>
              <a:t>BioEMU/BioEMU2 stay unscored in clustering.</a:t>
            </a:r>
          </a:p>
          <a:p>
            <a:pPr>
              <a:lnSpc>
                <a:spcPts val="1650"/>
              </a:lnSpc>
              <a:spcBef>
                <a:spcPts val="0"/>
              </a:spcBef>
              <a:spcAft>
                <a:spcPts val="0"/>
              </a:spcAft>
              <a:defRPr sz="1500">
                <a:solidFill>
                  <a:srgbClr val="222222"/>
                </a:solidFill>
                <a:latin typeface="Arial"/>
              </a:defRPr>
            </a:pPr>
            <a:r>
              <a:rPr sz="1500">
                <a:solidFill>
                  <a:srgbClr val="222222"/>
                </a:solidFill>
                <a:latin typeface="Arial"/>
              </a:rPr>
              <a:t>Unscored-only clusters use structural medoids.</a:t>
            </a:r>
          </a:p>
        </p:txBody>
      </p:sp>
      <p:sp>
        <p:nvSpPr>
          <p:cNvPr id="11" name="TextBox 10"/>
          <p:cNvSpPr txBox="1"/>
          <p:nvPr/>
        </p:nvSpPr>
        <p:spPr>
          <a:xfrm>
            <a:off x="6324600" y="2543175"/>
            <a:ext cx="5410200" cy="285750"/>
          </a:xfrm>
          <a:prstGeom prst="rect">
            <a:avLst/>
          </a:prstGeom>
          <a:noFill/>
        </p:spPr>
        <p:txBody>
          <a:bodyPr wrap="square" lIns="0" rIns="0" tIns="0" bIns="0">
            <a:normAutofit/>
          </a:bodyPr>
          <a:lstStyle/>
          <a:p>
            <a:pPr>
              <a:defRPr sz="1650">
                <a:solidFill>
                  <a:srgbClr val="222222"/>
                </a:solidFill>
                <a:latin typeface="Arial"/>
              </a:defRPr>
            </a:pPr>
            <a:r>
              <a:t>Medoid TM-similarity grid</a:t>
            </a:r>
          </a:p>
        </p:txBody>
      </p:sp>
      <p:sp>
        <p:nvSpPr>
          <p:cNvPr id="12" name="TextBox 11"/>
          <p:cNvSpPr txBox="1"/>
          <p:nvPr/>
        </p:nvSpPr>
        <p:spPr>
          <a:xfrm>
            <a:off x="6324600" y="2886075"/>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Among the displayed models in each cluster, the</a:t>
            </a:r>
          </a:p>
          <a:p>
            <a:pPr>
              <a:lnSpc>
                <a:spcPts val="1650"/>
              </a:lnSpc>
              <a:spcBef>
                <a:spcPts val="0"/>
              </a:spcBef>
              <a:spcAft>
                <a:spcPts val="0"/>
              </a:spcAft>
            </a:pPr>
            <a:r>
              <a:rPr sz="1500">
                <a:solidFill>
                  <a:srgbClr val="222222"/>
                </a:solidFill>
                <a:latin typeface="Arial"/>
              </a:rPr>
              <a:t>medoid minimizes mean pairwise aligned Cα RMSD</a:t>
            </a:r>
          </a:p>
          <a:p>
            <a:pPr>
              <a:lnSpc>
                <a:spcPts val="1650"/>
              </a:lnSpc>
              <a:spcBef>
                <a:spcPts val="0"/>
              </a:spcBef>
              <a:spcAft>
                <a:spcPts val="0"/>
              </a:spcAft>
            </a:pPr>
            <a:r>
              <a:rPr sz="1500">
                <a:solidFill>
                  <a:srgbClr val="222222"/>
                </a:solidFill>
                <a:latin typeface="Arial"/>
              </a:rPr>
              <a:t>over shared, chain-corresponded residues.</a:t>
            </a:r>
          </a:p>
          <a:p>
            <a:pPr>
              <a:lnSpc>
                <a:spcPts val="1650"/>
              </a:lnSpc>
              <a:spcBef>
                <a:spcPts val="0"/>
              </a:spcBef>
              <a:spcAft>
                <a:spcPts val="0"/>
              </a:spcAft>
            </a:pPr>
            <a:r>
              <a:rPr sz="1500">
                <a:solidFill>
                  <a:srgbClr val="245BA7"/>
                </a:solidFill>
                <a:latin typeface="Arial"/>
                <a:hlinkClick r:id="rId8"/>
              </a:rPr>
              <a:t>US-align</a:t>
            </a:r>
            <a:r>
              <a:rPr sz="1500">
                <a:solidFill>
                  <a:srgbClr val="222222"/>
                </a:solidFill>
                <a:latin typeface="Arial"/>
              </a:rPr>
              <a:t> scores each medoid pair in both directions;</a:t>
            </a:r>
          </a:p>
          <a:p>
            <a:pPr>
              <a:lnSpc>
                <a:spcPts val="1650"/>
              </a:lnSpc>
              <a:spcBef>
                <a:spcPts val="0"/>
              </a:spcBef>
              <a:spcAft>
                <a:spcPts val="0"/>
              </a:spcAft>
            </a:pPr>
            <a:r>
              <a:rPr sz="1500">
                <a:solidFill>
                  <a:srgbClr val="222222"/>
                </a:solidFill>
                <a:latin typeface="Arial"/>
              </a:rPr>
              <a:t>average-length normalization and directional mean</a:t>
            </a:r>
          </a:p>
          <a:p>
            <a:pPr>
              <a:lnSpc>
                <a:spcPts val="1650"/>
              </a:lnSpc>
              <a:spcBef>
                <a:spcPts val="0"/>
              </a:spcBef>
              <a:spcAft>
                <a:spcPts val="0"/>
              </a:spcAft>
            </a:pPr>
            <a:r>
              <a:rPr sz="1500">
                <a:solidFill>
                  <a:srgbClr val="222222"/>
                </a:solidFill>
                <a:latin typeface="Arial"/>
              </a:rPr>
              <a:t>give a symmetric grid (0–1; higher is more similar).</a:t>
            </a:r>
          </a:p>
        </p:txBody>
      </p:sp>
      <p:sp>
        <p:nvSpPr>
          <p:cNvPr id="13" name="TextBox 12"/>
          <p:cNvSpPr txBox="1"/>
          <p:nvPr/>
        </p:nvSpPr>
        <p:spPr>
          <a:xfrm>
            <a:off x="6324600" y="4248150"/>
            <a:ext cx="5410200" cy="285750"/>
          </a:xfrm>
          <a:prstGeom prst="rect">
            <a:avLst/>
          </a:prstGeom>
          <a:noFill/>
        </p:spPr>
        <p:txBody>
          <a:bodyPr wrap="square" lIns="0" rIns="0" tIns="0" bIns="0">
            <a:normAutofit/>
          </a:bodyPr>
          <a:lstStyle/>
          <a:p>
            <a:pPr>
              <a:defRPr sz="1650">
                <a:solidFill>
                  <a:srgbClr val="222222"/>
                </a:solidFill>
                <a:latin typeface="Arial"/>
              </a:defRPr>
            </a:pPr>
            <a:r>
              <a:t>Bonsai of the selected ensembles</a:t>
            </a:r>
          </a:p>
        </p:txBody>
      </p:sp>
      <p:sp>
        <p:nvSpPr>
          <p:cNvPr id="14" name="TextBox 13"/>
          <p:cNvSpPr txBox="1"/>
          <p:nvPr/>
        </p:nvSpPr>
        <p:spPr>
          <a:xfrm>
            <a:off x="6324600" y="459105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45BA7"/>
                </a:solidFill>
                <a:latin typeface="Arial"/>
                <a:hlinkClick r:id="rId9"/>
              </a:rPr>
              <a:t>Bonsai / Bonsai Scout</a:t>
            </a:r>
            <a:r>
              <a:rPr sz="1500">
                <a:solidFill>
                  <a:srgbClr val="222222"/>
                </a:solidFill>
                <a:latin typeface="Arial"/>
              </a:rPr>
              <a:t>: native engine b16ef6f.</a:t>
            </a:r>
          </a:p>
          <a:p>
            <a:pPr>
              <a:lnSpc>
                <a:spcPts val="1650"/>
              </a:lnSpc>
              <a:spcBef>
                <a:spcPts val="0"/>
              </a:spcBef>
              <a:spcAft>
                <a:spcPts val="0"/>
              </a:spcAft>
            </a:pPr>
            <a:r>
              <a:rPr sz="1500">
                <a:solidFill>
                  <a:srgbClr val="222222"/>
                </a:solidFill>
                <a:latin typeface="Arial"/>
              </a:rPr>
              <a:t>16 representatives; 15 nonzero PCA axes.</a:t>
            </a:r>
          </a:p>
          <a:p>
            <a:pPr>
              <a:lnSpc>
                <a:spcPts val="1650"/>
              </a:lnSpc>
              <a:spcBef>
                <a:spcPts val="0"/>
              </a:spcBef>
              <a:spcAft>
                <a:spcPts val="0"/>
              </a:spcAft>
            </a:pPr>
            <a:r>
              <a:rPr sz="1500">
                <a:solidFill>
                  <a:srgbClr val="222222"/>
                </a:solidFill>
                <a:latin typeface="Arial"/>
              </a:rPr>
              <a:t>Variance scaling off; tree paths encode distance.</a:t>
            </a:r>
          </a:p>
          <a:p>
            <a:pPr>
              <a:lnSpc>
                <a:spcPts val="1650"/>
              </a:lnSpc>
              <a:spcBef>
                <a:spcPts val="0"/>
              </a:spcBef>
              <a:spcAft>
                <a:spcPts val="0"/>
              </a:spcAft>
            </a:pPr>
            <a:r>
              <a:rPr sz="1500">
                <a:solidFill>
                  <a:srgbClr val="222222"/>
                </a:solidFill>
                <a:latin typeface="Arial"/>
              </a:rPr>
              <a:t>Native edge cuts select 2 groups by silhouette.</a:t>
            </a:r>
          </a:p>
          <a:p>
            <a:pPr>
              <a:lnSpc>
                <a:spcPts val="1650"/>
              </a:lnSpc>
              <a:spcBef>
                <a:spcPts val="0"/>
              </a:spcBef>
              <a:spcAft>
                <a:spcPts val="0"/>
              </a:spcAft>
            </a:pPr>
            <a:r>
              <a:rPr sz="1500">
                <a:solidFill>
                  <a:srgbClr val="222222"/>
                </a:solidFill>
                <a:latin typeface="Arial"/>
              </a:rPr>
              <a:t>B labels apply only to selected representatives.</a:t>
            </a:r>
          </a:p>
          <a:p>
            <a:pPr>
              <a:lnSpc>
                <a:spcPts val="1650"/>
              </a:lnSpc>
              <a:spcBef>
                <a:spcPts val="0"/>
              </a:spcBef>
              <a:spcAft>
                <a:spcPts val="0"/>
              </a:spcAft>
            </a:pPr>
            <a:r>
              <a:rPr sz="1500">
                <a:solidFill>
                  <a:srgbClr val="222222"/>
                </a:solidFill>
                <a:latin typeface="Arial"/>
              </a:rPr>
              <a:t>Circular views and dendrogram; root is arbitrary.</a:t>
            </a:r>
          </a:p>
        </p:txBody>
      </p:sp>
      <p:sp>
        <p:nvSpPr>
          <p:cNvPr id="15" name="TextBox 14"/>
          <p:cNvSpPr txBox="1"/>
          <p:nvPr/>
        </p:nvSpPr>
        <p:spPr>
          <a:xfrm>
            <a:off x="457200" y="6038850"/>
            <a:ext cx="3657600" cy="266700"/>
          </a:xfrm>
          <a:prstGeom prst="rect">
            <a:avLst/>
          </a:prstGeom>
          <a:noFill/>
        </p:spPr>
        <p:txBody>
          <a:bodyPr wrap="none" lIns="0" rIns="0" tIns="0" bIns="0">
            <a:noAutofit/>
          </a:bodyPr>
          <a:lstStyle/>
          <a:p>
            <a:pPr>
              <a:lnSpc>
                <a:spcPts val="1320"/>
              </a:lnSpc>
              <a:spcBef>
                <a:spcPts val="0"/>
              </a:spcBef>
              <a:spcAft>
                <a:spcPts val="0"/>
              </a:spcAft>
              <a:defRPr sz="1200">
                <a:solidFill>
                  <a:srgbClr val="222222"/>
                </a:solidFill>
                <a:latin typeface="Arial"/>
              </a:defRPr>
            </a:pPr>
            <a:r>
              <a:rPr sz="1200">
                <a:solidFill>
                  <a:srgbClr val="245BA7"/>
                </a:solidFill>
                <a:latin typeface="Arial"/>
                <a:hlinkClick r:id="rId10"/>
              </a:rPr>
              <a:t>PCA / scikit-learn: Pedregosa et al., 2011</a:t>
            </a:r>
          </a:p>
        </p:txBody>
      </p:sp>
      <p:sp>
        <p:nvSpPr>
          <p:cNvPr id="16" name="TextBox 15"/>
          <p:cNvSpPr txBox="1"/>
          <p:nvPr/>
        </p:nvSpPr>
        <p:spPr>
          <a:xfrm>
            <a:off x="4267200" y="6038850"/>
            <a:ext cx="3657600" cy="266700"/>
          </a:xfrm>
          <a:prstGeom prst="rect">
            <a:avLst/>
          </a:prstGeom>
          <a:noFill/>
        </p:spPr>
        <p:txBody>
          <a:bodyPr wrap="none" lIns="0" rIns="0" tIns="0" bIns="0">
            <a:noAutofit/>
          </a:bodyPr>
          <a:lstStyle/>
          <a:p>
            <a:pPr>
              <a:lnSpc>
                <a:spcPts val="1320"/>
              </a:lnSpc>
              <a:spcBef>
                <a:spcPts val="0"/>
              </a:spcBef>
              <a:spcAft>
                <a:spcPts val="0"/>
              </a:spcAft>
              <a:defRPr sz="1200">
                <a:solidFill>
                  <a:srgbClr val="222222"/>
                </a:solidFill>
                <a:latin typeface="Arial"/>
              </a:defRPr>
            </a:pPr>
            <a:r>
              <a:rPr sz="1200">
                <a:solidFill>
                  <a:srgbClr val="245BA7"/>
                </a:solidFill>
                <a:latin typeface="Arial"/>
                <a:hlinkClick r:id="rId11"/>
              </a:rPr>
              <a:t>t-SNE: van der Maaten &amp; Hinton, 2008</a:t>
            </a:r>
          </a:p>
        </p:txBody>
      </p:sp>
      <p:sp>
        <p:nvSpPr>
          <p:cNvPr id="17" name="TextBox 16"/>
          <p:cNvSpPr txBox="1"/>
          <p:nvPr/>
        </p:nvSpPr>
        <p:spPr>
          <a:xfrm>
            <a:off x="8077200" y="6038850"/>
            <a:ext cx="3657600" cy="266700"/>
          </a:xfrm>
          <a:prstGeom prst="rect">
            <a:avLst/>
          </a:prstGeom>
          <a:noFill/>
        </p:spPr>
        <p:txBody>
          <a:bodyPr wrap="none" lIns="0" rIns="0" tIns="0" bIns="0">
            <a:noAutofit/>
          </a:bodyPr>
          <a:lstStyle/>
          <a:p>
            <a:pPr>
              <a:lnSpc>
                <a:spcPts val="1320"/>
              </a:lnSpc>
              <a:spcBef>
                <a:spcPts val="0"/>
              </a:spcBef>
              <a:spcAft>
                <a:spcPts val="0"/>
              </a:spcAft>
              <a:defRPr sz="1200">
                <a:solidFill>
                  <a:srgbClr val="222222"/>
                </a:solidFill>
                <a:latin typeface="Arial"/>
              </a:defRPr>
            </a:pPr>
            <a:r>
              <a:rPr sz="1200">
                <a:solidFill>
                  <a:srgbClr val="245BA7"/>
                </a:solidFill>
                <a:latin typeface="Arial"/>
                <a:hlinkClick r:id="rId12"/>
              </a:rPr>
              <a:t>UMAP: McInnes, Healy &amp; Melville, 2018</a:t>
            </a:r>
          </a:p>
        </p:txBody>
      </p:sp>
      <p:sp>
        <p:nvSpPr>
          <p:cNvPr id="18" name="TextBox 17"/>
          <p:cNvSpPr txBox="1"/>
          <p:nvPr/>
        </p:nvSpPr>
        <p:spPr>
          <a:xfrm>
            <a:off x="457200" y="6419850"/>
            <a:ext cx="11277600" cy="266700"/>
          </a:xfrm>
          <a:prstGeom prst="rect">
            <a:avLst/>
          </a:prstGeom>
          <a:noFill/>
        </p:spPr>
        <p:txBody>
          <a:bodyPr wrap="square" lIns="0" rIns="0" tIns="0" bIns="0">
            <a:normAutofit/>
          </a:bodyPr>
          <a:lstStyle/>
          <a:p>
            <a:pPr>
              <a:defRPr sz="1200">
                <a:solidFill>
                  <a:srgbClr val="222222"/>
                </a:solidFill>
                <a:latin typeface="Arial"/>
              </a:defRPr>
            </a:pPr>
            <a:r>
              <a:t>Only nine confidence-producing methods are ranked; BioEMU/BioEMU2 remain in every structural analysis. Unscored-only clusters retain their structural medoid.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9550"/>
            <a:ext cx="11277600" cy="419100"/>
          </a:xfrm>
          <a:prstGeom prst="rect">
            <a:avLst/>
          </a:prstGeom>
          <a:noFill/>
        </p:spPr>
        <p:txBody>
          <a:bodyPr wrap="square" lIns="0" rIns="0" tIns="0" bIns="0">
            <a:normAutofit/>
          </a:bodyPr>
          <a:lstStyle/>
          <a:p>
            <a:pPr>
              <a:defRPr sz="2250">
                <a:solidFill>
                  <a:srgbClr val="222222"/>
                </a:solidFill>
                <a:latin typeface="Arial"/>
              </a:defRPr>
            </a:pPr>
            <a:r>
              <a:t>TM-similar cluster ensembles</a:t>
            </a:r>
          </a:p>
        </p:txBody>
      </p:sp>
      <p:sp>
        <p:nvSpPr>
          <p:cNvPr id="3" name="TextBox 2"/>
          <p:cNvSpPr txBox="1"/>
          <p:nvPr/>
        </p:nvSpPr>
        <p:spPr>
          <a:xfrm>
            <a:off x="457200" y="742950"/>
            <a:ext cx="11087100" cy="266700"/>
          </a:xfrm>
          <a:prstGeom prst="rect">
            <a:avLst/>
          </a:prstGeom>
          <a:noFill/>
        </p:spPr>
        <p:txBody>
          <a:bodyPr wrap="square" lIns="0" rIns="0" tIns="0" bIns="0">
            <a:normAutofit/>
          </a:bodyPr>
          <a:lstStyle/>
          <a:p>
            <a:pPr>
              <a:defRPr sz="1725">
                <a:solidFill>
                  <a:srgbClr val="222222"/>
                </a:solidFill>
                <a:latin typeface="Arial"/>
              </a:defRPr>
            </a:pPr>
            <a:r>
              <a:t>a. Group 1: C1.1, C1.3, C1.4</a:t>
            </a:r>
          </a:p>
        </p:txBody>
      </p:sp>
      <p:pic>
        <p:nvPicPr>
          <p:cNvPr id="4" name="TM group 1: cluster overlay" descr="ensemble.png"/>
          <p:cNvPicPr>
            <a:picLocks noChangeAspect="1"/>
          </p:cNvPicPr>
          <p:nvPr/>
        </p:nvPicPr>
        <p:blipFill>
          <a:blip r:embed="rId2"/>
          <a:srcRect l="31643" t="12778" r="34286" b="21222"/>
          <a:stretch>
            <a:fillRect/>
          </a:stretch>
        </p:blipFill>
        <p:spPr>
          <a:xfrm>
            <a:off x="4417435" y="1047750"/>
            <a:ext cx="3166629" cy="3943350"/>
          </a:xfrm>
          <a:prstGeom prst="rect">
            <a:avLst/>
          </a:prstGeom>
        </p:spPr>
      </p:pic>
      <p:sp>
        <p:nvSpPr>
          <p:cNvPr id="5" name="Rectangle 4"/>
          <p:cNvSpPr/>
          <p:nvPr/>
        </p:nvSpPr>
        <p:spPr>
          <a:xfrm>
            <a:off x="3724275" y="5105400"/>
            <a:ext cx="209550" cy="1524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10025" y="5048250"/>
            <a:ext cx="1238250" cy="285750"/>
          </a:xfrm>
          <a:prstGeom prst="rect">
            <a:avLst/>
          </a:prstGeom>
          <a:noFill/>
        </p:spPr>
        <p:txBody>
          <a:bodyPr wrap="square" lIns="0" rIns="0" tIns="0" bIns="0">
            <a:normAutofit/>
          </a:bodyPr>
          <a:lstStyle/>
          <a:p>
            <a:pPr>
              <a:defRPr sz="1500">
                <a:solidFill>
                  <a:srgbClr val="222222"/>
                </a:solidFill>
                <a:latin typeface="Arial"/>
              </a:defRPr>
            </a:pPr>
            <a:r>
              <a:t>C1.1</a:t>
            </a:r>
          </a:p>
        </p:txBody>
      </p:sp>
      <p:sp>
        <p:nvSpPr>
          <p:cNvPr id="7" name="Rectangle 6"/>
          <p:cNvSpPr/>
          <p:nvPr/>
        </p:nvSpPr>
        <p:spPr>
          <a:xfrm>
            <a:off x="5305425" y="5105400"/>
            <a:ext cx="209550" cy="152400"/>
          </a:xfrm>
          <a:prstGeom prst="rect">
            <a:avLst/>
          </a:prstGeom>
          <a:solidFill>
            <a:srgbClr val="2C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91175" y="5048250"/>
            <a:ext cx="1238250" cy="285750"/>
          </a:xfrm>
          <a:prstGeom prst="rect">
            <a:avLst/>
          </a:prstGeom>
          <a:noFill/>
        </p:spPr>
        <p:txBody>
          <a:bodyPr wrap="square" lIns="0" rIns="0" tIns="0" bIns="0">
            <a:normAutofit/>
          </a:bodyPr>
          <a:lstStyle/>
          <a:p>
            <a:pPr>
              <a:defRPr sz="1500">
                <a:solidFill>
                  <a:srgbClr val="222222"/>
                </a:solidFill>
                <a:latin typeface="Arial"/>
              </a:defRPr>
            </a:pPr>
            <a:r>
              <a:t>C1.3</a:t>
            </a:r>
          </a:p>
        </p:txBody>
      </p:sp>
      <p:sp>
        <p:nvSpPr>
          <p:cNvPr id="9" name="Rectangle 8"/>
          <p:cNvSpPr/>
          <p:nvPr/>
        </p:nvSpPr>
        <p:spPr>
          <a:xfrm>
            <a:off x="6886575" y="5105400"/>
            <a:ext cx="209550" cy="152400"/>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72325" y="5048250"/>
            <a:ext cx="1238250" cy="285750"/>
          </a:xfrm>
          <a:prstGeom prst="rect">
            <a:avLst/>
          </a:prstGeom>
          <a:noFill/>
        </p:spPr>
        <p:txBody>
          <a:bodyPr wrap="square" lIns="0" rIns="0" tIns="0" bIns="0">
            <a:normAutofit/>
          </a:bodyPr>
          <a:lstStyle/>
          <a:p>
            <a:pPr>
              <a:defRPr sz="1500">
                <a:solidFill>
                  <a:srgbClr val="222222"/>
                </a:solidFill>
                <a:latin typeface="Arial"/>
              </a:defRPr>
            </a:pPr>
            <a:r>
              <a:t>C1.4</a:t>
            </a:r>
          </a:p>
        </p:txBody>
      </p:sp>
      <p:sp>
        <p:nvSpPr>
          <p:cNvPr id="11" name="TextBox 10"/>
          <p:cNvSpPr txBox="1"/>
          <p:nvPr/>
        </p:nvSpPr>
        <p:spPr>
          <a:xfrm>
            <a:off x="457200" y="5505450"/>
            <a:ext cx="11277600" cy="1123950"/>
          </a:xfrm>
          <a:prstGeom prst="rect">
            <a:avLst/>
          </a:prstGeom>
          <a:noFill/>
        </p:spPr>
        <p:txBody>
          <a:bodyPr wrap="square" lIns="0" rIns="0" tIns="0" bIns="0">
            <a:normAutofit/>
          </a:bodyPr>
          <a:lstStyle/>
          <a:p>
            <a:pPr>
              <a:defRPr sz="1425">
                <a:solidFill>
                  <a:srgbClr val="222222"/>
                </a:solidFill>
                <a:latin typeface="Arial"/>
              </a:defRPr>
            </a:pPr>
            <a:r>
              <a:t>Figure 16. Maximal groups whose every cluster-medoid pair has TM-score &gt; 0.8 (group 1: 15 models, TM 0.8146–0.9238). All displayed representatives are pooled and aligned to the pooled Cα RMSD medoid using the recorded alignment residues, without outlier rejection. Detected terminal exclusions also apply to fitting. Colors match PCA, UMAP and t-SNE clusters; saved camera orientation is reused. Groups may overlap.</a:t>
            </a:r>
          </a:p>
        </p:txBody>
      </p:sp>
    </p:spTree>
  </p:cSld>
  <p:clrMapOvr>
    <a:masterClrMapping/>
  </p:clrMapOvr>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5" name="">
            <a:extLst>
              <a:ext uri="{FF2B5EF4-FFF2-40B4-BE49-F238E27FC236}">
                <ns2:creationId id="{42A045A2-CBFA-4B53-9C01-D1E265237565}"/>
              </a:ext>
            </a:extLst>
          </p:cNvPr>
          <p:cNvSpPr>
            <a:spLocks noGrp="1"/>
          </p:cNvSpPr>
          <p:nvPr/>
        </p:nvSpPr>
        <p:spPr>
          <a:xfrm>
            <a:off x="457200" y="209550"/>
            <a:ext cx="11277600" cy="514350"/>
          </a:xfrm>
          <a:prstGeom prst="rect">
            <a:avLst/>
          </a:prstGeom>
          <a:noFill/>
          <a:ln w="0">
            <a:noFill/>
          </a:ln>
        </p:spPr>
        <p:txBody>
          <a:bodyPr>
            <a:noAutofit/>
          </a:bodyPr>
          <a:lstStyle>
            <a:defPPr>
              <a:defRPr sz="2100">
                <a:solidFill>
                  <a:srgbClr val="222222"/>
                </a:solidFill>
                <a:latin typeface="DejaVu Sans"/>
                <a:ea typeface="DejaVu Sans"/>
                <a:cs typeface="DejaVu Sans"/>
              </a:defRPr>
            </a:defPPr>
            <a:lvl1pPr>
              <a:defRPr sz="2100">
                <a:solidFill>
                  <a:srgbClr val="222222"/>
                </a:solidFill>
                <a:latin typeface="DejaVu Sans"/>
                <a:ea typeface="DejaVu Sans"/>
                <a:cs typeface="DejaVu Sans"/>
              </a:defRPr>
            </a:lvl1pPr>
            <a:lvl2pPr>
              <a:defRPr sz="2100">
                <a:solidFill>
                  <a:srgbClr val="222222"/>
                </a:solidFill>
                <a:latin typeface="DejaVu Sans"/>
                <a:ea typeface="DejaVu Sans"/>
                <a:cs typeface="DejaVu Sans"/>
              </a:defRPr>
            </a:lvl2pPr>
            <a:lvl3pPr>
              <a:defRPr sz="2100">
                <a:solidFill>
                  <a:srgbClr val="222222"/>
                </a:solidFill>
                <a:latin typeface="DejaVu Sans"/>
                <a:ea typeface="DejaVu Sans"/>
                <a:cs typeface="DejaVu Sans"/>
              </a:defRPr>
            </a:lvl3pPr>
            <a:lvl4pPr>
              <a:defRPr sz="2100">
                <a:solidFill>
                  <a:srgbClr val="222222"/>
                </a:solidFill>
                <a:latin typeface="DejaVu Sans"/>
                <a:ea typeface="DejaVu Sans"/>
                <a:cs typeface="DejaVu Sans"/>
              </a:defRPr>
            </a:lvl4pPr>
            <a:lvl5pPr>
              <a:defRPr sz="2100">
                <a:solidFill>
                  <a:srgbClr val="222222"/>
                </a:solidFill>
                <a:latin typeface="DejaVu Sans"/>
                <a:ea typeface="DejaVu Sans"/>
                <a:cs typeface="DejaVu Sans"/>
              </a:defRPr>
            </a:lvl5pPr>
            <a:lvl6pPr>
              <a:defRPr sz="2100">
                <a:solidFill>
                  <a:srgbClr val="222222"/>
                </a:solidFill>
                <a:latin typeface="DejaVu Sans"/>
                <a:ea typeface="DejaVu Sans"/>
                <a:cs typeface="DejaVu Sans"/>
              </a:defRPr>
            </a:lvl6pPr>
            <a:lvl7pPr>
              <a:defRPr sz="2100">
                <a:solidFill>
                  <a:srgbClr val="222222"/>
                </a:solidFill>
                <a:latin typeface="DejaVu Sans"/>
                <a:ea typeface="DejaVu Sans"/>
                <a:cs typeface="DejaVu Sans"/>
              </a:defRPr>
            </a:lvl7pPr>
            <a:lvl8pPr>
              <a:defRPr sz="2100">
                <a:solidFill>
                  <a:srgbClr val="222222"/>
                </a:solidFill>
                <a:latin typeface="DejaVu Sans"/>
                <a:ea typeface="DejaVu Sans"/>
                <a:cs typeface="DejaVu Sans"/>
              </a:defRPr>
            </a:lvl8pPr>
            <a:lvl9pPr>
              <a:defRPr sz="2100">
                <a:solidFill>
                  <a:srgbClr val="222222"/>
                </a:solidFill>
                <a:latin typeface="DejaVu Sans"/>
                <a:ea typeface="DejaVu Sans"/>
                <a:cs typeface="DejaVu Sans"/>
              </a:defRPr>
            </a:lvl9pPr>
          </a:lstStyle>
          <a:p>
            <a:pPr>
              <a:defRPr sz="2100">
                <a:solidFill>
                  <a:srgbClr val="222222"/>
                </a:solidFill>
                <a:latin typeface="DejaVu Sans"/>
                <a:ea typeface="DejaVu Sans"/>
                <a:cs typeface="DejaVu Sans"/>
              </a:defRPr>
            </a:pPr>
            <a:r>
              <a:rPr sz="2100">
                <a:solidFill>
                  <a:srgbClr val="222222"/>
                </a:solidFill>
                <a:latin typeface="DejaVu Sans"/>
                <a:ea typeface="DejaVu Sans"/>
                <a:cs typeface="DejaVu Sans"/>
              </a:rPr>
              <a:t>Pooled group 1 · one model per frame</a:t>
            </a:r>
          </a:p>
        </p:txBody>
      </p:sp>
      <p:sp>
        <p:nvSpPr>
          <p:cNvPr id="2" name="">
            <a:extLst>
              <a:ext uri="{FF2B5EF4-FFF2-40B4-BE49-F238E27FC236}">
                <ns2:creationId id="{0632A76F-B5D3-4614-96CF-7121D70BD39F}"/>
              </a:ext>
            </a:extLst>
          </p:cNvPr>
          <p:cNvSpPr>
            <a:spLocks noGrp="1"/>
          </p:cNvSpPr>
          <p:nvPr/>
        </p:nvSpPr>
        <p:spPr>
          <a:xfrm>
            <a:off x="457200" y="714375"/>
            <a:ext cx="11049000" cy="400050"/>
          </a:xfrm>
          <a:prstGeom prst="rect">
            <a:avLst/>
          </a:prstGeom>
          <a:noFill/>
          <a:ln w="0">
            <a:noFill/>
          </a:ln>
        </p:spPr>
        <p:txBody>
          <a:bodyPr>
            <a:noAutofit/>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Whole-structure fit</a:t>
            </a:r>
          </a:p>
        </p:txBody>
      </p:sp>
      <p:pic>
        <p:nvPicPr>
          <p:cNvPr id="3" name="" descr="Pooled group 1 | whole_structure">
            <a:extLst>
              <a:ext uri="{FF2B5EF4-FFF2-40B4-BE49-F238E27FC236}">
                <ns2:creationId id="{22BBE280-4CE7-4583-A9A7-008BAB7094A6}"/>
              </a:ext>
            </a:extLst>
          </p:cNvPr>
          <p:cNvPicPr>
            <a:picLocks noChangeAspect="1"/>
          </p:cNvPicPr>
          <p:nvPr/>
        </p:nvPicPr>
        <p:blipFill>
          <a:blip r:embed="rIdPooledAnimation1"/>
          <a:stretch/>
        </p:blipFill>
        <p:spPr>
          <a:xfrm>
            <a:off x="4481073" y="1162050"/>
            <a:ext cx="3001253" cy="4191000"/>
          </a:xfrm>
          <a:prstGeom prst="rect">
            <a:avLst/>
          </a:prstGeom>
        </p:spPr>
      </p:pic>
      <p:sp>
        <p:nvSpPr>
          <p:cNvPr id="4" name="">
            <a:extLst>
              <a:ext uri="{FF2B5EF4-FFF2-40B4-BE49-F238E27FC236}">
                <ns2:creationId id="{005F6747-C16A-4C80-8796-BA08F0365321}"/>
              </a:ext>
            </a:extLst>
          </p:cNvPr>
          <p:cNvSpPr>
            <a:spLocks noGrp="1"/>
          </p:cNvSpPr>
          <p:nvPr/>
        </p:nvSpPr>
        <p:spPr>
          <a:xfrm>
            <a:off x="457200" y="5715000"/>
            <a:ext cx="11277600" cy="990600"/>
          </a:xfrm>
          <a:prstGeom prst="rect">
            <a:avLst/>
          </a:prstGeom>
          <a:noFill/>
          <a:ln w="0">
            <a:noFill/>
          </a:ln>
        </p:spPr>
        <p:txBody>
          <a:bodyPr>
            <a:noAutofit/>
          </a:bodyPr>
          <a:lstStyle>
            <a:defPPr>
              <a:defRPr sz="1350">
                <a:solidFill>
                  <a:srgbClr val="222222"/>
                </a:solidFill>
                <a:latin typeface="DejaVu Sans"/>
                <a:ea typeface="DejaVu Sans"/>
                <a:cs typeface="DejaVu Sans"/>
              </a:defRPr>
            </a:defPPr>
            <a:lvl1pPr>
              <a:defRPr sz="1350">
                <a:solidFill>
                  <a:srgbClr val="222222"/>
                </a:solidFill>
                <a:latin typeface="DejaVu Sans"/>
                <a:ea typeface="DejaVu Sans"/>
                <a:cs typeface="DejaVu Sans"/>
              </a:defRPr>
            </a:lvl1pPr>
            <a:lvl2pPr>
              <a:defRPr sz="1350">
                <a:solidFill>
                  <a:srgbClr val="222222"/>
                </a:solidFill>
                <a:latin typeface="DejaVu Sans"/>
                <a:ea typeface="DejaVu Sans"/>
                <a:cs typeface="DejaVu Sans"/>
              </a:defRPr>
            </a:lvl2pPr>
            <a:lvl3pPr>
              <a:defRPr sz="1350">
                <a:solidFill>
                  <a:srgbClr val="222222"/>
                </a:solidFill>
                <a:latin typeface="DejaVu Sans"/>
                <a:ea typeface="DejaVu Sans"/>
                <a:cs typeface="DejaVu Sans"/>
              </a:defRPr>
            </a:lvl3pPr>
            <a:lvl4pPr>
              <a:defRPr sz="1350">
                <a:solidFill>
                  <a:srgbClr val="222222"/>
                </a:solidFill>
                <a:latin typeface="DejaVu Sans"/>
                <a:ea typeface="DejaVu Sans"/>
                <a:cs typeface="DejaVu Sans"/>
              </a:defRPr>
            </a:lvl4pPr>
            <a:lvl5pPr>
              <a:defRPr sz="1350">
                <a:solidFill>
                  <a:srgbClr val="222222"/>
                </a:solidFill>
                <a:latin typeface="DejaVu Sans"/>
                <a:ea typeface="DejaVu Sans"/>
                <a:cs typeface="DejaVu Sans"/>
              </a:defRPr>
            </a:lvl5pPr>
            <a:lvl6pPr>
              <a:defRPr sz="1350">
                <a:solidFill>
                  <a:srgbClr val="222222"/>
                </a:solidFill>
                <a:latin typeface="DejaVu Sans"/>
                <a:ea typeface="DejaVu Sans"/>
                <a:cs typeface="DejaVu Sans"/>
              </a:defRPr>
            </a:lvl6pPr>
            <a:lvl7pPr>
              <a:defRPr sz="1350">
                <a:solidFill>
                  <a:srgbClr val="222222"/>
                </a:solidFill>
                <a:latin typeface="DejaVu Sans"/>
                <a:ea typeface="DejaVu Sans"/>
                <a:cs typeface="DejaVu Sans"/>
              </a:defRPr>
            </a:lvl7pPr>
            <a:lvl8pPr>
              <a:defRPr sz="1350">
                <a:solidFill>
                  <a:srgbClr val="222222"/>
                </a:solidFill>
                <a:latin typeface="DejaVu Sans"/>
                <a:ea typeface="DejaVu Sans"/>
                <a:cs typeface="DejaVu Sans"/>
              </a:defRPr>
            </a:lvl8pPr>
            <a:lvl9pPr>
              <a:defRPr sz="1350">
                <a:solidFill>
                  <a:srgbClr val="222222"/>
                </a:solidFill>
                <a:latin typeface="DejaVu Sans"/>
                <a:ea typeface="DejaVu Sans"/>
                <a:cs typeface="DejaVu Sans"/>
              </a:defRPr>
            </a:lvl9pPr>
          </a:lstStyle>
          <a:p>
            <a:pPr>
              <a:defRPr sz="1350">
                <a:solidFill>
                  <a:srgbClr val="222222"/>
                </a:solidFill>
                <a:latin typeface="DejaVu Sans"/>
                <a:ea typeface="DejaVu Sans"/>
                <a:cs typeface="DejaVu Sans"/>
              </a:defRPr>
            </a:pPr>
            <a:r>
              <a:rPr sz="1350">
                <a:solidFill>
                  <a:srgbClr val="222222"/>
                </a:solidFill>
                <a:latin typeface="DejaVu Sans"/>
                <a:ea typeface="DejaVu Sans"/>
                <a:cs typeface="DejaVu Sans"/>
              </a:rPr>
              <a:t>Complete structures, one model per frame. Same fit and fixed camera as the corresponding ensemble slide; each chain repeats its own N-to-C rainbow. Maximum-RMSD endpoints with minimum-transition path search. Five frames at 30 fps per model (~0.167 s). GIF loop reset is excluded from the path objective. The PDF shows the first frame.</a:t>
            </a:r>
          </a:p>
        </p:txBody>
      </p:sp>
    </p:spTree>
    <p:extLst>
      <p:ext uri="{BB962C8B-B14F-4D97-AF65-F5344CB8AC3E}">
        <ns4:creationId val="17278543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m_group_18/notesMasters/_rels/notesMaster1.xml.rels><?xml version='1.0' encoding='utf-8'?>
<Relationships xmlns="http://schemas.openxmlformats.org/package/2006/relationships"><Relationship Id="rId1" Type="http://schemas.openxmlformats.org/officeDocument/2006/relationships/theme" Target="../theme/theme2.xml" /></Relationships>
</file>

<file path=ppt/tm_group_18/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tm_group_18/notesSlides/_rels/notesSlide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9.xml" /></Relationships>
</file>

<file path=ppt/tm_group_18/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"PyMOL extra_fit, method=align, CA atoms, cycles=0 (no outlier rejection)",</a:t>
            </a:r>
          </a:p>
          <a:p>
            <a:r>
              <a:t>  "statistics": "sqrt(mean_model(sum_xyz((CA_model - mean_model(CA))**2))) after extra_fit",</a:t>
            </a:r>
          </a:p>
          <a:p>
            <a:r>
              <a:t>  "plddt": "Mean atom pLDDT within each residue in each model, then equal-weight mean over every represented model.",</a:t>
            </a:r>
          </a:p>
          <a:p>
            <a:r>
              <a:t>  "putty": {</a:t>
            </a:r>
          </a:p>
          <a:p>
            <a:r>
              <a:t>    "transform": 7,</a:t>
            </a:r>
          </a:p>
          <a:p>
            <a:r>
              <a:t>    "radius_scale": 2.0,</a:t>
            </a:r>
          </a:p>
          <a:p>
            <a:r>
              <a:t>    "scale_min": -1.0,</a:t>
            </a:r>
          </a:p>
          <a:p>
            <a:r>
              <a:t>    "scale_max": -1.0,</a:t>
            </a:r>
          </a:p>
          <a:p>
            <a:r>
              <a:t>    "cartoon_sampling": 1,</a:t>
            </a:r>
          </a:p>
          <a:p>
            <a:r>
              <a:t>    "color_bins": [</a:t>
            </a:r>
          </a:p>
          <a:p>
            <a:r>
              <a:t>      [</a:t>
            </a:r>
          </a:p>
          <a:p>
            <a:r>
              <a:t>        0,</a:t>
            </a:r>
          </a:p>
          <a:p>
            <a:r>
              <a:t>        50,</a:t>
            </a:r>
          </a:p>
          <a:p>
            <a:r>
              <a:t>        "#ff7d45"</a:t>
            </a:r>
          </a:p>
          <a:p>
            <a:r>
              <a:t>      ],</a:t>
            </a:r>
          </a:p>
          <a:p>
            <a:r>
              <a:t>      [</a:t>
            </a:r>
          </a:p>
          <a:p>
            <a:r>
              <a:t>        50,</a:t>
            </a:r>
          </a:p>
          <a:p>
            <a:r>
              <a:t>        70,</a:t>
            </a:r>
          </a:p>
          <a:p>
            <a:r>
              <a:t>        "#ffdb13"</a:t>
            </a:r>
          </a:p>
          <a:p>
            <a:r>
              <a:t>      ],</a:t>
            </a:r>
          </a:p>
          <a:p>
            <a:r>
              <a:t>      [</a:t>
            </a:r>
          </a:p>
          <a:p>
            <a:r>
              <a:t>        70,</a:t>
            </a:r>
          </a:p>
          <a:p>
            <a:r>
              <a:t>        90,</a:t>
            </a:r>
          </a:p>
          <a:p>
            <a:r>
              <a:t>        "#65cbf3"</a:t>
            </a:r>
          </a:p>
          <a:p>
            <a:r>
              <a:t>      ],</a:t>
            </a:r>
          </a:p>
          <a:p>
            <a:r>
              <a:t>      [</a:t>
            </a:r>
          </a:p>
          <a:p>
            <a:r>
              <a:t>        90,</a:t>
            </a:r>
          </a:p>
          <a:p>
            <a:r>
              <a:t>        101,</a:t>
            </a:r>
          </a:p>
          <a:p>
            <a:r>
              <a:t>        "#0053d6"</a:t>
            </a:r>
          </a:p>
          <a:p>
            <a:r>
              <a:t>      ]</a:t>
            </a:r>
          </a:p>
          <a:p>
            <a:r>
              <a:t>    ]</a:t>
            </a:r>
          </a:p>
          <a:p>
            <a:r>
              <a:t>  },</a:t>
            </a:r>
          </a:p>
          <a:p>
            <a:r>
              <a:t>  "groups": [</a:t>
            </a:r>
          </a:p>
          <a:p>
            <a:r>
              <a:t>    {</a:t>
            </a:r>
          </a:p>
          <a:p>
            <a:r>
              <a:t>      "id": 1,</a:t>
            </a:r>
          </a:p>
          <a:p>
            <a:r>
              <a:t>      "clusters": [</a:t>
            </a:r>
          </a:p>
          <a:p>
            <a:r>
              <a:t>        "C1.1",</a:t>
            </a:r>
          </a:p>
          <a:p>
            <a:r>
              <a:t>        "C1.3",</a:t>
            </a:r>
          </a:p>
          <a:p>
            <a:r>
              <a:t>        "C1.4"</a:t>
            </a:r>
          </a:p>
          <a:p>
            <a:r>
              <a:t>      ],</a:t>
            </a:r>
          </a:p>
          <a:p>
            <a:r>
              <a:t>      "model_count": 15,</a:t>
            </a:r>
          </a:p>
          <a:p>
            <a:r>
              <a:t>      "residue_count": 77,</a:t>
            </a:r>
          </a:p>
          <a:p>
            <a:r>
              <a:t>      "min_pair_tm": 0.81456,</a:t>
            </a:r>
          </a:p>
          <a:p>
            <a:r>
              <a:t>      "max_pair_tm": 0.92385,</a:t>
            </a:r>
          </a:p>
          <a:p>
            <a:r>
              <a:t>      "alignment_ca_keys": [</a:t>
            </a:r>
          </a:p>
          <a:p>
            <a:r>
              <a:t>        [</a:t>
            </a:r>
          </a:p>
          <a:p>
            <a:r>
              <a:t>          "A",</a:t>
            </a:r>
          </a:p>
          <a:p>
            <a:r>
              <a:t>          "1"</a:t>
            </a:r>
          </a:p>
          <a:p>
            <a:r>
              <a:t>        ],</a:t>
            </a:r>
          </a:p>
          <a:p>
            <a:r>
              <a:t>        [</a:t>
            </a:r>
          </a:p>
          <a:p>
            <a:r>
              <a:t>          "A",</a:t>
            </a:r>
          </a:p>
          <a:p>
            <a:r>
              <a:t>          "10"</a:t>
            </a:r>
          </a:p>
          <a:p>
            <a:r>
              <a:t>        ],</a:t>
            </a:r>
          </a:p>
          <a:p>
            <a:r>
              <a:t>        [</a:t>
            </a:r>
          </a:p>
          <a:p>
            <a:r>
              <a:t>          "A",</a:t>
            </a:r>
          </a:p>
          <a:p>
            <a:r>
              <a:t>          "11"</a:t>
            </a:r>
          </a:p>
          <a:p>
            <a:r>
              <a:t>        ],</a:t>
            </a:r>
          </a:p>
          <a:p>
            <a:r>
              <a:t>        [</a:t>
            </a:r>
          </a:p>
          <a:p>
            <a:r>
              <a:t>          "A",</a:t>
            </a:r>
          </a:p>
          <a:p>
            <a:r>
              <a:t>          "12"</a:t>
            </a:r>
          </a:p>
          <a:p>
            <a:r>
              <a:t>        ],</a:t>
            </a:r>
          </a:p>
          <a:p>
            <a:r>
              <a:t>        [</a:t>
            </a:r>
          </a:p>
          <a:p>
            <a:r>
              <a:t>          "A",</a:t>
            </a:r>
          </a:p>
          <a:p>
            <a:r>
              <a:t>          "13"</a:t>
            </a:r>
          </a:p>
          <a:p>
            <a:r>
              <a:t>        ],</a:t>
            </a:r>
          </a:p>
          <a:p>
            <a:r>
              <a:t>        [</a:t>
            </a:r>
          </a:p>
          <a:p>
            <a:r>
              <a:t>          "A",</a:t>
            </a:r>
          </a:p>
          <a:p>
            <a:r>
              <a:t>          "14"</a:t>
            </a:r>
          </a:p>
          <a:p>
            <a:r>
              <a:t>        ],</a:t>
            </a:r>
          </a:p>
          <a:p>
            <a:r>
              <a:t>        [</a:t>
            </a:r>
          </a:p>
          <a:p>
            <a:r>
              <a:t>          "A",</a:t>
            </a:r>
          </a:p>
          <a:p>
            <a:r>
              <a:t>          "15"</a:t>
            </a:r>
          </a:p>
          <a:p>
            <a:r>
              <a:t>        ],</a:t>
            </a:r>
          </a:p>
          <a:p>
            <a:r>
              <a:t>        [</a:t>
            </a:r>
          </a:p>
          <a:p>
            <a:r>
              <a:t>          "A",</a:t>
            </a:r>
          </a:p>
          <a:p>
            <a:r>
              <a:t>          "16"</a:t>
            </a:r>
          </a:p>
          <a:p>
            <a:r>
              <a:t>        ],</a:t>
            </a:r>
          </a:p>
          <a:p>
            <a:r>
              <a:t>        [</a:t>
            </a:r>
          </a:p>
          <a:p>
            <a:r>
              <a:t>          "A",</a:t>
            </a:r>
          </a:p>
          <a:p>
            <a:r>
              <a:t>          "17"</a:t>
            </a:r>
          </a:p>
          <a:p>
            <a:r>
              <a:t>        ],</a:t>
            </a:r>
          </a:p>
          <a:p>
            <a:r>
              <a:t>        [</a:t>
            </a:r>
          </a:p>
          <a:p>
            <a:r>
              <a:t>          "A",</a:t>
            </a:r>
          </a:p>
          <a:p>
            <a:r>
              <a:t>          "18"</a:t>
            </a:r>
          </a:p>
          <a:p>
            <a:r>
              <a:t>        ],</a:t>
            </a:r>
          </a:p>
          <a:p>
            <a:r>
              <a:t>        [</a:t>
            </a:r>
          </a:p>
          <a:p>
            <a:r>
              <a:t>          "A",</a:t>
            </a:r>
          </a:p>
          <a:p>
            <a:r>
              <a:t>          "19"</a:t>
            </a:r>
          </a:p>
          <a:p>
            <a:r>
              <a:t>        ],</a:t>
            </a:r>
          </a:p>
          <a:p>
            <a:r>
              <a:t>        [</a:t>
            </a:r>
          </a:p>
          <a:p>
            <a:r>
              <a:t>          "A",</a:t>
            </a:r>
          </a:p>
          <a:p>
            <a:r>
              <a:t>          "2"</a:t>
            </a:r>
          </a:p>
          <a:p>
            <a:r>
              <a:t>        ],</a:t>
            </a:r>
          </a:p>
          <a:p>
            <a:r>
              <a:t>        [</a:t>
            </a:r>
          </a:p>
          <a:p>
            <a:r>
              <a:t>          "A",</a:t>
            </a:r>
          </a:p>
          <a:p>
            <a:r>
              <a:t>          "20"</a:t>
            </a:r>
          </a:p>
          <a:p>
            <a:r>
              <a:t>        ],</a:t>
            </a:r>
          </a:p>
          <a:p>
            <a:r>
              <a:t>        [</a:t>
            </a:r>
          </a:p>
          <a:p>
            <a:r>
              <a:t>          "A",</a:t>
            </a:r>
          </a:p>
          <a:p>
            <a:r>
              <a:t>          "21"</a:t>
            </a:r>
          </a:p>
          <a:p>
            <a:r>
              <a:t>        ],</a:t>
            </a:r>
          </a:p>
          <a:p>
            <a:r>
              <a:t>        [</a:t>
            </a:r>
          </a:p>
          <a:p>
            <a:r>
              <a:t>          "A",</a:t>
            </a:r>
          </a:p>
          <a:p>
            <a:r>
              <a:t>          "22"</a:t>
            </a:r>
          </a:p>
          <a:p>
            <a:r>
              <a:t>        ],</a:t>
            </a:r>
          </a:p>
          <a:p>
            <a:r>
              <a:t>        [</a:t>
            </a:r>
          </a:p>
          <a:p>
            <a:r>
              <a:t>          "A",</a:t>
            </a:r>
          </a:p>
          <a:p>
            <a:r>
              <a:t>          "23"</a:t>
            </a:r>
          </a:p>
          <a:p>
            <a:r>
              <a:t>        ],</a:t>
            </a:r>
          </a:p>
          <a:p>
            <a:r>
              <a:t>        [</a:t>
            </a:r>
          </a:p>
          <a:p>
            <a:r>
              <a:t>          "A",</a:t>
            </a:r>
          </a:p>
          <a:p>
            <a:r>
              <a:t>          "24"</a:t>
            </a:r>
          </a:p>
          <a:p>
            <a:r>
              <a:t>        ],</a:t>
            </a:r>
          </a:p>
          <a:p>
            <a:r>
              <a:t>        [</a:t>
            </a:r>
          </a:p>
          <a:p>
            <a:r>
              <a:t>          "A",</a:t>
            </a:r>
          </a:p>
          <a:p>
            <a:r>
              <a:t>          "25"</a:t>
            </a:r>
          </a:p>
          <a:p>
            <a:r>
              <a:t>        ],</a:t>
            </a:r>
          </a:p>
          <a:p>
            <a:r>
              <a:t>        [</a:t>
            </a:r>
          </a:p>
          <a:p>
            <a:r>
              <a:t>          "A",</a:t>
            </a:r>
          </a:p>
          <a:p>
            <a:r>
              <a:t>          "26"</a:t>
            </a:r>
          </a:p>
          <a:p>
            <a:r>
              <a:t>        ],</a:t>
            </a:r>
          </a:p>
          <a:p>
            <a:r>
              <a:t>        [</a:t>
            </a:r>
          </a:p>
          <a:p>
            <a:r>
              <a:t>          "A",</a:t>
            </a:r>
          </a:p>
          <a:p>
            <a:r>
              <a:t>          "27"</a:t>
            </a:r>
          </a:p>
          <a:p>
            <a:r>
              <a:t>        ],</a:t>
            </a:r>
          </a:p>
          <a:p>
            <a:r>
              <a:t>        [</a:t>
            </a:r>
          </a:p>
          <a:p>
            <a:r>
              <a:t>          "A",</a:t>
            </a:r>
          </a:p>
          <a:p>
            <a:r>
              <a:t>          "28"</a:t>
            </a:r>
          </a:p>
          <a:p>
            <a:r>
              <a:t>        ],</a:t>
            </a:r>
          </a:p>
          <a:p>
            <a:r>
              <a:t>        [</a:t>
            </a:r>
          </a:p>
          <a:p>
            <a:r>
              <a:t>          "A",</a:t>
            </a:r>
          </a:p>
          <a:p>
            <a:r>
              <a:t>          "29"</a:t>
            </a:r>
          </a:p>
          <a:p>
            <a:r>
              <a:t>        ],</a:t>
            </a:r>
          </a:p>
          <a:p>
            <a:r>
              <a:t>        [</a:t>
            </a:r>
          </a:p>
          <a:p>
            <a:r>
              <a:t>          "A",</a:t>
            </a:r>
          </a:p>
          <a:p>
            <a:r>
              <a:t>          "3"</a:t>
            </a:r>
          </a:p>
          <a:p>
            <a:r>
              <a:t>        ],</a:t>
            </a:r>
          </a:p>
          <a:p>
            <a:r>
              <a:t>        [</a:t>
            </a:r>
          </a:p>
          <a:p>
            <a:r>
              <a:t>          "A",</a:t>
            </a:r>
          </a:p>
          <a:p>
            <a:r>
              <a:t>          "30"</a:t>
            </a:r>
          </a:p>
          <a:p>
            <a:r>
              <a:t>        ],</a:t>
            </a:r>
          </a:p>
          <a:p>
            <a:r>
              <a:t>        [</a:t>
            </a:r>
          </a:p>
          <a:p>
            <a:r>
              <a:t>          "A",</a:t>
            </a:r>
          </a:p>
          <a:p>
            <a:r>
              <a:t>          "31"</a:t>
            </a:r>
          </a:p>
          <a:p>
            <a:r>
              <a:t>        ],</a:t>
            </a:r>
          </a:p>
          <a:p>
            <a:r>
              <a:t>        [</a:t>
            </a:r>
          </a:p>
          <a:p>
            <a:r>
              <a:t>          "A",</a:t>
            </a:r>
          </a:p>
          <a:p>
            <a:r>
              <a:t>          "32"</a:t>
            </a:r>
          </a:p>
          <a:p>
            <a:r>
              <a:t>        ],</a:t>
            </a:r>
          </a:p>
          <a:p>
            <a:r>
              <a:t>        [</a:t>
            </a:r>
          </a:p>
          <a:p>
            <a:r>
              <a:t>          "A",</a:t>
            </a:r>
          </a:p>
          <a:p>
            <a:r>
              <a:t>          "33"</a:t>
            </a:r>
          </a:p>
          <a:p>
            <a:r>
              <a:t>        ],</a:t>
            </a:r>
          </a:p>
          <a:p>
            <a:r>
              <a:t>        [</a:t>
            </a:r>
          </a:p>
          <a:p>
            <a:r>
              <a:t>          "A",</a:t>
            </a:r>
          </a:p>
          <a:p>
            <a:r>
              <a:t>          "34"</a:t>
            </a:r>
          </a:p>
          <a:p>
            <a:r>
              <a:t>        ],</a:t>
            </a:r>
          </a:p>
          <a:p>
            <a:r>
              <a:t>        [</a:t>
            </a:r>
          </a:p>
          <a:p>
            <a:r>
              <a:t>          "A",</a:t>
            </a:r>
          </a:p>
          <a:p>
            <a:r>
              <a:t>          "35"</a:t>
            </a:r>
          </a:p>
          <a:p>
            <a:r>
              <a:t>        ],</a:t>
            </a:r>
          </a:p>
          <a:p>
            <a:r>
              <a:t>        [</a:t>
            </a:r>
          </a:p>
          <a:p>
            <a:r>
              <a:t>          "A",</a:t>
            </a:r>
          </a:p>
          <a:p>
            <a:r>
              <a:t>          "36"</a:t>
            </a:r>
          </a:p>
          <a:p>
            <a:r>
              <a:t>        ],</a:t>
            </a:r>
          </a:p>
          <a:p>
            <a:r>
              <a:t>        [</a:t>
            </a:r>
          </a:p>
          <a:p>
            <a:r>
              <a:t>          "A",</a:t>
            </a:r>
          </a:p>
          <a:p>
            <a:r>
              <a:t>          "37"</a:t>
            </a:r>
          </a:p>
          <a:p>
            <a:r>
              <a:t>        ],</a:t>
            </a:r>
          </a:p>
          <a:p>
            <a:r>
              <a:t>        [</a:t>
            </a:r>
          </a:p>
          <a:p>
            <a:r>
              <a:t>          "A",</a:t>
            </a:r>
          </a:p>
          <a:p>
            <a:r>
              <a:t>          "38"</a:t>
            </a:r>
          </a:p>
          <a:p>
            <a:r>
              <a:t>        ],</a:t>
            </a:r>
          </a:p>
          <a:p>
            <a:r>
              <a:t>        [</a:t>
            </a:r>
          </a:p>
          <a:p>
            <a:r>
              <a:t>          "A",</a:t>
            </a:r>
          </a:p>
          <a:p>
            <a:r>
              <a:t>          "39"</a:t>
            </a:r>
          </a:p>
          <a:p>
            <a:r>
              <a:t>        ],</a:t>
            </a:r>
          </a:p>
          <a:p>
            <a:r>
              <a:t>        [</a:t>
            </a:r>
          </a:p>
          <a:p>
            <a:r>
              <a:t>          "A",</a:t>
            </a:r>
          </a:p>
          <a:p>
            <a:r>
              <a:t>          "4"</a:t>
            </a:r>
          </a:p>
          <a:p>
            <a:r>
              <a:t>        ],</a:t>
            </a:r>
          </a:p>
          <a:p>
            <a:r>
              <a:t>        [</a:t>
            </a:r>
          </a:p>
          <a:p>
            <a:r>
              <a:t>          "A",</a:t>
            </a:r>
          </a:p>
          <a:p>
            <a:r>
              <a:t>          "40"</a:t>
            </a:r>
          </a:p>
          <a:p>
            <a:r>
              <a:t>        ],</a:t>
            </a:r>
          </a:p>
          <a:p>
            <a:r>
              <a:t>        [</a:t>
            </a:r>
          </a:p>
          <a:p>
            <a:r>
              <a:t>          "A",</a:t>
            </a:r>
          </a:p>
          <a:p>
            <a:r>
              <a:t>          "41"</a:t>
            </a:r>
          </a:p>
          <a:p>
            <a:r>
              <a:t>        ],</a:t>
            </a:r>
          </a:p>
          <a:p>
            <a:r>
              <a:t>        [</a:t>
            </a:r>
          </a:p>
          <a:p>
            <a:r>
              <a:t>          "A",</a:t>
            </a:r>
          </a:p>
          <a:p>
            <a:r>
              <a:t>          "42"</a:t>
            </a:r>
          </a:p>
          <a:p>
            <a:r>
              <a:t>        ],</a:t>
            </a:r>
          </a:p>
          <a:p>
            <a:r>
              <a:t>        [</a:t>
            </a:r>
          </a:p>
          <a:p>
            <a:r>
              <a:t>          "A",</a:t>
            </a:r>
          </a:p>
          <a:p>
            <a:r>
              <a:t>          "43"</a:t>
            </a:r>
          </a:p>
          <a:p>
            <a:r>
              <a:t>        ],</a:t>
            </a:r>
          </a:p>
          <a:p>
            <a:r>
              <a:t>        [</a:t>
            </a:r>
          </a:p>
          <a:p>
            <a:r>
              <a:t>          "A",</a:t>
            </a:r>
          </a:p>
          <a:p>
            <a:r>
              <a:t>          "44"</a:t>
            </a:r>
          </a:p>
          <a:p>
            <a:r>
              <a:t>        ],</a:t>
            </a:r>
          </a:p>
          <a:p>
            <a:r>
              <a:t>        [</a:t>
            </a:r>
          </a:p>
          <a:p>
            <a:r>
              <a:t>          "A",</a:t>
            </a:r>
          </a:p>
          <a:p>
            <a:r>
              <a:t>          "45"</a:t>
            </a:r>
          </a:p>
          <a:p>
            <a:r>
              <a:t>        ],</a:t>
            </a:r>
          </a:p>
          <a:p>
            <a:r>
              <a:t>        [</a:t>
            </a:r>
          </a:p>
          <a:p>
            <a:r>
              <a:t>          "A",</a:t>
            </a:r>
          </a:p>
          <a:p>
            <a:r>
              <a:t>          "46"</a:t>
            </a:r>
          </a:p>
          <a:p>
            <a:r>
              <a:t>        ],</a:t>
            </a:r>
          </a:p>
          <a:p>
            <a:r>
              <a:t>        [</a:t>
            </a:r>
          </a:p>
          <a:p>
            <a:r>
              <a:t>          "A",</a:t>
            </a:r>
          </a:p>
          <a:p>
            <a:r>
              <a:t>          "47"</a:t>
            </a:r>
          </a:p>
          <a:p>
            <a:r>
              <a:t>        ],</a:t>
            </a:r>
          </a:p>
          <a:p>
            <a:r>
              <a:t>        [</a:t>
            </a:r>
          </a:p>
          <a:p>
            <a:r>
              <a:t>          "A",</a:t>
            </a:r>
          </a:p>
          <a:p>
            <a:r>
              <a:t>          "48"</a:t>
            </a:r>
          </a:p>
          <a:p>
            <a:r>
              <a:t>        ],</a:t>
            </a:r>
          </a:p>
          <a:p>
            <a:r>
              <a:t>        [</a:t>
            </a:r>
          </a:p>
          <a:p>
            <a:r>
              <a:t>          "A",</a:t>
            </a:r>
          </a:p>
          <a:p>
            <a:r>
              <a:t>          "49"</a:t>
            </a:r>
          </a:p>
          <a:p>
            <a:r>
              <a:t>        ],</a:t>
            </a:r>
          </a:p>
          <a:p>
            <a:r>
              <a:t>        [</a:t>
            </a:r>
          </a:p>
          <a:p>
            <a:r>
              <a:t>          "A",</a:t>
            </a:r>
          </a:p>
          <a:p>
            <a:r>
              <a:t>          "5"</a:t>
            </a:r>
          </a:p>
          <a:p>
            <a:r>
              <a:t>        ],</a:t>
            </a:r>
          </a:p>
          <a:p>
            <a:r>
              <a:t>        [</a:t>
            </a:r>
          </a:p>
          <a:p>
            <a:r>
              <a:t>          "A",</a:t>
            </a:r>
          </a:p>
          <a:p>
            <a:r>
              <a:t>          "50"</a:t>
            </a:r>
          </a:p>
          <a:p>
            <a:r>
              <a:t>        ],</a:t>
            </a:r>
          </a:p>
          <a:p>
            <a:r>
              <a:t>        [</a:t>
            </a:r>
          </a:p>
          <a:p>
            <a:r>
              <a:t>          "A",</a:t>
            </a:r>
          </a:p>
          <a:p>
            <a:r>
              <a:t>          "51"</a:t>
            </a:r>
          </a:p>
          <a:p>
            <a:r>
              <a:t>        ],</a:t>
            </a:r>
          </a:p>
          <a:p>
            <a:r>
              <a:t>        [</a:t>
            </a:r>
          </a:p>
          <a:p>
            <a:r>
              <a:t>          "A",</a:t>
            </a:r>
          </a:p>
          <a:p>
            <a:r>
              <a:t>          "52"</a:t>
            </a:r>
          </a:p>
          <a:p>
            <a:r>
              <a:t>        ],</a:t>
            </a:r>
          </a:p>
          <a:p>
            <a:r>
              <a:t>        [</a:t>
            </a:r>
          </a:p>
          <a:p>
            <a:r>
              <a:t>          "A",</a:t>
            </a:r>
          </a:p>
          <a:p>
            <a:r>
              <a:t>          "53"</a:t>
            </a:r>
          </a:p>
          <a:p>
            <a:r>
              <a:t>        ],</a:t>
            </a:r>
          </a:p>
          <a:p>
            <a:r>
              <a:t>        [</a:t>
            </a:r>
          </a:p>
          <a:p>
            <a:r>
              <a:t>          "A",</a:t>
            </a:r>
          </a:p>
          <a:p>
            <a:r>
              <a:t>          "54"</a:t>
            </a:r>
          </a:p>
          <a:p>
            <a:r>
              <a:t>        ],</a:t>
            </a:r>
          </a:p>
          <a:p>
            <a:r>
              <a:t>        [</a:t>
            </a:r>
          </a:p>
          <a:p>
            <a:r>
              <a:t>          "A",</a:t>
            </a:r>
          </a:p>
          <a:p>
            <a:r>
              <a:t>          "55"</a:t>
            </a:r>
          </a:p>
          <a:p>
            <a:r>
              <a:t>        ],</a:t>
            </a:r>
          </a:p>
          <a:p>
            <a:r>
              <a:t>        [</a:t>
            </a:r>
          </a:p>
          <a:p>
            <a:r>
              <a:t>          "A",</a:t>
            </a:r>
          </a:p>
          <a:p>
            <a:r>
              <a:t>          "56"</a:t>
            </a:r>
          </a:p>
          <a:p>
            <a:r>
              <a:t>        ],</a:t>
            </a:r>
          </a:p>
          <a:p>
            <a:r>
              <a:t>        [</a:t>
            </a:r>
          </a:p>
          <a:p>
            <a:r>
              <a:t>          "A",</a:t>
            </a:r>
          </a:p>
          <a:p>
            <a:r>
              <a:t>          "57"</a:t>
            </a:r>
          </a:p>
          <a:p>
            <a:r>
              <a:t>        ],</a:t>
            </a:r>
          </a:p>
          <a:p>
            <a:r>
              <a:t>        [</a:t>
            </a:r>
          </a:p>
          <a:p>
            <a:r>
              <a:t>          "A",</a:t>
            </a:r>
          </a:p>
          <a:p>
            <a:r>
              <a:t>          "58"</a:t>
            </a:r>
          </a:p>
          <a:p>
            <a:r>
              <a:t>        ],</a:t>
            </a:r>
          </a:p>
          <a:p>
            <a:r>
              <a:t>        [</a:t>
            </a:r>
          </a:p>
          <a:p>
            <a:r>
              <a:t>          "A",</a:t>
            </a:r>
          </a:p>
          <a:p>
            <a:r>
              <a:t>          "59"</a:t>
            </a:r>
          </a:p>
          <a:p>
            <a:r>
              <a:t>        ],</a:t>
            </a:r>
          </a:p>
          <a:p>
            <a:r>
              <a:t>        [</a:t>
            </a:r>
          </a:p>
          <a:p>
            <a:r>
              <a:t>          "A",</a:t>
            </a:r>
          </a:p>
          <a:p>
            <a:r>
              <a:t>          "6"</a:t>
            </a:r>
          </a:p>
          <a:p>
            <a:r>
              <a:t>        ],</a:t>
            </a:r>
          </a:p>
          <a:p>
            <a:r>
              <a:t>        [</a:t>
            </a:r>
          </a:p>
          <a:p>
            <a:r>
              <a:t>          "A",</a:t>
            </a:r>
          </a:p>
          <a:p>
            <a:r>
              <a:t>          "60"</a:t>
            </a:r>
          </a:p>
          <a:p>
            <a:r>
              <a:t>        ],</a:t>
            </a:r>
          </a:p>
          <a:p>
            <a:r>
              <a:t>        [</a:t>
            </a:r>
          </a:p>
          <a:p>
            <a:r>
              <a:t>          "A",</a:t>
            </a:r>
          </a:p>
          <a:p>
            <a:r>
              <a:t>          "61"</a:t>
            </a:r>
          </a:p>
          <a:p>
            <a:r>
              <a:t>        ],</a:t>
            </a:r>
          </a:p>
          <a:p>
            <a:r>
              <a:t>        [</a:t>
            </a:r>
          </a:p>
          <a:p>
            <a:r>
              <a:t>          "A",</a:t>
            </a:r>
          </a:p>
          <a:p>
            <a:r>
              <a:t>          "62"</a:t>
            </a:r>
          </a:p>
          <a:p>
            <a:r>
              <a:t>        ],</a:t>
            </a:r>
          </a:p>
          <a:p>
            <a:r>
              <a:t>        [</a:t>
            </a:r>
          </a:p>
          <a:p>
            <a:r>
              <a:t>          "A",</a:t>
            </a:r>
          </a:p>
          <a:p>
            <a:r>
              <a:t>          "63"</a:t>
            </a:r>
          </a:p>
          <a:p>
            <a:r>
              <a:t>        ],</a:t>
            </a:r>
          </a:p>
          <a:p>
            <a:r>
              <a:t>        [</a:t>
            </a:r>
          </a:p>
          <a:p>
            <a:r>
              <a:t>          "A",</a:t>
            </a:r>
          </a:p>
          <a:p>
            <a:r>
              <a:t>          "64"</a:t>
            </a:r>
          </a:p>
          <a:p>
            <a:r>
              <a:t>        ],</a:t>
            </a:r>
          </a:p>
          <a:p>
            <a:r>
              <a:t>        [</a:t>
            </a:r>
          </a:p>
          <a:p>
            <a:r>
              <a:t>          "A",</a:t>
            </a:r>
          </a:p>
          <a:p>
            <a:r>
              <a:t>          "65"</a:t>
            </a:r>
          </a:p>
          <a:p>
            <a:r>
              <a:t>        ],</a:t>
            </a:r>
          </a:p>
          <a:p>
            <a:r>
              <a:t>        [</a:t>
            </a:r>
          </a:p>
          <a:p>
            <a:r>
              <a:t>          "A",</a:t>
            </a:r>
          </a:p>
          <a:p>
            <a:r>
              <a:t>          "66"</a:t>
            </a:r>
          </a:p>
          <a:p>
            <a:r>
              <a:t>        ],</a:t>
            </a:r>
          </a:p>
          <a:p>
            <a:r>
              <a:t>        [</a:t>
            </a:r>
          </a:p>
          <a:p>
            <a:r>
              <a:t>          "A",</a:t>
            </a:r>
          </a:p>
          <a:p>
            <a:r>
              <a:t>          "67"</a:t>
            </a:r>
          </a:p>
          <a:p>
            <a:r>
              <a:t>        ],</a:t>
            </a:r>
          </a:p>
          <a:p>
            <a:r>
              <a:t>        [</a:t>
            </a:r>
          </a:p>
          <a:p>
            <a:r>
              <a:t>          "A",</a:t>
            </a:r>
          </a:p>
          <a:p>
            <a:r>
              <a:t>          "68"</a:t>
            </a:r>
          </a:p>
          <a:p>
            <a:r>
              <a:t>        ],</a:t>
            </a:r>
          </a:p>
          <a:p>
            <a:r>
              <a:t>        [</a:t>
            </a:r>
          </a:p>
          <a:p>
            <a:r>
              <a:t>          "A",</a:t>
            </a:r>
          </a:p>
          <a:p>
            <a:r>
              <a:t>          "69"</a:t>
            </a:r>
          </a:p>
          <a:p>
            <a:r>
              <a:t>        ],</a:t>
            </a:r>
          </a:p>
          <a:p>
            <a:r>
              <a:t>        [</a:t>
            </a:r>
          </a:p>
          <a:p>
            <a:r>
              <a:t>          "A",</a:t>
            </a:r>
          </a:p>
          <a:p>
            <a:r>
              <a:t>          "7"</a:t>
            </a:r>
          </a:p>
          <a:p>
            <a:r>
              <a:t>        ],</a:t>
            </a:r>
          </a:p>
          <a:p>
            <a:r>
              <a:t>        [</a:t>
            </a:r>
          </a:p>
          <a:p>
            <a:r>
              <a:t>          "A",</a:t>
            </a:r>
          </a:p>
          <a:p>
            <a:r>
              <a:t>          "70"</a:t>
            </a:r>
          </a:p>
          <a:p>
            <a:r>
              <a:t>        ],</a:t>
            </a:r>
          </a:p>
          <a:p>
            <a:r>
              <a:t>        [</a:t>
            </a:r>
          </a:p>
          <a:p>
            <a:r>
              <a:t>          "A",</a:t>
            </a:r>
          </a:p>
          <a:p>
            <a:r>
              <a:t>          "71"</a:t>
            </a:r>
          </a:p>
          <a:p>
            <a:r>
              <a:t>        ],</a:t>
            </a:r>
          </a:p>
          <a:p>
            <a:r>
              <a:t>        [</a:t>
            </a:r>
          </a:p>
          <a:p>
            <a:r>
              <a:t>          "A",</a:t>
            </a:r>
          </a:p>
          <a:p>
            <a:r>
              <a:t>          "72"</a:t>
            </a:r>
          </a:p>
          <a:p>
            <a:r>
              <a:t>        ],</a:t>
            </a:r>
          </a:p>
          <a:p>
            <a:r>
              <a:t>        [</a:t>
            </a:r>
          </a:p>
          <a:p>
            <a:r>
              <a:t>          "A",</a:t>
            </a:r>
          </a:p>
          <a:p>
            <a:r>
              <a:t>          "73"</a:t>
            </a:r>
          </a:p>
          <a:p>
            <a:r>
              <a:t>        ],</a:t>
            </a:r>
          </a:p>
          <a:p>
            <a:r>
              <a:t>        [</a:t>
            </a:r>
          </a:p>
          <a:p>
            <a:r>
              <a:t>          "A",</a:t>
            </a:r>
          </a:p>
          <a:p>
            <a:r>
              <a:t>          "74"</a:t>
            </a:r>
          </a:p>
          <a:p>
            <a:r>
              <a:t>        ],</a:t>
            </a:r>
          </a:p>
          <a:p>
            <a:r>
              <a:t>        [</a:t>
            </a:r>
          </a:p>
          <a:p>
            <a:r>
              <a:t>          "A",</a:t>
            </a:r>
          </a:p>
          <a:p>
            <a:r>
              <a:t>          "75"</a:t>
            </a:r>
          </a:p>
          <a:p>
            <a:r>
              <a:t>        ],</a:t>
            </a:r>
          </a:p>
          <a:p>
            <a:r>
              <a:t>        [</a:t>
            </a:r>
          </a:p>
          <a:p>
            <a:r>
              <a:t>          "A",</a:t>
            </a:r>
          </a:p>
          <a:p>
            <a:r>
              <a:t>          "76"</a:t>
            </a:r>
          </a:p>
          <a:p>
            <a:r>
              <a:t>        ],</a:t>
            </a:r>
          </a:p>
          <a:p>
            <a:r>
              <a:t>        [</a:t>
            </a:r>
          </a:p>
          <a:p>
            <a:r>
              <a:t>          "A",</a:t>
            </a:r>
          </a:p>
          <a:p>
            <a:r>
              <a:t>          "77"</a:t>
            </a:r>
          </a:p>
          <a:p>
            <a:r>
              <a:t>        ],</a:t>
            </a:r>
          </a:p>
          <a:p>
            <a:r>
              <a:t>        [</a:t>
            </a:r>
          </a:p>
          <a:p>
            <a:r>
              <a:t>          "A",</a:t>
            </a:r>
          </a:p>
          <a:p>
            <a:r>
              <a:t>          "8"</a:t>
            </a:r>
          </a:p>
          <a:p>
            <a:r>
              <a:t>        ],</a:t>
            </a:r>
          </a:p>
          <a:p>
            <a:r>
              <a:t>        [</a:t>
            </a:r>
          </a:p>
          <a:p>
            <a:r>
              <a:t>          "A",</a:t>
            </a:r>
          </a:p>
          <a:p>
            <a:r>
              <a:t>          "9"</a:t>
            </a:r>
          </a:p>
          <a:p>
            <a:r>
              <a:t>        ]</a:t>
            </a:r>
          </a:p>
          <a:p>
            <a:r>
              <a:t>      ],</a:t>
            </a:r>
          </a:p>
          <a:p>
            <a:r>
              <a:t>      "medoid_model": "StR82_bmr15386__SPEACHAF__0213",</a:t>
            </a:r>
          </a:p>
          <a:p>
            <a:r>
              <a:t>      "medoid_mean_ca_rmsd_angstrom": 1.2369265970392778,</a:t>
            </a:r>
          </a:p>
          <a:p>
            <a:r>
              <a:t>      "rendering": {</a:t>
            </a:r>
          </a:p>
          <a:p>
            <a:r>
              <a:t>        "ray_max_passes": 25,</a:t>
            </a:r>
          </a:p>
          <a:p>
            <a:r>
              <a:t>        "max_threads": 2,</a:t>
            </a:r>
          </a:p>
          <a:p>
            <a:r>
              <a:t>        "cartoon_transparency": 0.35</a:t>
            </a:r>
          </a:p>
          <a:p>
            <a:r>
              <a:t>      },</a:t>
            </a:r>
          </a:p>
          <a:p>
            <a:r>
              <a:t>      "rmsf_range_angstrom": [</a:t>
            </a:r>
          </a:p>
          <a:p>
            <a:r>
              <a:t>        0.37870021621166383,</a:t>
            </a:r>
          </a:p>
          <a:p>
            <a:r>
              <a:t>        5.81067211131887</a:t>
            </a:r>
          </a:p>
          <a:p>
            <a:r>
              <a:t>      ],</a:t>
            </a:r>
          </a:p>
          <a:p>
            <a:r>
              <a:t>      "mean_plddt_range": [</a:t>
            </a:r>
          </a:p>
          <a:p>
            <a:r>
              <a:t>        70.83866666666668,</a:t>
            </a:r>
          </a:p>
          <a:p>
            <a:r>
              <a:t>        97.25466666666667</a:t>
            </a:r>
          </a:p>
          <a:p>
            <a:r>
              <a:t>      ],</a:t>
            </a:r>
          </a:p>
          <a:p>
            <a:r>
              <a:t>      "fits": [</a:t>
            </a:r>
          </a:p>
          <a:p>
            <a:r>
              <a:t>        {</a:t>
            </a:r>
          </a:p>
          <a:p>
            <a:r>
              <a:t>          "model": "StR82_bmr15386__AlphaFlowMD__0081",</a:t>
            </a:r>
          </a:p>
          <a:p>
            <a:r>
              <a:t>          "ca_rmsd_angstrom": 2.5593106003913366</a:t>
            </a:r>
          </a:p>
          <a:p>
            <a:r>
              <a:t>        },</a:t>
            </a:r>
          </a:p>
          <a:p>
            <a:r>
              <a:t>        {</a:t>
            </a:r>
          </a:p>
          <a:p>
            <a:r>
              <a:t>          "model": "StR82_bmr15386__AlphaFlowMD__0915",</a:t>
            </a:r>
          </a:p>
          <a:p>
            <a:r>
              <a:t>          "ca_rmsd_angstrom": 3.0628298977784416</a:t>
            </a:r>
          </a:p>
          <a:p>
            <a:r>
              <a:t>        },</a:t>
            </a:r>
          </a:p>
          <a:p>
            <a:r>
              <a:t>        {</a:t>
            </a:r>
          </a:p>
          <a:p>
            <a:r>
              <a:t>          "model": "StR82_bmr15386__AlphaFlowMD__0933",</a:t>
            </a:r>
          </a:p>
          <a:p>
            <a:r>
              <a:t>          "ca_rmsd_angstrom": 2.1306621322103334</a:t>
            </a:r>
          </a:p>
          <a:p>
            <a:r>
              <a:t>        },</a:t>
            </a:r>
          </a:p>
          <a:p>
            <a:r>
              <a:t>        {</a:t>
            </a:r>
          </a:p>
          <a:p>
            <a:r>
              <a:t>          "model": "StR82_bmr15386__AlphaFlowMD__0980",</a:t>
            </a:r>
          </a:p>
          <a:p>
            <a:r>
              <a:t>          "ca_rmsd_angstrom": 1.6622723461529751</a:t>
            </a:r>
          </a:p>
          <a:p>
            <a:r>
              <a:t>        },</a:t>
            </a:r>
          </a:p>
          <a:p>
            <a:r>
              <a:t>        {</a:t>
            </a:r>
          </a:p>
          <a:p>
            <a:r>
              <a:t>          "model": "StR82_bmr15386__AlphaFlowMD__0526",</a:t>
            </a:r>
          </a:p>
          <a:p>
            <a:r>
              <a:t>          "ca_rmsd_angstrom": 1.5044406474625927</a:t>
            </a:r>
          </a:p>
          <a:p>
            <a:r>
              <a:t>        },</a:t>
            </a:r>
          </a:p>
          <a:p>
            <a:r>
              <a:t>        {</a:t>
            </a:r>
          </a:p>
          <a:p>
            <a:r>
              <a:t>          "model": "StR82_bmr15386__ESMFlowPDB__0148",</a:t>
            </a:r>
          </a:p>
          <a:p>
            <a:r>
              <a:t>          "ca_rmsd_angstrom": 2.1145025496256213</a:t>
            </a:r>
          </a:p>
          <a:p>
            <a:r>
              <a:t>        },</a:t>
            </a:r>
          </a:p>
          <a:p>
            <a:r>
              <a:t>        {</a:t>
            </a:r>
          </a:p>
          <a:p>
            <a:r>
              <a:t>          "model": "StR82_bmr15386__AlphaFlowPDB__0874",</a:t>
            </a:r>
          </a:p>
          <a:p>
            <a:r>
              <a:t>          "ca_rmsd_angstrom": 1.1257304317426464</a:t>
            </a:r>
          </a:p>
          <a:p>
            <a:r>
              <a:t>        },</a:t>
            </a:r>
          </a:p>
          <a:p>
            <a:r>
              <a:t>        {</a:t>
            </a:r>
          </a:p>
          <a:p>
            <a:r>
              <a:t>          "model": "StR82_bmr15386__AlphaFlowPDB__0901",</a:t>
            </a:r>
          </a:p>
          <a:p>
            <a:r>
              <a:t>          "ca_rmsd_angstrom": 1.5185743459587266</a:t>
            </a:r>
          </a:p>
          <a:p>
            <a:r>
              <a:t>        },</a:t>
            </a:r>
          </a:p>
          <a:p>
            <a:r>
              <a:t>        {</a:t>
            </a:r>
          </a:p>
          <a:p>
            <a:r>
              <a:t>          "model": "StR82_bmr15386__ESMFlowPDB__0029",</a:t>
            </a:r>
          </a:p>
          <a:p>
            <a:r>
              <a:t>          "ca_rmsd_angstrom": 1.1509254071608392</a:t>
            </a:r>
          </a:p>
          <a:p>
            <a:r>
              <a:t>        },</a:t>
            </a:r>
          </a:p>
          <a:p>
            <a:r>
              <a:t>        {</a:t>
            </a:r>
          </a:p>
          <a:p>
            <a:r>
              <a:t>          "model": "StR82_bmr15386__SPEACHAF__0862",</a:t>
            </a:r>
          </a:p>
          <a:p>
            <a:r>
              <a:t>          "ca_rmsd_angstrom": 0.7984108739931778</a:t>
            </a:r>
          </a:p>
          <a:p>
            <a:r>
              <a:t>        },</a:t>
            </a:r>
          </a:p>
          <a:p>
            <a:r>
              <a:t>        {</a:t>
            </a:r>
          </a:p>
          <a:p>
            <a:r>
              <a:t>          "model": "StR82_bmr15386__SPEACHAF__0248",</a:t>
            </a:r>
          </a:p>
          <a:p>
            <a:r>
              <a:t>          "ca_rmsd_angstrom": 0.19305951182599407</a:t>
            </a:r>
          </a:p>
          <a:p>
            <a:r>
              <a:t>        },</a:t>
            </a:r>
          </a:p>
          <a:p>
            <a:r>
              <a:t>        {</a:t>
            </a:r>
          </a:p>
          <a:p>
            <a:r>
              <a:t>          "model": "StR82_bmr15386__SPEACHAF__0213",</a:t>
            </a:r>
          </a:p>
          <a:p>
            <a:r>
              <a:t>          "ca_rmsd_angstrom": 0.0</a:t>
            </a:r>
          </a:p>
          <a:p>
            <a:r>
              <a:t>        },</a:t>
            </a:r>
          </a:p>
          <a:p>
            <a:r>
              <a:t>        {</a:t>
            </a:r>
          </a:p>
          <a:p>
            <a:r>
              <a:t>          "model": "StR82_bmr15386__SPEACHAF__0598",</a:t>
            </a:r>
          </a:p>
          <a:p>
            <a:r>
              <a:t>          "ca_rmsd_angstrom": 0.1562364137880447</a:t>
            </a:r>
          </a:p>
          <a:p>
            <a:r>
              <a:t>        },</a:t>
            </a:r>
          </a:p>
          <a:p>
            <a:r>
              <a:t>        {</a:t>
            </a:r>
          </a:p>
          <a:p>
            <a:r>
              <a:t>          "model": "StR82_bmr15386__SPEACHAF__0458",</a:t>
            </a:r>
          </a:p>
          <a:p>
            <a:r>
              <a:t>          "ca_rmsd_angstrom": 0.180367624103504</a:t>
            </a:r>
          </a:p>
          <a:p>
            <a:r>
              <a:t>        },</a:t>
            </a:r>
          </a:p>
          <a:p>
            <a:r>
              <a:t>        {</a:t>
            </a:r>
          </a:p>
          <a:p>
            <a:r>
              <a:t>          "model": "StR82_bmr15386__SPEACHAF__0948",</a:t>
            </a:r>
          </a:p>
          <a:p>
            <a:r>
              <a:t>          "ca_rmsd_angstrom": 0.3965759861588071</a:t>
            </a:r>
          </a:p>
          <a:p>
            <a:r>
              <a:t>        }</a:t>
            </a:r>
          </a:p>
          <a:p>
            <a:r>
              <a:t>      ],</a:t>
            </a:r>
          </a:p>
          <a:p>
            <a:r>
              <a:t>      "view": [</a:t>
            </a:r>
          </a:p>
          <a:p>
            <a:r>
              <a:t>        0.6740373373031616,</a:t>
            </a:r>
          </a:p>
          <a:p>
            <a:r>
              <a:t>        0.43259644508361816,</a:t>
            </a:r>
          </a:p>
          <a:p>
            <a:r>
              <a:t>        0.5987770557403564,</a:t>
            </a:r>
          </a:p>
          <a:p>
            <a:r>
              <a:t>        -0.6906437277793884,</a:t>
            </a:r>
          </a:p>
          <a:p>
            <a:r>
              <a:t>        0.08146974444389343,</a:t>
            </a:r>
          </a:p>
          <a:p>
            <a:r>
              <a:t>        0.7185916304588318,</a:t>
            </a:r>
          </a:p>
          <a:p>
            <a:r>
              <a:t>        0.26207801699638367,</a:t>
            </a:r>
          </a:p>
          <a:p>
            <a:r>
              <a:t>        -0.897899329662323,</a:t>
            </a:r>
          </a:p>
          <a:p>
            <a:r>
              <a:t>        0.3536837100982666,</a:t>
            </a:r>
          </a:p>
          <a:p>
            <a:r>
              <a:t>        0.0,</a:t>
            </a:r>
          </a:p>
          <a:p>
            <a:r>
              <a:t>        0.0,</a:t>
            </a:r>
          </a:p>
          <a:p>
            <a:r>
              <a:t>        -188.8209991455078,</a:t>
            </a:r>
          </a:p>
          <a:p>
            <a:r>
              <a:t>        -2.037592887878418,</a:t>
            </a:r>
          </a:p>
          <a:p>
            <a:r>
              <a:t>        4.457649230957031,</a:t>
            </a:r>
          </a:p>
          <a:p>
            <a:r>
              <a:t>        -2.467985153198242,</a:t>
            </a:r>
          </a:p>
          <a:p>
            <a:r>
              <a:t>        148.867919921875,</a:t>
            </a:r>
          </a:p>
          <a:p>
            <a:r>
              <a:t>        228.77407836914062,</a:t>
            </a:r>
          </a:p>
          <a:p>
            <a:r>
              <a:t>        20.0</a:t>
            </a:r>
          </a:p>
          <a:p>
            <a:r>
              <a:t>      ],</a:t>
            </a:r>
          </a:p>
          <a:p>
            <a:r>
              <a:t>      "cluster_colors": {</a:t>
            </a:r>
          </a:p>
          <a:p>
            <a:r>
              <a:t>        "C1.1": "#1f77b4",</a:t>
            </a:r>
          </a:p>
          <a:p>
            <a:r>
              <a:t>        "C1.3": "#2ca02c",</a:t>
            </a:r>
          </a:p>
          <a:p>
            <a:r>
              <a:t>        "C1.4": "#d62728"</a:t>
            </a:r>
          </a:p>
          <a:p>
            <a:r>
              <a:t>      },</a:t>
            </a:r>
          </a:p>
          <a:p>
            <a:r>
              <a:t>      "chain_colors": {</a:t>
            </a:r>
          </a:p>
          <a:p>
            <a:r>
              <a:t>        "StR82_bmr15386__AlphaFlowMD__0081": {</a:t>
            </a:r>
          </a:p>
          <a:p>
            <a:r>
              <a:t>          "A": "#1F77B4"</a:t>
            </a:r>
          </a:p>
          <a:p>
            <a:r>
              <a:t>        },</a:t>
            </a:r>
          </a:p>
          <a:p>
            <a:r>
              <a:t>        "StR82_bmr15386__AlphaFlowMD__0915": {</a:t>
            </a:r>
          </a:p>
          <a:p>
            <a:r>
              <a:t>          "A": "#1F77B4"</a:t>
            </a:r>
          </a:p>
          <a:p>
            <a:r>
              <a:t>        },</a:t>
            </a:r>
          </a:p>
          <a:p>
            <a:r>
              <a:t>        "StR82_bmr15386__AlphaFlowMD__0933": {</a:t>
            </a:r>
          </a:p>
          <a:p>
            <a:r>
              <a:t>          "A": "#1F77B4"</a:t>
            </a:r>
          </a:p>
          <a:p>
            <a:r>
              <a:t>        },</a:t>
            </a:r>
          </a:p>
          <a:p>
            <a:r>
              <a:t>        "StR82_bmr15386__AlphaFlowMD__0980": {</a:t>
            </a:r>
          </a:p>
          <a:p>
            <a:r>
              <a:t>          "A": "#1F77B4"</a:t>
            </a:r>
          </a:p>
          <a:p>
            <a:r>
              <a:t>        },</a:t>
            </a:r>
          </a:p>
          <a:p>
            <a:r>
              <a:t>        "StR82_bmr15386__AlphaFlowMD__0526": {</a:t>
            </a:r>
          </a:p>
          <a:p>
            <a:r>
              <a:t>          "A": "#1F77B4"</a:t>
            </a:r>
          </a:p>
          <a:p>
            <a:r>
              <a:t>        },</a:t>
            </a:r>
          </a:p>
          <a:p>
            <a:r>
              <a:t>        "StR82_bmr15386__ESMFlowPDB__0148": {</a:t>
            </a:r>
          </a:p>
          <a:p>
            <a:r>
              <a:t>          "A": "#2CA02C"</a:t>
            </a:r>
          </a:p>
          <a:p>
            <a:r>
              <a:t>        },</a:t>
            </a:r>
          </a:p>
          <a:p>
            <a:r>
              <a:t>        "StR82_bmr15386__AlphaFlowPDB__0874": {</a:t>
            </a:r>
          </a:p>
          <a:p>
            <a:r>
              <a:t>          "A": "#2CA02C"</a:t>
            </a:r>
          </a:p>
          <a:p>
            <a:r>
              <a:t>        },</a:t>
            </a:r>
          </a:p>
          <a:p>
            <a:r>
              <a:t>        "StR82_bmr15386__AlphaFlowPDB__0901": {</a:t>
            </a:r>
          </a:p>
          <a:p>
            <a:r>
              <a:t>          "A": "#2CA02C"</a:t>
            </a:r>
          </a:p>
          <a:p>
            <a:r>
              <a:t>        },</a:t>
            </a:r>
          </a:p>
          <a:p>
            <a:r>
              <a:t>        "StR82_bmr15386__ESMFlowPDB__0029": {</a:t>
            </a:r>
          </a:p>
          <a:p>
            <a:r>
              <a:t>          "A": "#2CA02C"</a:t>
            </a:r>
          </a:p>
          <a:p>
            <a:r>
              <a:t>        },</a:t>
            </a:r>
          </a:p>
          <a:p>
            <a:r>
              <a:t>        "StR82_bmr15386__SPEACHAF__0862": {</a:t>
            </a:r>
          </a:p>
          <a:p>
            <a:r>
              <a:t>          "A": "#2CA02C"</a:t>
            </a:r>
          </a:p>
          <a:p>
            <a:r>
              <a:t>        },</a:t>
            </a:r>
          </a:p>
          <a:p>
            <a:r>
              <a:t>        "StR82_bmr15386__SPEACHAF__0248": {</a:t>
            </a:r>
          </a:p>
          <a:p>
            <a:r>
              <a:t>          "A": "#D62728"</a:t>
            </a:r>
          </a:p>
          <a:p>
            <a:r>
              <a:t>        },</a:t>
            </a:r>
          </a:p>
          <a:p>
            <a:r>
              <a:t>        "StR82_bmr15386__SPEACHAF__0213": {</a:t>
            </a:r>
          </a:p>
          <a:p>
            <a:r>
              <a:t>          "A": "#D62728"</a:t>
            </a:r>
          </a:p>
          <a:p>
            <a:r>
              <a:t>        },</a:t>
            </a:r>
          </a:p>
          <a:p>
            <a:r>
              <a:t>        "StR82_bmr15386__SPEACHAF__0598": {</a:t>
            </a:r>
          </a:p>
          <a:p>
            <a:r>
              <a:t>          "A": "#D62728"</a:t>
            </a:r>
          </a:p>
          <a:p>
            <a:r>
              <a:t>        },</a:t>
            </a:r>
          </a:p>
          <a:p>
            <a:r>
              <a:t>        "StR82_bmr15386__SPEACHAF__0458": {</a:t>
            </a:r>
          </a:p>
          <a:p>
            <a:r>
              <a:t>          "A": "#D62728"</a:t>
            </a:r>
          </a:p>
          <a:p>
            <a:r>
              <a:t>        },</a:t>
            </a:r>
          </a:p>
          <a:p>
            <a:r>
              <a:t>        "StR82_bmr15386__SPEACHAF__0948": {</a:t>
            </a:r>
          </a:p>
          <a:p>
            <a:r>
              <a:t>          "A": "#D62728"</a:t>
            </a:r>
          </a:p>
          <a:p>
            <a:r>
              <a:t>        }</a:t>
            </a:r>
          </a:p>
          <a:p>
            <a:r>
              <a:t>      },</a:t>
            </a:r>
          </a:p>
          <a:p>
            <a:r>
              <a:t>      "models": [</a:t>
            </a:r>
          </a:p>
          <a:p>
            <a:r>
              <a:t>        {</a:t>
            </a:r>
          </a:p>
          <a:p>
            <a:r>
              <a:t>          "model": "StR82_bmr15386__AlphaFlowMD__0081",</a:t>
            </a:r>
          </a:p>
          <a:p>
            <a:r>
              <a:t>          "cluster_label": "C1.1",</a:t>
            </a:r>
          </a:p>
          <a:p>
            <a:r>
              <a:t>          "color": "#1f77b4",</a:t>
            </a:r>
          </a:p>
          <a:p>
            <a:r>
              <a:t>          "rank": 1,</a:t>
            </a:r>
          </a:p>
          <a:p>
            <a:r>
              <a:t>          "confidence": 98.22051239013672,</a:t>
            </a:r>
          </a:p>
          <a:p>
            <a:r>
              <a:t>          "pdb_sha256": "a859eb3c71623226cd05ab015ae552e2c433a168940c0839907adc3b2dcd3e97"</a:t>
            </a:r>
          </a:p>
          <a:p>
            <a:r>
              <a:t>        },</a:t>
            </a:r>
          </a:p>
          <a:p>
            <a:r>
              <a:t>        {</a:t>
            </a:r>
          </a:p>
          <a:p>
            <a:r>
              <a:t>          "model": "StR82_bmr15386__AlphaFlowMD__0915",</a:t>
            </a:r>
          </a:p>
          <a:p>
            <a:r>
              <a:t>          "cluster_label": "C1.1",</a:t>
            </a:r>
          </a:p>
          <a:p>
            <a:r>
              <a:t>          "color": "#1f77b4",</a:t>
            </a:r>
          </a:p>
          <a:p>
            <a:r>
              <a:t>          "rank": 2,</a:t>
            </a:r>
          </a:p>
          <a:p>
            <a:r>
              <a:t>          "confidence": 98.21137237548828,</a:t>
            </a:r>
          </a:p>
          <a:p>
            <a:r>
              <a:t>          "pdb_sha256": "3a5c16dd54fdfafc2f663aeeecccefad3fbcc630589281a718ae3bb5359b1539"</a:t>
            </a:r>
          </a:p>
          <a:p>
            <a:r>
              <a:t>        },</a:t>
            </a:r>
          </a:p>
          <a:p>
            <a:r>
              <a:t>        {</a:t>
            </a:r>
          </a:p>
          <a:p>
            <a:r>
              <a:t>          "model": "StR82_bmr15386__AlphaFlowMD__0933",</a:t>
            </a:r>
          </a:p>
          <a:p>
            <a:r>
              <a:t>          "cluster_label": "C1.1",</a:t>
            </a:r>
          </a:p>
          <a:p>
            <a:r>
              <a:t>          "color": "#1f77b4",</a:t>
            </a:r>
          </a:p>
          <a:p>
            <a:r>
              <a:t>          "rank": 3,</a:t>
            </a:r>
          </a:p>
          <a:p>
            <a:r>
              <a:t>          "confidence": 98.2086410522461,</a:t>
            </a:r>
          </a:p>
          <a:p>
            <a:r>
              <a:t>          "pdb_sha256": "c34c3e9540b17ca0e77129cb72b4afd11c33377c8c16d2e4d816c1136022883b"</a:t>
            </a:r>
          </a:p>
          <a:p>
            <a:r>
              <a:t>        },</a:t>
            </a:r>
          </a:p>
          <a:p>
            <a:r>
              <a:t>        {</a:t>
            </a:r>
          </a:p>
          <a:p>
            <a:r>
              <a:t>          "model": "StR82_bmr15386__AlphaFlowMD__0980",</a:t>
            </a:r>
          </a:p>
          <a:p>
            <a:r>
              <a:t>          "cluster_label": "C1.1",</a:t>
            </a:r>
          </a:p>
          <a:p>
            <a:r>
              <a:t>          "color": "#1f77b4",</a:t>
            </a:r>
          </a:p>
          <a:p>
            <a:r>
              <a:t>          "rank": 4,</a:t>
            </a:r>
          </a:p>
          <a:p>
            <a:r>
              <a:t>          "confidence": 98.2080307006836,</a:t>
            </a:r>
          </a:p>
          <a:p>
            <a:r>
              <a:t>          "pdb_sha256": "00a1c05dde7b7a3eecc0e755dfe2ed50d028f9964eb98d635da8c422b15a8367"</a:t>
            </a:r>
          </a:p>
          <a:p>
            <a:r>
              <a:t>        },</a:t>
            </a:r>
          </a:p>
          <a:p>
            <a:r>
              <a:t>        {</a:t>
            </a:r>
          </a:p>
          <a:p>
            <a:r>
              <a:t>          "model": "StR82_bmr15386__AlphaFlowMD__0526",</a:t>
            </a:r>
          </a:p>
          <a:p>
            <a:r>
              <a:t>          "cluster_label": "C1.1",</a:t>
            </a:r>
          </a:p>
          <a:p>
            <a:r>
              <a:t>          "color": "#1f77b4",</a:t>
            </a:r>
          </a:p>
          <a:p>
            <a:r>
              <a:t>          "rank": 5,</a:t>
            </a:r>
          </a:p>
          <a:p>
            <a:r>
              <a:t>          "confidence": 98.20590209960938,</a:t>
            </a:r>
          </a:p>
          <a:p>
            <a:r>
              <a:t>          "pdb_sha256": "68a7f19e8ed3c4c18d01979bae0d2a29d0d7f8db009ced640d4315a58439f57d"</a:t>
            </a:r>
          </a:p>
          <a:p>
            <a:r>
              <a:t>        },</a:t>
            </a:r>
          </a:p>
          <a:p>
            <a:r>
              <a:t>        {</a:t>
            </a:r>
          </a:p>
          <a:p>
            <a:r>
              <a:t>          "model": "StR82_bmr15386__ESMFlowPDB__0148",</a:t>
            </a:r>
          </a:p>
          <a:p>
            <a:r>
              <a:t>          "cluster_label": "C1.3",</a:t>
            </a:r>
          </a:p>
          <a:p>
            <a:r>
              <a:t>          "color": "#2ca02c",</a:t>
            </a:r>
          </a:p>
          <a:p>
            <a:r>
              <a:t>          "rank": 1,</a:t>
            </a:r>
          </a:p>
          <a:p>
            <a:r>
              <a:t>          "confidence": 97.87545776367188,</a:t>
            </a:r>
          </a:p>
          <a:p>
            <a:r>
              <a:t>          "pdb_sha256": "ba2ccda9f9cd24f889c80e3dbb462699161e505791cda81feb75dbef7c1aec83"</a:t>
            </a:r>
          </a:p>
          <a:p>
            <a:r>
              <a:t>        },</a:t>
            </a:r>
          </a:p>
          <a:p>
            <a:r>
              <a:t>        {</a:t>
            </a:r>
          </a:p>
          <a:p>
            <a:r>
              <a:t>          "model": "StR82_bmr15386__AlphaFlowPDB__0874",</a:t>
            </a:r>
          </a:p>
          <a:p>
            <a:r>
              <a:t>          "cluster_label": "C1.3",</a:t>
            </a:r>
          </a:p>
          <a:p>
            <a:r>
              <a:t>          "color": "#2ca02c",</a:t>
            </a:r>
          </a:p>
          <a:p>
            <a:r>
              <a:t>          "rank": 2,</a:t>
            </a:r>
          </a:p>
          <a:p>
            <a:r>
              <a:t>          "confidence": 97.48938751220705,</a:t>
            </a:r>
          </a:p>
          <a:p>
            <a:r>
              <a:t>          "pdb_sha256": "8310ce1c52bd9161f7a8cc5b125ed4e2fdc3e31c69b310e75980d0730d5d2ced"</a:t>
            </a:r>
          </a:p>
          <a:p>
            <a:r>
              <a:t>        },</a:t>
            </a:r>
          </a:p>
          <a:p>
            <a:r>
              <a:t>        {</a:t>
            </a:r>
          </a:p>
          <a:p>
            <a:r>
              <a:t>          "model": "StR82_bmr15386__AlphaFlowPDB__0901",</a:t>
            </a:r>
          </a:p>
          <a:p>
            <a:r>
              <a:t>          "cluster_label": "C1.3",</a:t>
            </a:r>
          </a:p>
          <a:p>
            <a:r>
              <a:t>          "color": "#2ca02c",</a:t>
            </a:r>
          </a:p>
          <a:p>
            <a:r>
              <a:t>          "rank": 3,</a:t>
            </a:r>
          </a:p>
          <a:p>
            <a:r>
              <a:t>          "confidence": 97.0855484008789,</a:t>
            </a:r>
          </a:p>
          <a:p>
            <a:r>
              <a:t>          "pdb_sha256": "1c0f79ff96e16894c19c6949da127455843612bda65c60326579b0946dcff1d9"</a:t>
            </a:r>
          </a:p>
          <a:p>
            <a:r>
              <a:t>        },</a:t>
            </a:r>
          </a:p>
          <a:p>
            <a:r>
              <a:t>        {</a:t>
            </a:r>
          </a:p>
          <a:p>
            <a:r>
              <a:t>          "model": "StR82_bmr15386__ESMFlowPDB__0029",</a:t>
            </a:r>
          </a:p>
          <a:p>
            <a:r>
              <a:t>          "cluster_label": "C1.3",</a:t>
            </a:r>
          </a:p>
          <a:p>
            <a:r>
              <a:t>          "color": "#2ca02c",</a:t>
            </a:r>
          </a:p>
          <a:p>
            <a:r>
              <a:t>          "rank": 4,</a:t>
            </a:r>
          </a:p>
          <a:p>
            <a:r>
              <a:t>          "confidence": 95.93079376220705,</a:t>
            </a:r>
          </a:p>
          <a:p>
            <a:r>
              <a:t>          "pdb_sha256": "8f317dbc646d33fc928f0c813eab1b16e2dbcbdb87918653c73b77585f2f5a3c"</a:t>
            </a:r>
          </a:p>
          <a:p>
            <a:r>
              <a:t>        },</a:t>
            </a:r>
          </a:p>
          <a:p>
            <a:r>
              <a:t>        {</a:t>
            </a:r>
          </a:p>
          <a:p>
            <a:r>
              <a:t>          "model": "StR82_bmr15386__SPEACHAF__0862",</a:t>
            </a:r>
          </a:p>
          <a:p>
            <a:r>
              <a:t>          "cluster_label": "C1.3",</a:t>
            </a:r>
          </a:p>
          <a:p>
            <a:r>
              <a:t>          "color": "#2ca02c",</a:t>
            </a:r>
          </a:p>
          <a:p>
            <a:r>
              <a:t>          "rank": 5,</a:t>
            </a:r>
          </a:p>
          <a:p>
            <a:r>
              <a:t>          "confidence": 89.19451233672386,</a:t>
            </a:r>
          </a:p>
          <a:p>
            <a:r>
              <a:t>          "pdb_sha256": "2fd363e0e161610d25174e749d05cdaa7e567ee83556eb2687653ef004bd2679"</a:t>
            </a:r>
          </a:p>
          <a:p>
            <a:r>
              <a:t>        },</a:t>
            </a:r>
          </a:p>
          <a:p>
            <a:r>
              <a:t>        {</a:t>
            </a:r>
          </a:p>
          <a:p>
            <a:r>
              <a:t>          "model": "StR82_bmr15386__SPEACHAF__0248",</a:t>
            </a:r>
          </a:p>
          <a:p>
            <a:r>
              <a:t>          "cluster_label": "C1.4",</a:t>
            </a:r>
          </a:p>
          <a:p>
            <a:r>
              <a:t>          "color": "#d62728",</a:t>
            </a:r>
          </a:p>
          <a:p>
            <a:r>
              <a:t>          "rank": 1,</a:t>
            </a:r>
          </a:p>
          <a:p>
            <a:r>
              <a:t>          "confidence": 85.80873450130453,</a:t>
            </a:r>
          </a:p>
          <a:p>
            <a:r>
              <a:t>          "pdb_sha256": "f594b10e4c71fceb03da99328ce8f1c7881b101e13a8796550393cef86c18acd"</a:t>
            </a:r>
          </a:p>
          <a:p>
            <a:r>
              <a:t>        },</a:t>
            </a:r>
          </a:p>
          <a:p>
            <a:r>
              <a:t>        {</a:t>
            </a:r>
          </a:p>
          <a:p>
            <a:r>
              <a:t>          "model": "StR82_bmr15386__SPEACHAF__0213",</a:t>
            </a:r>
          </a:p>
          <a:p>
            <a:r>
              <a:t>          "cluster_label": "C1.4",</a:t>
            </a:r>
          </a:p>
          <a:p>
            <a:r>
              <a:t>          "color": "#d62728",</a:t>
            </a:r>
          </a:p>
          <a:p>
            <a:r>
              <a:t>          "rank": 2,</a:t>
            </a:r>
          </a:p>
          <a:p>
            <a:r>
              <a:t>          "confidence": 85.80822153321407,</a:t>
            </a:r>
          </a:p>
          <a:p>
            <a:r>
              <a:t>          "pdb_sha256": "5338217570e8fbe8e38eb9a6f05425ff273b0c6c4c90b52b6cd301a27e3b3ef8"</a:t>
            </a:r>
          </a:p>
          <a:p>
            <a:r>
              <a:t>        },</a:t>
            </a:r>
          </a:p>
          <a:p>
            <a:r>
              <a:t>        {</a:t>
            </a:r>
          </a:p>
          <a:p>
            <a:r>
              <a:t>          "model": "StR82_bmr15386__SPEACHAF__0598",</a:t>
            </a:r>
          </a:p>
          <a:p>
            <a:r>
              <a:t>          "cluster_label": "C1.4",</a:t>
            </a:r>
          </a:p>
          <a:p>
            <a:r>
              <a:t>          "color": "#d62728",</a:t>
            </a:r>
          </a:p>
          <a:p>
            <a:r>
              <a:t>          "rank": 3,</a:t>
            </a:r>
          </a:p>
          <a:p>
            <a:r>
              <a:t>          "confidence": 85.67202119672685,</a:t>
            </a:r>
          </a:p>
          <a:p>
            <a:r>
              <a:t>          "pdb_sha256": "be01109eb2b14efd430a13db4982d2c81a41a74cdfd27dde7e49db53c9952dd6"</a:t>
            </a:r>
          </a:p>
          <a:p>
            <a:r>
              <a:t>        },</a:t>
            </a:r>
          </a:p>
          <a:p>
            <a:r>
              <a:t>        {</a:t>
            </a:r>
          </a:p>
          <a:p>
            <a:r>
              <a:t>          "model": "StR82_bmr15386__SPEACHAF__0458",</a:t>
            </a:r>
          </a:p>
          <a:p>
            <a:r>
              <a:t>          "cluster_label": "C1.4",</a:t>
            </a:r>
          </a:p>
          <a:p>
            <a:r>
              <a:t>          "color": "#d62728",</a:t>
            </a:r>
          </a:p>
          <a:p>
            <a:r>
              <a:t>          "rank": 4,</a:t>
            </a:r>
          </a:p>
          <a:p>
            <a:r>
              <a:t>          "confidence": 85.65862640021862,</a:t>
            </a:r>
          </a:p>
          <a:p>
            <a:r>
              <a:t>          "pdb_sha256": "52b937a91a43ef72c1ea016fa5d1b8f291ef927dc6ccdb008bdcc7f66e169e38"</a:t>
            </a:r>
          </a:p>
          <a:p>
            <a:r>
              <a:t>        },</a:t>
            </a:r>
          </a:p>
          <a:p>
            <a:r>
              <a:t>        {</a:t>
            </a:r>
          </a:p>
          <a:p>
            <a:r>
              <a:t>          "model": "StR82_bmr15386__SPEACHAF__0948",</a:t>
            </a:r>
          </a:p>
          <a:p>
            <a:r>
              <a:t>          "cluster_label": "C1.4",</a:t>
            </a:r>
          </a:p>
          <a:p>
            <a:r>
              <a:t>          "color": "#d62728",</a:t>
            </a:r>
          </a:p>
          <a:p>
            <a:r>
              <a:t>          "rank": 5,</a:t>
            </a:r>
          </a:p>
          <a:p>
            <a:r>
              <a:t>          "confidence": 85.61772148101815,</a:t>
            </a:r>
          </a:p>
          <a:p>
            <a:r>
              <a:t>          "pdb_sha256": "7f81f3e0ce4028451039e4e6a4f483fb7598e97db032c082d66a7111c05ef3c9"</a:t>
            </a:r>
          </a:p>
          <a:p>
            <a:r>
              <a:t>        }</a:t>
            </a:r>
          </a:p>
          <a:p>
            <a:r>
              <a:t>      ],</a:t>
            </a:r>
          </a:p>
          <a:p>
            <a:r>
              <a:t>      "directory": "group-01",</a:t>
            </a:r>
          </a:p>
          <a:p>
            <a:r>
              <a:t>      "files": {</a:t>
            </a:r>
          </a:p>
          <a:p>
            <a:r>
              <a:t>        "residue_statistics.csv": {</a:t>
            </a:r>
          </a:p>
          <a:p>
            <a:r>
              <a:t>          "bytes": 4949,</a:t>
            </a:r>
          </a:p>
          <a:p>
            <a:r>
              <a:t>          "sha256": "eadd2804a2c960da0c376f17a723b36f3c0c350ddc12eebad41fb0529ebfd2c7"</a:t>
            </a:r>
          </a:p>
          <a:p>
            <a:r>
              <a:t>        },</a:t>
            </a:r>
          </a:p>
          <a:p>
            <a:r>
              <a:t>        "aligned_models.pdb": {</a:t>
            </a:r>
          </a:p>
          <a:p>
            <a:r>
              <a:t>          "bytes": 741589,</a:t>
            </a:r>
          </a:p>
          <a:p>
            <a:r>
              <a:t>          "sha256": "29bdd1b21bcb63f439cce16275129576544b15b3cb68ab1f92c0e82cfaf0d923"</a:t>
            </a:r>
          </a:p>
          <a:p>
            <a:r>
              <a:t>        },</a:t>
            </a:r>
          </a:p>
          <a:p>
            <a:r>
              <a:t>        "ensemble.pse": {</a:t>
            </a:r>
          </a:p>
          <a:p>
            <a:r>
              <a:t>          "bytes": 1615483,</a:t>
            </a:r>
          </a:p>
          <a:p>
            <a:r>
              <a:t>          "sha256": "3b84565322085e323d9c250d374d505b615ec6faf9a6eb806430ec05df7ba309"</a:t>
            </a:r>
          </a:p>
          <a:p>
            <a:r>
              <a:t>        },</a:t>
            </a:r>
          </a:p>
          <a:p>
            <a:r>
              <a:t>        "ensemble.png": {</a:t>
            </a:r>
          </a:p>
          <a:p>
            <a:r>
              <a:t>          "bytes": 209307,</a:t>
            </a:r>
          </a:p>
          <a:p>
            <a:r>
              <a:t>          "sha256": "1c7721486005c183e7648a777f6ed4a7c398985d985fbb4c8a6596b029354505"</a:t>
            </a:r>
          </a:p>
          <a:p>
            <a:r>
              <a:t>        },</a:t>
            </a:r>
          </a:p>
          <a:p>
            <a:r>
              <a:t>        "medoid.pdb": {</a:t>
            </a:r>
          </a:p>
          <a:p>
            <a:r>
              <a:t>          "bytes": 49421,</a:t>
            </a:r>
          </a:p>
          <a:p>
            <a:r>
              <a:t>          "sha256": "fbe29940aa7d6abc5afaf447f7e386395d7380d51a8e646483485b33c6d6efa9"</a:t>
            </a:r>
          </a:p>
          <a:p>
            <a:r>
              <a:t>        }</a:t>
            </a:r>
          </a:p>
          <a:p>
            <a:r>
              <a:t>      }</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tm_group_18/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tm_group_18/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tm_group_18/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tm_group_18/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tm_group_18/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tm_group_18/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tm_group_18/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tm_group_18/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tm_group_18/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tm_group_18/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tm_group_18/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tm_group_18/slideMasters/_rels/slideMaster1.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s>
</file>

<file path=ppt/tm_group_18/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tm_group_18/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m_group_18/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m_heatmap/notesMasters/_rels/notesMaster1.xml.rels><?xml version='1.0' encoding='utf-8'?>
<Relationships xmlns="http://schemas.openxmlformats.org/package/2006/relationships"><Relationship Type="http://schemas.openxmlformats.org/officeDocument/2006/relationships/theme" Target="theme/theme3.xml" Id="Rd29673511c424d18" /></Relationships>
</file>

<file path=ppt/tm_heatmap/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tm_heatmap/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m_heatmap/notesSlides/_rels/notesSlide1.xml.rels><?xml version='1.0' encoding='utf-8'?>
<Relationships xmlns="http://schemas.openxmlformats.org/package/2006/relationships"><Relationship Type="http://schemas.openxmlformats.org/officeDocument/2006/relationships/slide" Target="../../slides/slide15.xml" Id="R0b985dec1c6a45b0" /><Relationship Type="http://schemas.openxmlformats.org/officeDocument/2006/relationships/notesMaster" Target="../notesMasters/notesMaster1.xml" Id="R26b646e87499473c" /></Relationships>
</file>

<file path=ppt/tm_heatmap/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StR82_bmr15386_largest_child</ns1:t>
            </ns1:r>
          </ns1:p>
          <ns1:p>
            <ns1:r>
              <ns1:t>Each representative minimizes mean chain-corresponded, rigid-fit Cα RMSD among only that cluster's selected models (up to five). Ties use selection order.</ns1:t>
            </ns1:r>
          </ns1:p>
          <ns1:p>
            <ns1:r>
              <ns1:t>These selected-ensemble medoids can differ from the full-cluster medoids used to align the structure slides. Those alignments and models are unchanged.</ns1:t>
            </ns1:r>
          </ns1:p>
          <ns1:p>
            <ns1:r>
              <ns1:t>TM-scores use protein Cα US-align, all chains of the first model, multimer mode for complexes, average-length normalization and the mean of both input directions. No -fast approximation. Diagonal self-similarities are 1.</ns1:t>
            </ns1:r>
          </ns1:p>
          <ns1:p>
            <ns1:r>
              <ns1:t>Cells display two decimal places. The JSON and CSV retain all reported score precision.</ns1:t>
            </ns1:r>
          </ns1:p>
          <ns1:p>
            <ns1:r>
              <ns1:t>Method: https://github.com/pylelab/USalign</ns1:t>
            </ns1:r>
          </ns1:p>
          <ns1:p>
            <ns1:r>
              <ns1:t>Source data: [private source path]</ns1:t>
            </ns1:r>
          </ns1:p>
          <ns1:p>
            <ns1:r>
              <ns1:t>{"identifier":"StR82_bmr15386_largest_child","terminal_detection":{"schema_version":1,"method":"terminal_distance_variance_and_domain_boundaries_v3","settings":{"enabled":true,"minimum_models":3,"minimum_segment_residues":3,"maximum_terminal_fraction":0.49,"minimum_distance_sd_angstrom":2,"minimum_high_variance_fraction":0.6,"robust_mad_multiplier":3,"neighbor_exclusion":3,"rigid_segment_sd_angstrom":1,"minimum_remaining_residues":10,"comparison_scope":"all_residues","preserve_rigid_segments":false,"exclude_unassigned_terminals":true,"minimum_chain_residues_for_trimming":16,"maximum_excluded_fraction":0.25},"model_count":11000,"segments":[],"excluded_indices":[],"retained_indices":[0,1,2,3,4,5,6,7,8,9,10,11,12,13,14,15,16,17,18,19,20,21,22,23,24,25,26,27,28,29,30,31,32,33,34,35,36,37,38,39,40,41,42,43,44,45,46,47,48,49,50,51,52,53,54,55,56,57,58,59,60,61,62,63,64,65,66,67,68,69,70,71,72,73,74,75,76],"chains":[{"chain":"A","sd_cutoff_angstrom":3.8830144786598466,"indices":[0,1,2,3,4,5,6,7,8,9,10,11,12,13,14,15,16,17,18,19,20,21,22,23,24,25,26,27,28,29,30,31,32,33,34,35,36,37,38,39,40,41,42,43,44,45,46,47,48,49,50,51,52,53,54,55,56,57,58,59,60,61,62,63,64,65,66,67,68,69,70,71,72,73,74,75,76],"high_variance_fractions":[0.4520547945205479,0.1111111111111111,0.07042253521126761,0.07142857142857142,0.07142857142857142,0.07142857142857142,0.07142857142857142,0.07142857142857142,0.05714285714285714,0.05714285714285714,0.07142857142857142,0.05714285714285714,0.05714285714285714,0.05714285714285714,0.05714285714285714,0.05714285714285714,0.05714285714285714,0.05714285714285714,0.05714285714285714,0.05714285714285714,0.07142857142857142,0.05714285714285714,0.05714285714285714,0.04285714285714286,0.04285714285714286,0.04285714285714286,0.04285714285714286,0.05714285714285714,0.05714285714285714,0.04285714285714286,0.05714285714285714,0.05714285714285714,0.05714285714285714,0.05714285714285714,0.05714285714285714,0.05714285714285714,0.07142857142857142,0.08571428571428572,0.08571428571428572,0.07142857142857142,0.05714285714285714,0.05714285714285714,0.07142857142857142,0.05714285714285714,0.04285714285714286,0.04285714285714286,0.07142857142857142,0.05714285714285714,0.04285714285714286,0.05714285714285714,0.05714285714285714,0.05714285714285714,0.04285714285714286,0.014285714285714285,0.02857142857142857,0.02857142857142857,0.02857142857142857,0.04285714285714286,0.04285714285714286,0.04285714285714286,0.07142857142857142,0.05714285714285714,0.05714285714285714,0.05714285714285714,0.04285714285714286,0.02857142857142857,0.014285714285714285,0.014285714285714285,0.014285714285714285,0.014285714285714285,0.014285714285714285,0.02857142857142857,0.18571428571428572,0.5,0.7605633802816901,0.8611111111111112,1],"decisions":[]}],"input_residue_keys":[["A","1"],["A","2"],["A","3"],["A","4"],["A","5"],["A","6"],["A","7"],["A","8"],["A","9"],["A","10"],["A","11"],["A","12"],["A","13"],["A","14"],["A","15"],["A","16"],["A","17"],["A","18"],["A","19"],["A","20"],["A","21"],["A","22"],["A","23"],["A","24"],["A","25"],["A","26"],["A","27"],["A","28"],["A","29"],["A","30"],["A","31"],["A","32"],["A","33"],["A","34"],["A","35"],["A","36"],["A","37"],["A","38"],["A","39"],["A","40"],["A","41"],["A","42"],["A","43"],["A","44"],["A","45"],["A","46"],["A","47"],["A","48"],["A","49"],["A","50"],["A","51"],["A","52"],["A","53"],["A","54"],["A","55"],["A","56"],["A","57"],["A","58"],["A","59"],["A","60"],["A","61"],["A","62"],["A","63"],["A","64"],["A","65"],["A","66"],["A","67"],["A","68"],["A","69"],["A","70"],["A","71"],["A","72"],["A","73"],["A","74"],["A","75"],["A","76"],["A","77"]],"interpretation":"High-variance terminal candidates; biological disorder is not established.","terminal_anchor_domains":[{"chain":"A","cores":[{"key":"domain_1","chain":"A","indices":[21,22,23,24,25,26,27,28,29,30,31,32,33,34,35,36,37,38,39,40,41,42,43,44,45,46,47,48,49,50,51,52,53],"segments":[[21,53]],"residue_keys":[["A","22"],["A","23"],["A","24"],["A","25"],["A","26"],["A","27"],["A","28"],["A","29"],["A","30"],["A","31"],["A","32"],["A","33"],["A","34"],["A","35"],["A","36"],["A","37"],["A","38"],["A","39"],["A","40"],["A","41"],["A","42"],["A","43"],["A","44"],["A","45"],["A","46"],["A","47"],["A","48"],["A","49"],["A","50"],["A","51"],["A","52"],["A","53"],["A","54"]],"within_variance_median_angstrom2":0.213301134777923,"within_variance_q90_angstrom2":0.5120010861344789}],"input_indices":[0,1,2,3,4,5,6,7,8,9,10,11,12,13,14,15,16,17,18,19,20,21,22,23,24,25,26,27,28,29,30,31,32,33,34,35,36,37,38,39,40,41,42,43,44,45,46,47,48,49,50,51,52,53,54,55,56,57,58,59,60,61,62,63,64,65,66,67,68,69,70,71,72,73,74,75,76],"settings":{"distance_sd_cutoff_angstrom":1,"minimum_core_residues":20,"minimum_core_coverage":0.7,"minimum_inter_core_variance_ratio":4,"minimum_inter_core_sd_angstrom":1,"minimum_models":3}}],"domain_evidence":{"method":"average_linkage_distance_sd_per_chain_v2","settings":{"distance_sd_cutoff_angstrom":1,"minimum_core_residues":20,"minimum_core_coverage":0.7,"minimum_inter_core_variance_ratio":4,"minimum_inter_core_sd_angstrom":1,"minimum_models":3},"core_coverage":0.42857142857142855,"cores":[{"key":"domain_1","chain":"A","indices":[21,22,23,24,25,26,27,28,29,30,31,32,33,34,35,36,37,38,39,40,41,42,43,44,45,46,47,48,49,50,51,52,53],"segments":[[21,53]],"residue_keys":[["A","22"],["A","23"],["A","24"],["A","25"],["A","26"],["A","27"],["A","28"],["A","29"],["A","30"],["A","31"],["A","32"],["A","33"],["A","34"],["A","35"],["A","36"],["A","37"],["A","38"],["A","39"],["A","40"],["A","41"],["A","42"],["A","43"],["A","44"],["A","45"],["A","46"],["A","47"],["A","48"],["A","49"],["A","50"],["A","51"],["A","52"],["A","53"],["A","54"]],"within_variance_median_angstrom2":0.213301134777923,"within_variance_q90_angstrom2":0.5120010861344789}],"unassigned_indices":[0,1,2,3,4,5,6,7,8,9,10,11,12,13,14,15,16,17,18,19,20,54,55,56,57,58,59,60,61,62,63,64,65,66,67,68,69,70,71,72,73,74,75,76]},"retention_budget_decisions":[{"chain":"A","reason":"Abstained: combined N/C exclusions exceed the 25% per-chain sequence budget.","proposed_indices":[0,1,2,3,4,5,6,7,8,9,10,11,12,13,14,15,16,17,18,19,20,54,55,56,57,58,59,60,61,62,63,64,65,66,67,68,69,70,71,72,73,74,75,76],"maximum_excluded_residues":19,"retained_chain_residues":77}],"input_feature_count":2926,"retained_feature_count":2926,"pair_mask_sha256":"1ca3878e0a2dab990619e9fa8bba7282f90ffd80f177284979e0299f9e64d09f","reference_positions":[0,1,2,3,4,5,6,7,8,9,10,11,12,13,14,15,16,17,18,19,20,21,22,23,24,25,26,27,28,29,30,31,32,33,34,35,36,37,38,39,40,41,42,43,44,45,46,47,48,49,50,51,52,53,54,55,56,57,58,59,60,61,62,63,64,65,66,67,68,69,70,71,72,73,74,75,76],"retained_reference_positions":[0,1,2,3,4,5,6,7,8,9,10,11,12,13,14,15,16,17,18,19,20,21,22,23,24,25,26,27,28,29,30,31,32,33,34,35,36,37,38,39,40,41,42,43,44,45,46,47,48,49,50,51,52,53,54,55,56,57,58,59,60,61,62,63,64,65,66,67,68,69,70,71,72,73,74,75,76],"residue_labels":["M1","S2","E3","S4","I5","V6","T7","K8","I9","I10","S11","I12","V13","Q14","E15","R16","Q17","N18","M19","D20","D21","G22","A23","P24","V25","K26","T27","R28","D29","I30","A31","D32","A33","A34","G35","L36","S37","I38","Y39","Q40","V41","R42","L43","Y44","L45","E46","Q47","L48","H49","D50","V51","G52","V53","L54","E55","K56","V57","N58","A59","G60","K61","G62","V63","P64","G65","L66","W67","R68","L69","L70","E71","H72","H73","H74","H75","H76","H77"],"mask_scope":"frozen_prediction_predecessor","comparison_model_count":10376},"alignment_inputs":[],"medoid_population":"selected_models_only","medoid_metric":"whole_complex_chain_corresponded_ca_rmsd","outlier_rejection":false,"tm_metric":"mean_bidirectional_average_length_normalized_usalign","alignment_mode":"monomer","normalization":"average_structure_length","executable":"[private source path] * US-align (Version 20241108)                                      *\n * Universal Structure Alignment of Proteins and Nucleic Acids      *\n * Reference: C Zhang, M Shine, AM Pyle, Y Zhang. (2022) Nat Methods*\n *            C Zhang, AM Pyle (2022) iScience.                     *\n * Please email comments and suggestions to zhang@zhanggroup.org    *\n ********************************************************************","options":["-mol","prot","-ter","1","-a","T"],"medoids":[{"cluster_label":"C1.1","color":"#1f77b4","model":"StR82_bmr15386__AlphaFlowMD__0933","source_path":"[private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tm_heatmap/slideLayouts/_rels/slideLayout1.xml.rels><?xml version='1.0' encoding='utf-8'?>
<Relationships xmlns="http://schemas.openxmlformats.org/package/2006/relationships"><Relationship Type="http://schemas.openxmlformats.org/officeDocument/2006/relationships/slideMaster" Target="../slideMasters/slideMaster1.xml" Id="Radc57472814f4549" /></Relationships>
</file>

<file path=ppt/tm_heatmap/slideLayouts/_rels/slideLayout2.xml.rels><?xml version='1.0' encoding='utf-8'?>
<Relationships xmlns="http://schemas.openxmlformats.org/package/2006/relationships"><Relationship Type="http://schemas.openxmlformats.org/officeDocument/2006/relationships/slideMaster" Target="../slideMasters/slideMaster1.xml" Id="R368a749fdd1b4b9c" /></Relationships>
</file>

<file path=ppt/tm_heatmap/slideLayouts/_rels/slideLayout3.xml.rels><?xml version='1.0' encoding='utf-8'?>
<Relationships xmlns="http://schemas.openxmlformats.org/package/2006/relationships"><Relationship Type="http://schemas.openxmlformats.org/officeDocument/2006/relationships/slideMaster" Target="../slideMasters/slideMaster1.xml" Id="Rad0c893a5a2a4f56" /></Relationships>
</file>

<file path=ppt/tm_heatmap/slideLayouts/_rels/slideLayout4.xml.rels><?xml version='1.0' encoding='utf-8'?>
<Relationships xmlns="http://schemas.openxmlformats.org/package/2006/relationships"><Relationship Type="http://schemas.openxmlformats.org/officeDocument/2006/relationships/slideMaster" Target="../slideMasters/slideMaster1.xml" Id="R8720411b9eab42d5" /></Relationships>
</file>

<file path=ppt/tm_heatmap/slideLayouts/_rels/slideLayout5.xml.rels><?xml version='1.0' encoding='utf-8'?>
<Relationships xmlns="http://schemas.openxmlformats.org/package/2006/relationships"><Relationship Type="http://schemas.openxmlformats.org/officeDocument/2006/relationships/slideMaster" Target="../slideMasters/slideMaster1.xml" Id="Raa6121d5f786482c" /></Relationships>
</file>

<file path=ppt/tm_heatmap/slideLayouts/_rels/slideLayout6.xml.rels><?xml version='1.0' encoding='utf-8'?>
<Relationships xmlns="http://schemas.openxmlformats.org/package/2006/relationships"><Relationship Type="http://schemas.openxmlformats.org/officeDocument/2006/relationships/slideMaster" Target="../slideMasters/slideMaster1.xml" Id="Rdfcf39ff00ff4e42" /></Relationships>
</file>

<file path=ppt/tm_heatmap/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0BCBAC-D6D6-46E8-A712-0F19E327950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6CF742-8D94-4C72-94BD-E89B1191EAA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tm_heatmap/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5B2AACE-836B-40BC-A33B-68C6DD86648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tm_heatmap/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CA9075-D165-452F-8067-D9C0A7BD9B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86EF589-B5C4-4500-A5D2-48A5EE13BE2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tm_heatmap/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172CA7-34A7-4DC0-B148-69470CB1B1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F1D88E-E32E-4108-AD2F-6380FCF416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8283A06-7FFB-498D-A070-1128E6690D4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tm_heatmap/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75A76B-D8CF-46B3-882B-F09CE9554C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06F4568-FC44-4271-A9A9-905127464C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tm_heatmap/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tm_heatmap/slideMasters/_rels/slideMaster1.xml.rels><?xml version='1.0' encoding='utf-8'?>
<Relationships xmlns="http://schemas.openxmlformats.org/package/2006/relationships"><Relationship Type="http://schemas.openxmlformats.org/officeDocument/2006/relationships/theme" Target="theme/theme2.xml" Id="Rfe2e316089ab4726" /><Relationship Type="http://schemas.openxmlformats.org/officeDocument/2006/relationships/slideLayout" Target="../slideLayouts/slideLayout1.xml" Id="R7b220e597b174c41" /><Relationship Type="http://schemas.openxmlformats.org/officeDocument/2006/relationships/slideLayout" Target="../slideLayouts/slideLayout2.xml" Id="Rd4af6834612d4448" /><Relationship Type="http://schemas.openxmlformats.org/officeDocument/2006/relationships/slideLayout" Target="../slideLayouts/slideLayout3.xml" Id="Raa687ef099d14946" /><Relationship Type="http://schemas.openxmlformats.org/officeDocument/2006/relationships/slideLayout" Target="../slideLayouts/slideLayout4.xml" Id="R5bd9e95cb27f4cd0" /><Relationship Type="http://schemas.openxmlformats.org/officeDocument/2006/relationships/slideLayout" Target="../slideLayouts/slideLayout5.xml" Id="R0574e179df504db7" /><Relationship Type="http://schemas.openxmlformats.org/officeDocument/2006/relationships/slideLayout" Target="../slideLayouts/slideLayout6.xml" Id="Rcba8fd7f6c5e4ded" /></Relationships>
</file>

<file path=ppt/tm_heatmap/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220e597b174c41"/>
    <p:sldLayoutId xmlns:r="http://schemas.openxmlformats.org/officeDocument/2006/relationships" id="2147483650" r:id="Rd4af6834612d4448"/>
    <p:sldLayoutId xmlns:r="http://schemas.openxmlformats.org/officeDocument/2006/relationships" id="2147483651" r:id="Raa687ef099d14946"/>
    <p:sldLayoutId xmlns:r="http://schemas.openxmlformats.org/officeDocument/2006/relationships" id="2147483652" r:id="R5bd9e95cb27f4cd0"/>
    <p:sldLayoutId xmlns:r="http://schemas.openxmlformats.org/officeDocument/2006/relationships" id="2147483653" r:id="R0574e179df504db7"/>
    <p:sldLayoutId xmlns:r="http://schemas.openxmlformats.org/officeDocument/2006/relationships" id="2147483654" r:id="Rcba8fd7f6c5e4d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tm_heatmap/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2_workflow-pptx-wsax_km0/notesMasters/_rels/notesMaster1.xml.rels><?xml version='1.0' encoding='utf-8'?>
<Relationships xmlns="http://schemas.openxmlformats.org/package/2006/relationships"><Relationship Type="http://schemas.openxmlformats.org/officeDocument/2006/relationships/theme" Target="theme/theme3.xml" Id="R69f7d49ce8f54ec3" /></Relationships>
</file>

<file path=ppt/workflow_addition_12_workflow-pptx-wsax_km0/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workflow_addition_12_workflow-pptx-wsax_km0/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2_workflow-pptx-wsax_km0/notesSlides/_rels/notesSlide1.xml.rels><?xml version='1.0' encoding='utf-8'?>
<Relationships xmlns="http://schemas.openxmlformats.org/package/2006/relationships"><Relationship Type="http://schemas.openxmlformats.org/officeDocument/2006/relationships/slide" Target="../../slides/slide13.xml" Id="R4d7dbcd7fc6e4f72" /><Relationship Type="http://schemas.openxmlformats.org/officeDocument/2006/relationships/notesMaster" Target="../notesMasters/notesMaster1.xml" Id="Rf6b8faaf2ae446b6" /></Relationships>
</file>

<file path=ppt/workflow_addition_12_workflow-pptx-wsax_km0/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{"ensemble_panels":[{"image":"[private source path] C1.1","crop":{"left":0.21,"top":0.18636363636363634,"right":0.3294444444444445,"bottom":0.2327272727272727},"display_width":829,"display_height":639.0000000000001,"cluster_label":"C1.1","selected_count":5},{"image":"[private source path] C1.2 (unscored medoid)","crop":{"left":0.21,"top":0.18636363636363634,"right":0.3294444444444445,"bottom":0.2327272727272727},"display_width":829,"display_height":639.0000000000001,"cluster_label":"C1.2","selected_count":1},{"image":"[private source path] C1.3","crop":{"left":0.21,"top":0.18636363636363634,"right":0.3294444444444445,"bottom":0.2327272727272727},"display_width":829,"display_height":639.0000000000001,"cluster_label":"C1.3","selected_count":5},{"image":"[private source path] C1.4","crop":{"left":0.21,"top":0.18636363636363634,"right":0.3294444444444445,"bottom":0.2327272727272727},"display_width":829,"display_height":639.0000000000001,"cluster_label":"C1.4","selected_count":5}],"caption":"Figure 12. Cluster ensembles (up to 5 models each), aligned to each full-cluster Cα RMSD medoid. Eligible models ranked by &lt;pLDDT&gt;; representative selection follows the recorded source scope. Unscored-only clusters show their unscored structural medoid without a confidence violin."}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workflow_addition_12_workflow-pptx-wsax_km0/slideLayouts/_rels/slideLayout1.xml.rels><?xml version='1.0' encoding='utf-8'?>
<Relationships xmlns="http://schemas.openxmlformats.org/package/2006/relationships"><Relationship Type="http://schemas.openxmlformats.org/officeDocument/2006/relationships/slideMaster" Target="../slideMasters/slideMaster1.xml" Id="Rb51ad9e6cac34326" /></Relationships>
</file>

<file path=ppt/workflow_addition_12_workflow-pptx-wsax_km0/slideLayouts/_rels/slideLayout2.xml.rels><?xml version='1.0' encoding='utf-8'?>
<Relationships xmlns="http://schemas.openxmlformats.org/package/2006/relationships"><Relationship Type="http://schemas.openxmlformats.org/officeDocument/2006/relationships/slideMaster" Target="../slideMasters/slideMaster1.xml" Id="R286cc7cfe2df4fb3" /></Relationships>
</file>

<file path=ppt/workflow_addition_12_workflow-pptx-wsax_km0/slideLayouts/_rels/slideLayout3.xml.rels><?xml version='1.0' encoding='utf-8'?>
<Relationships xmlns="http://schemas.openxmlformats.org/package/2006/relationships"><Relationship Type="http://schemas.openxmlformats.org/officeDocument/2006/relationships/slideMaster" Target="../slideMasters/slideMaster1.xml" Id="Ref39908fa0554b1f" /></Relationships>
</file>

<file path=ppt/workflow_addition_12_workflow-pptx-wsax_km0/slideLayouts/_rels/slideLayout4.xml.rels><?xml version='1.0' encoding='utf-8'?>
<Relationships xmlns="http://schemas.openxmlformats.org/package/2006/relationships"><Relationship Type="http://schemas.openxmlformats.org/officeDocument/2006/relationships/slideMaster" Target="../slideMasters/slideMaster1.xml" Id="Ra404d3b559954df2" /></Relationships>
</file>

<file path=ppt/workflow_addition_12_workflow-pptx-wsax_km0/slideLayouts/_rels/slideLayout5.xml.rels><?xml version='1.0' encoding='utf-8'?>
<Relationships xmlns="http://schemas.openxmlformats.org/package/2006/relationships"><Relationship Type="http://schemas.openxmlformats.org/officeDocument/2006/relationships/slideMaster" Target="../slideMasters/slideMaster1.xml" Id="R36865b79c7a64703" /></Relationships>
</file>

<file path=ppt/workflow_addition_12_workflow-pptx-wsax_km0/slideLayouts/_rels/slideLayout6.xml.rels><?xml version='1.0' encoding='utf-8'?>
<Relationships xmlns="http://schemas.openxmlformats.org/package/2006/relationships"><Relationship Type="http://schemas.openxmlformats.org/officeDocument/2006/relationships/slideMaster" Target="../slideMasters/slideMaster1.xml" Id="R3327d4c09678450e" /></Relationships>
</file>

<file path=ppt/workflow_addition_12_workflow-pptx-wsax_km0/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97114F-96B8-4A9B-9991-EFEBCE75F27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91298E3-1C4C-4BBA-804F-0DEFEFC24EE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workflow_addition_12_workflow-pptx-wsax_km0/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BD114FF-EF1F-4B53-B8CF-E830A438B09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workflow_addition_12_workflow-pptx-wsax_km0/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5AD06C-5B74-4F71-A6B3-DE1D59816D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AAF576B-4A67-436D-86A3-834D5339EE1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2_workflow-pptx-wsax_km0/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1CBF55D-DF94-4EBA-9E11-2F7D4202A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ACA868-9F42-4D5D-915F-4D5261924B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B30B01F-DF3F-4605-8842-12D48B669F0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workflow_addition_12_workflow-pptx-wsax_km0/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6E06F9-50D2-4E63-A82E-214824056E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285E74-40FB-45AD-BC1E-7F36780AAF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2_workflow-pptx-wsax_km0/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workflow_addition_12_workflow-pptx-wsax_km0/slideMasters/_rels/slideMaster1.xml.rels><?xml version='1.0' encoding='utf-8'?>
<Relationships xmlns="http://schemas.openxmlformats.org/package/2006/relationships"><Relationship Type="http://schemas.openxmlformats.org/officeDocument/2006/relationships/theme" Target="theme/theme2.xml" Id="Rdf6e4d86bdec46c5" /><Relationship Type="http://schemas.openxmlformats.org/officeDocument/2006/relationships/slideLayout" Target="../slideLayouts/slideLayout1.xml" Id="R9815f7ce02264c8e" /><Relationship Type="http://schemas.openxmlformats.org/officeDocument/2006/relationships/slideLayout" Target="../slideLayouts/slideLayout2.xml" Id="R2958cd76a3044007" /><Relationship Type="http://schemas.openxmlformats.org/officeDocument/2006/relationships/slideLayout" Target="../slideLayouts/slideLayout3.xml" Id="R0311a0e0f57b4f0e" /><Relationship Type="http://schemas.openxmlformats.org/officeDocument/2006/relationships/slideLayout" Target="../slideLayouts/slideLayout4.xml" Id="Rf859b199263e42a3" /><Relationship Type="http://schemas.openxmlformats.org/officeDocument/2006/relationships/slideLayout" Target="../slideLayouts/slideLayout5.xml" Id="R47975e6809a64f5a" /><Relationship Type="http://schemas.openxmlformats.org/officeDocument/2006/relationships/slideLayout" Target="../slideLayouts/slideLayout6.xml" Id="R8223d54f8b28461f" /></Relationships>
</file>

<file path=ppt/workflow_addition_12_workflow-pptx-wsax_km0/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15f7ce02264c8e"/>
    <p:sldLayoutId xmlns:r="http://schemas.openxmlformats.org/officeDocument/2006/relationships" id="2147483650" r:id="R2958cd76a3044007"/>
    <p:sldLayoutId xmlns:r="http://schemas.openxmlformats.org/officeDocument/2006/relationships" id="2147483651" r:id="R0311a0e0f57b4f0e"/>
    <p:sldLayoutId xmlns:r="http://schemas.openxmlformats.org/officeDocument/2006/relationships" id="2147483652" r:id="Rf859b199263e42a3"/>
    <p:sldLayoutId xmlns:r="http://schemas.openxmlformats.org/officeDocument/2006/relationships" id="2147483653" r:id="R47975e6809a64f5a"/>
    <p:sldLayoutId xmlns:r="http://schemas.openxmlformats.org/officeDocument/2006/relationships" id="2147483654" r:id="R8223d54f8b2846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workflow_addition_12_workflow-pptx-wsax_km0/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3_workflow-pptx-wsax_km0/notesMasters/_rels/notesMaster1.xml.rels><?xml version='1.0' encoding='utf-8'?>
<Relationships xmlns="http://schemas.openxmlformats.org/package/2006/relationships"><Relationship Type="http://schemas.openxmlformats.org/officeDocument/2006/relationships/theme" Target="theme/theme3.xml" Id="R175bc942d0124933" /></Relationships>
</file>

<file path=ppt/workflow_addition_13_workflow-pptx-wsax_km0/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workflow_addition_13_workflow-pptx-wsax_km0/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3_workflow-pptx-wsax_km0/notesSlides/_rels/notesSlide1.xml.rels><?xml version='1.0' encoding='utf-8'?>
<Relationships xmlns="http://schemas.openxmlformats.org/package/2006/relationships"><Relationship Type="http://schemas.openxmlformats.org/officeDocument/2006/relationships/slide" Target="../../slides/slide14.xml" Id="Rae19af9641814f49" /><Relationship Type="http://schemas.openxmlformats.org/officeDocument/2006/relationships/notesMaster" Target="../notesMasters/notesMaster1.xml" Id="R65f6470e14f942fc" /></Relationships>
</file>

<file path=ppt/workflow_addition_13_workflow-pptx-wsax_km0/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confidence_grid":{"metric":"mean_plddt","metric_label":"&lt;pLDDT&gt;","y_bounds":[50,100],"major_unit":5,"violin_series":[{"cluster_label":"C1.1","color":"#1f77b4","x":[-0.0001658408537648693,-0.00015671597029630682,-0.00013224475696184393,-0.00009965229169744219,-0.00006705652301978552,-0.000040295001824391854,-0.000021628183508708812,-0.00001039098293011091,-0.000004551165145416498,-0.000002096188951697697,-0.0000018001416894093082,-0.0000034908742934922055,-0.000008075846318018627,-0.00001737346749941577,-0.000033532301473085316,-0.000057824782723833035,-0.00008905071182151854,-0.00012246708749802875,-0.00015041391070938075,-0.00016502505015144608,-0.00016187460476636787,-0.00014238919526411402,-0.00011348121863479428,-0.00008475778762330551,-0.00006515721587714878,-0.000060712258351211285,-0.00007381145936599159,-0.00010335171534638711,-0.00014536071342479982,-0.00019433946109303975,-0.0002455424479604797,-0.00029746846477775573,-0.0003530095271717023,-0.00041803321792933625,-0.0004975398655779347,-0.0005909824279580763,-0.0006891265174114336,-0.0007746727781919338,-0.0008274731042823539,-0.0008325953794337839,-0.0007870823964295698,-0.0007012371463130397,-0.0005934756141287174,-0.00048209245708400323,-0.0003791410379477639,-0.0002894860438364717,-0.0002139870911286203,-0.00015328907197985497,-0.00010943294757436044,-0.00008494858547329234,-0.00008077561562658706,-0.00009444323833072244,-0.00011936933858026157,-0.00014579925125630917,-0.00016353054181185732,-0.00016563394830452637,-0.00015137017064717685,-0.0001266028570375723,-0.00010153250262473749,-0.00008732748061496003,-0.00009378244517290713,-0.0001294047299739356,-0.00020440801686206152,-0.0003367160293163883,-0.0005608318345822076,-0.0009385760446437786,-0.0015692710090307385,-0.0025956829026347224,-0.004201828415790197,-0.0066008754461441945,-0.0100172691625952,-0.014675884228047928,-0.02081620486121091,-0.02874335949967579,-0.038910386913344815,-0.052008254991034376,-0.0690297175251149,-0.09126112764087367,-0.12013256188792008,-0.1568453736888217,-0.20175547300099259,-0.25364423374756395,-0.30918257763290075,-0.36295242968218805,-0.4082576414260138,-0.4386784191139121,-0.45,-0.44186073855019536,-0.41832135622133115,-0.3867437224511588,-0.35503898333846523,-0.32833688271642797,-0.3068226419432453,-0.28616060694997064,-0.260460920276949,-0.22604693072698545,-0.18369889834662273,-0.13815016988139006,-0.09552126245151153,-0.06055335304638214,-0.03518233699448633,-0.018758015054517393,-0.009196316676318253,-0.004156197385591068,-0.0017394610359307433,-0.0006893787718011147,-0.0002985083394956394,-0.00023538868677943787,-0.00040651757711562684,-0.0008898014256277527,-0.001936531802191279,-0.004026113932409111,-0.007949669531225672,-0.014881915021236966,-0.026374663266013593,-0.04418606478809047,-0.06988050064207652,-0.10422638521005426,-0.14657021070458187,-0.19448289864789467,-0.24392350908679414,-0.28989899266203206,-0.3272869875421334,-0.35144548012532506,-0.35858539567915904,-0.34629292593930033,-0.3144951995074569,-0.2664708427427803,0.2664708427427803,0.3144951995074569,0.34629292593930033,0.35858539567915904,0.35144548012532506,0.3272869875421334,0.28989899266203206,0.24392350908679414,0.19448289864789467,0.14657021070458187,0.10422638521005426,0.06988050064207652,0.04418606478809047,0.026374663266013593,0.014881915021236966,0.007949669531225672,0.004026113932409111,0.001936531802191279,0.0008898014256277527,0.00040651757711562684,0.00023538868677943787,0.0002985083394956394,0.0006893787718011147,0.0017394610359307433,0.004156197385591068,0.009196316676318253,0.018758015054517393,0.03518233699448633,0.06055335304638214,0.09552126245151153,0.13815016988139006,0.18369889834662273,0.22604693072698545,0.260460920276949,0.28616060694997064,0.3068226419432453,0.32833688271642797,0.35503898333846523,0.3867437224511588,0.41832135622133115,0.44186073855019536,0.45,0.4386784191139121,0.4082576414260138,0.36295242968218805,0.30918257763290075,0.25364423374756395,0.20175547300099259,0.1568453736888217,0.12013256188792008,0.09126112764087367,0.0690297175251149,0.052008254991034376,0.038910386913344815,0.02874335949967579,0.02081620486121091,0.014675884228047928,0.0100172691625952,0.0066008754461441945,0.004201828415790197,0.0025956829026347224,0.0015692710090307385,0.0009385760446437786,0.0005608318345822076,0.0003367160293163883,0.00020440801686206152,0.0001294047299739356,0.00009378244517290713,0.00008732748061496003,0.00010153250262473749,0.0001266028570375723,0.00015137017064717685,0.00016563394830452637,0.00016353054181185732,0.00014579925125630917,0.00011936933858026157,0.00009444323833072244,0.00008077561562658706,0.00008494858547329234,0.00010943294757436044,0.00015328907197985497,0.0002139870911286203,0.0002894860438364717,0.0003791410379477639,0.00048209245708400323,0.0005934756141287174,0.0007012371463130397,0.0007870823964295698,0.0008325953794337839,0.0008274731042823539,0.0007746727781919338,0.0006891265174114336,0.0005909824279580763,0.0004975398655779347,0.00041803321792933625,0.0003530095271717023,0.00029746846477775573,0.0002455424479604797,0.00019433946109303975,0.00014536071342479982,0.00010335171534638711,0.00007381145936599159,0.000060712258351211285,0.00006515721587714878,0.00008475778762330551,0.00011348121863479428,0.00014238919526411402,0.00016187460476636787,0.00016502505015144608,0.00015041391070938075,0.00012246708749802875,0.00008905071182151854,0.000057824782723833035,0.000033532301473085316,0.00001737346749941577,0.000008075846318018627,0.0000034908742934922055,0.0000018001416894093082,0.000002096188951697697,0.000004551165145416498,0.00001039098293011091,0.000021628183508708812,0.000040295001824391854,0.00006705652301978552,0.00009965229169744219,0.00013224475696184393,0.00015671597029630682,0.0001658408537648693,-0.0001658408537648693],"y":[51.96987012987013,52.33404841538404,52.69822670089795,53.06240498641186,53.42658327192577,53.79076155743968,54.15493984295359,54.519118128467504,54.88329641398141,55.24747469949532,55.61165298500923,55.975831270523145,56.34000955603705,56.70418784155096,57.06836612706487,57.432544412578785,57.796722698092694,58.1609009836066,58.52507926912051,58.889257554634426,59.253435840148335,59.61761412566224,59.98179241117615,60.34597069669006,60.710148982203975,61.074327267717884,61.43850555323179,61.80268383874571,62.166862124259616,62.531040409773524,62.89521869528743,63.25939698080134,63.62357526631526,63.987753551829165,64.35193183734307,64.71611012285699,65.08028840837089,65.4444666938848,65.80864497939872,66.17282326491262,66.53700155042654,66.90117983594044,67.26535812145436,67.62953640696827,67.99371469248217,68.35789297799609,68.72207126351,69.0862495490239,69.45042783453782,69.81460612005174,70.17878440556564,70.54296269107955,70.90714097659345,71.27131926210737,71.63549754762127,71.99967583313519,72.3638541186491,72.728032404163,73.09221068967692,73.45638897519083,73.82056726070473,74.18474554621865,74.54892383173257,74.91310211724647,75.27728040276038,75.64145868827428,76.0056369737882,76.3698152593021,76.73399354481602,77.09817183032993,77.46235011584383,77.82652840135775,78.19070668687166,78.55488497238557,78.91906325789948,79.2832415434134,79.6474198289273,80.01159811444121,80.37577639995513,80.73995468546903,81.10413297098295,81.46831125649685,81.83248954201076,82.19666782752466,82.56084611303858,82.9250243985525,83.2892026840664,83.65338096958031,84.01755925509423,84.38173754060813,84.74591582612204,85.11009411163596,85.47427239714986,85.83845068266378,86.20262896817769,86.5668072536916,86.9309855392055,87.29516382471941,87.65934211023333,88.02352039574723,88.38769868126114,88.75187696677506,89.11605525228896,89.48023353780287,89.84441182331679,90.20859010883069,90.5727683943446,90.93694667985852,91.30112496537242,91.66530325088632,92.02948153640025,92.39365982191416,92.75783810742806,93.12201639294197,93.48619467845589,93.85037296396979,94.2145512494837,94.57872953499762,94.94290782051152,95.30708610602544,95.67126439153935,96.03544267705325,96.39962096256717,96.76379924808109,97.12797753359499,97.49215581910889,97.85633410462282,98.22051239013672,98.22051239013672,97.85633410462282,97.49215581910889,97.12797753359499,96.76379924808109,96.39962096256717,96.03544267705325,95.67126439153935,95.30708610602544,94.94290782051152,94.57872953499762,94.2145512494837,93.85037296396979,93.48619467845589,93.12201639294197,92.75783810742806,92.39365982191416,92.02948153640025,91.66530325088632,91.30112496537242,90.93694667985852,90.5727683943446,90.20859010883069,89.84441182331679,89.48023353780287,89.11605525228896,88.75187696677506,88.38769868126114,88.02352039574723,87.65934211023333,87.29516382471941,86.9309855392055,86.5668072536916,86.20262896817769,85.83845068266378,85.47427239714986,85.11009411163596,84.74591582612204,84.38173754060813,84.01755925509423,83.65338096958031,83.2892026840664,82.9250243985525,82.56084611303858,82.19666782752466,81.83248954201076,81.46831125649685,81.10413297098295,80.73995468546903,80.37577639995513,80.01159811444121,79.6474198289273,79.2832415434134,78.91906325789948,78.55488497238557,78.19070668687166,77.82652840135775,77.46235011584383,77.09817183032993,76.73399354481602,76.3698152593021,76.0056369737882,75.64145868827428,75.27728040276038,74.91310211724647,74.54892383173257,74.18474554621865,73.82056726070473,73.45638897519083,73.09221068967692,72.728032404163,72.3638541186491,71.99967583313519,71.63549754762127,71.27131926210737,70.90714097659345,70.54296269107955,70.17878440556564,69.81460612005174,69.45042783453782,69.0862495490239,68.72207126351,68.35789297799609,67.99371469248217,67.62953640696827,67.26535812145436,66.90117983594044,66.53700155042654,66.17282326491262,65.80864497939872,65.4444666938848,65.08028840837089,64.71611012285699,64.35193183734307,63.987753551829165,63.62357526631526,63.25939698080134,62.89521869528743,62.531040409773524,62.166862124259616,61.80268383874571,61.43850555323179,61.074327267717884,60.710148982203975,60.34597069669006,59.98179241117615,59.61761412566224,59.253435840148335,58.889257554634426,58.52507926912051,58.1609009836066,57.796722698092694,57.432544412578785,57.06836612706487,56.70418784155096,56.34000955603705,55.975831270523145,55.61165298500923,55.24747469949532,54.88329641398141,54.519118128467504,54.15493984295359,53.79076155743968,53.42658327192577,53.06240498641186,52.69822670089795,52.33404841538404,51.96987012987013,51.96987012987013],"scored_count":8340,"cluster_size":9870},{"cluster_label":"C1.3","color":"#2ca02c","x":[0.5728461106889646,0.5661737393972874,0.5605968858563463,0.5561600937588471,0.5528990548896021,0.550840131186981,0.55,0.5503854292134689,0.551993186478154,0.5548100842448602,0.55881315972235,0.5639699863219794,0.5702391106790041,0.577570607011405,0.5859067384471677,0.5951827130697818,0.6053275208414957,0.6162648362984204,0.6279139709953749,0.6401908591261037,0.6530090595607354,0.6662807577217342,0.679917751247203,0.6938324042425095,0.707938556066235,0.7221523719961727,0.7363931247320015,0.7505838974660246,0.7646522011423664,0.7785305004779774,0.792156645286142,0.8054742055775298,0.8184327107712609,0.8309877950895004,0.8431012527997326,0.8547410083810946,0.8658810079034416,0.8765010389053414,0.8865864868317324,0.8961280366417587,0.9051213285265002,0.913566576794587,0.9214681609053619,0.9288341973726053,0.9356761008482193,0.9420081421482303,0.9478470103279086,0.9532113851741042,0.9581215256861901,0.9625988792864494,0.9666657156589461,0.9703447882834552,0.9736590259260323,0.9766312555857638,0.9792839576907808,0.9816390536955226,0.9837177256624456,0.9855402669191224,0.9871259624677444,0.9884929974879197,0.9896583920129263,0.9906379596701712,0.9914462882531494,0.9920967398283448,0.9926014680692791,0.9929714505438931,0.9932165337531822,0.9933454888211247,0.9933660758614165,0.9932851151887724,0.9931085636956057,0.9928415948734297,0.9924886811177375,0.9920536771115461,0.991539903233055,0.9909502280745309,0.9902871492907274,0.9895528721146339,0.9887493849853926,0.9878785318274932,0.9869420806019618,0.985941787819552,0.9848794587635764,0.983757003216805,0.9825764865237835,0.981340175848104,0.9800505815047609,0.9787104932620224,0.9773230115165361,0.9758915732510048,0.9744199726870874,0.9729123765485586,0.9713733338525775,0.9698077801514999,0.9682210361553311,0.9666188006768706,0.9650071378589676,0.9633924586670748,0.961781496661248,0.9601812781004889,0.958599086479177,0.9570424216503323,0.9555189537532898,0.9540364722334104,0.9526028303176937,0.9512258853912333,0.9499134358036397,0.9486731547198106,0.9475125217134355,0.946438752881835,0.9454587303344698,0.9445789319719501,0.9438053625249215,0.943143486860192,0.942598166582547,0.9421736009628519,0.9418732732046571,0.9416999030215345,0.9416554064352676,0.9417408636209486,0.9419564955197812,0.9423016498154437,0.9427747967273437,0.9433735349167484,0.9440946076328814,0.9449339290493837,0.9458866205611532,0.9469470566318091,1.053052943368191,1.0541133794388469,1.0550660709506163,1.0559053923671187,1.0566264650832515,1.0572252032726563,1.0576983501845563,1.0580435044802188,1.0582591363790514,1.0583445935647324,1.0583000969784655,1.058126726795343,1.0578263990371481,1.057401833417453,1.056856513139808,1.0561946374750784,1.0554210680280498,1.05454126966553,1.053561247118165,1.0524874782865645,1.0513268452801894,1.0500865641963602,1.0487741146087668,1.0473971696823063,1.0459635277665895,1.0444810462467102,1.0429575783496676,1.0414009135208229,1.039818721899511,1.038218503338752,1.0366075413329252,1.0349928621410325,1.0333811993231294,1.031778963844669,1.0301922198485,1.0286266661474224,1.0270876234514414,1.0255800273129128,1.0241084267489953,1.022676988483464,1.0212895067379777,1.0199494184952391,1.018659824151896,1.0174235134762166,1.016242996783195,1.0151205412364235,1.014058212180448,1.0130579193980382,1.0121214681725068,1.0112506150146074,1.0104471278853662,1.0097128507092725,1.009049771925469,1.008460096766945,1.0079463228884538,1.0075113188822624,1.0071584051265703,1.0068914363043941,1.0067148848112277,1.0066339241385835,1.0066545111788754,1.0067834662468178,1.0070285494561069,1.007398531930721,1.0079032601716553,1.0085537117468506,1.009362040329829,1.0103416079870737,1.0115070025120803,1.0128740375322556,1.0144597330808776,1.0162822743375544,1.0183609463044774,1.0207160423092192,1.023368744414236,1.0263409740739677,1.029655211716545,1.033334284341054,1.0374011207135507,1.0418784743138099,1.0467886148258958,1.0521529896720914,1.0579918578517697,1.0643238991517807,1.0711658026273947,1.0785318390946381,1.086433423205413,1.0948786714735,1.1038719633582414,1.1134135131682676,1.1234989610946586,1.1341189920965584,1.1452589916189053,1.1568987472002674,1.1690122049104996,1.1815672892287392,1.1945257944224703,1.207843354713858,1.2214694995220226,1.2353477988576336,1.2494161025339754,1.2636068752679985,1.2778476280038273,1.292061443933765,1.3061675957574905,1.320082248752797,1.3337192422782658,1.3469909404392646,1.3598091408738964,1.372086029004625,1.3837351637015796,1.3946724791585043,1.4048172869302182,1.4140932615528323,1.4224293929885952,1.4297608893209959,1.4360300136780206,1.44118684027765,1.4451899157551398,1.448006813521846,1.449614570786531,1.45,1.449159868813019,1.4471009451103978,1.4438399062411529,1.4394031141436536,1.4338262606027126,1.4271538893110354,0.5728461106889646],"y":[88.06144515489329,88.1387208447262,88.2159965345591,88.293272224392,88.3705479142249,88.4478236040578,88.5250992938907,88.6023749837236,88.67965067355651,88.75692636338941,88.83420205322231,88.91147774305522,88.98875343288812,89.06602912272102,89.14330481255392,89.22058050238682,89.29785619221973,89.37513188205263,89.45240757188553,89.52968326171843,89.60695895155133,89.68423464138424,89.76151033121714,89.83878602105004,89.91606171088294,89.99333740071584,90.07061309054875,90.14788878038165,90.22516447021455,90.30244016004745,90.37971584988036,90.45699153971326,90.53426722954616,90.61154291937906,90.68881860921196,90.76609429904487,90.84336998887777,90.92064567871067,90.99792136854357,91.07519705837647,91.15247274820938,91.22974843804228,91.30702412787518,91.38429981770808,91.46157550754099,91.53885119737389,91.61612688720679,91.69340257703969,91.7706782668726,91.8479539567055,91.9252296465384,92.0025053363713,92.0797810262042,92.1570567160371,92.23433240587,92.31160809570291,92.38888378553581,92.46615947536871,92.54343516520161,92.62071085503452,92.69798654486743,92.77526223470034,92.85253792453324,92.92981361436614,93.00708930419904,93.08436499403194,93.16164068386485,93.23891637369775,93.31619206353065,93.39346775336355,93.47074344319645,93.54801913302936,93.62529482286226,93.70257051269516,93.77984620252806,93.85712189236096,93.93439758219387,94.01167327202677,94.08894896185967,94.16622465169257,94.24350034152548,94.32077603135838,94.39805172119128,94.47532741102418,94.55260310085708,94.62987879068999,94.70715448052289,94.78443017035579,94.86170586018869,94.9389815500216,95.0162572398545,95.0935329296874,95.1708086195203,95.2480843093532,95.3253599991861,95.40263568901901,95.47991137885191,95.55718706868481,95.63446275851771,95.71173844835062,95.78901413818352,95.86628982801642,95.94356551784932,96.02084120768222,96.09811689751513,96.17539258734803,96.25266827718093,96.32994396701383,96.40721965684673,96.48449534667964,96.56177103651254,96.63904672634544,96.71632241617834,96.79359810601125,96.87087379584415,96.94814948567705,97.02542517550995,97.10270086534285,97.17997655517576,97.25725224500866,97.33452793484156,97.41180362467446,97.48907931450736,97.56635500434027,97.64363069417317,97.72090638400607,97.79818207383897,97.87545776367188,97.87545776367188,97.79818207383897,97.72090638400607,97.64363069417317,97.56635500434027,97.48907931450736,97.41180362467446,97.33452793484156,97.25725224500866,97.17997655517576,97.10270086534285,97.02542517550995,96.94814948567705,96.87087379584415,96.79359810601125,96.71632241617834,96.63904672634544,96.56177103651254,96.48449534667964,96.40721965684673,96.32994396701383,96.25266827718093,96.17539258734803,96.09811689751513,96.02084120768222,95.94356551784932,95.86628982801642,95.78901413818352,95.71173844835062,95.63446275851771,95.55718706868481,95.47991137885191,95.40263568901901,95.3253599991861,95.2480843093532,95.1708086195203,95.0935329296874,95.0162572398545,94.9389815500216,94.86170586018869,94.78443017035579,94.70715448052289,94.62987879068999,94.55260310085708,94.47532741102418,94.39805172119128,94.32077603135838,94.24350034152548,94.16622465169257,94.08894896185967,94.01167327202677,93.93439758219387,93.85712189236096,93.77984620252806,93.70257051269516,93.62529482286226,93.54801913302936,93.47074344319645,93.39346775336355,93.31619206353065,93.23891637369775,93.16164068386485,93.08436499403194,93.00708930419904,92.92981361436614,92.85253792453324,92.77526223470034,92.69798654486743,92.62071085503452,92.54343516520161,92.46615947536871,92.38888378553581,92.31160809570291,92.23433240587,92.1570567160371,92.0797810262042,92.0025053363713,91.9252296465384,91.8479539567055,91.7706782668726,91.69340257703969,91.61612688720679,91.53885119737389,91.46157550754099,91.38429981770808,91.30702412787518,91.22974843804228,91.15247274820938,91.07519705837647,90.99792136854357,90.92064567871067,90.84336998887777,90.76609429904487,90.68881860921196,90.61154291937906,90.53426722954616,90.45699153971326,90.37971584988036,90.30244016004745,90.22516447021455,90.14788878038165,90.07061309054875,89.99333740071584,89.91606171088294,89.83878602105004,89.76151033121714,89.68423464138424,89.60695895155133,89.52968326171843,89.45240757188553,89.37513188205263,89.29785619221973,89.22058050238682,89.14330481255392,89.06602912272102,88.98875343288812,88.91147774305522,88.83420205322231,88.75692636338941,88.67965067355651,88.6023749837236,88.5250992938907,88.4478236040578,88.3705479142249,88.293272224392,88.2159965345591,88.1387208447262,88.06144515489329,88.06144515489329],"scored_count":32,"cluster_size":32},{"cluster_label":"C1.4","color":"#d62728","x":[1.971499824689152,1.971583313831437,1.9718324004044376,1.9722427173993569,1.9728071303240378,1.973515941260487,1.97435716293872,1.9753168517154143,1.9763794861753416,1.9775283765590772,1.9787460894198674,1.9800148718413493,1.9813170601793264,1.9826354595603874,1.9839536821804304,1.985256434675438,1.986529747348329,1.9877611406866222,1.988939727257451,1.9900562495925365,1.9911030569687793,1.992074025967125,1.9929644312969739,1.9937707745772737,1.994490579565946,1.9951221627468538,1.9956643882567116,1.996116415914166,1.9964774506576637,1.9967465010662995,1.9969221538830446,1.9970023706286433,1.9969843115216832,1.996864191028043,1.9966371684605613,1.9962972761360263,1.9958373866619252,1.995249219956116,1.9945233895850751,1.9936494869317913,1.9926162005729735,1.9914114670698224,1.9900226481852572,1.9884367283771287,1.9866405253409904,1.984620905459592,1.982364995339624,1.979860380262552,1.97709528042339,1.9740586963446705,1.970740515877703,1.967131576756402,1.9632236807346406,1.9590095578619795,1.9544827823426791,1.949637644550161,1.944468986972171,1.9389720149569851,1.9331420959195649,1.9269745629506345,1.9204645403659621,1.913606809478147,1.9063957326503103,1.8988252524290516,1.890888980240242,1.8825803858131553,1.8738930942829457,1.864821292973618,1.855360244393339,1.8455068962314076,1.8352605734019916,1.8246237317160159,1.8136027478555143,1.8022087162302018,1.790458220241893,1.7783740436520672,1.7659857872792846,1.7533303572298098,1.7404522933123738,1.7274039101782672,1.7142452289714698,1.701043683728806,1.6878735942416299,1.6748154053318445,1.6619547012190377,1.6493810125323114,1.6371864421944666,1.625464144502145,1.614306698862064,1.6038044254552224,1.594043694249402,1.585105280982512,1.577062823783578,1.5699814318639342,1.5639164931889746,1.5589127213368081,1.5550034730966455,1.5522103581065814,1.5505431504335814,1.55,1.5505679297565869,1.5522235931094874,1.5549342559266863,1.5586589590194015,1.563349810763596,1.5689533558188469,1.5754119648915341,1.5826651921917465,1.590651051503779,1.599307168332088,1.6085717739748344,1.618384517092215,1.628687078791641,1.6394235878406713,1.6505408427510204,1.6619883566208717,1.6737182483300923,1.6856850096167328,1.6978451815126452,1.7101569754968207,1.7225798745823786,1.735074247542137,1.7476010058489195,1.7601213279831218,1.7725964699060077,1.7849876741008095,1.7972561830243388,1.8093633564437872,2.190636643556213,2.2027438169756612,2.2150123258991905,2.2274035300939925,2.239878672016878,2.2523989941510805,2.264925752457863,2.2774201254176214,2.2898430245031793,2.302154818487355,2.3143149903832674,2.326281751669908,2.3380116433791285,2.3494591572489796,2.3605764121593285,2.371312921208359,2.381615482907785,2.3914282260251656,2.400692831667912,2.4093489484962207,2.4173348078082535,2.424588035108466,2.431046644181153,2.436650189236404,2.4413410409805985,2.4450657440733137,2.4477764068905126,2.449432070243413,2.45,2.4494568495664186,2.4477896418934186,2.4449965269033545,2.441087278663192,2.436083506811025,2.4300185681360658,2.422937176216422,2.414894719017488,2.405956305750598,2.3961955745447776,2.385693301137936,2.374535855497855,2.3628135578055334,2.350618987467689,2.3380452987809623,2.3251845946681553,2.31212640575837,2.2989563162711937,2.28575477102853,2.272596089821733,2.259547706687626,2.24666964277019,2.2340142127207154,2.221625956347933,2.209541779758107,2.1977912837697984,2.1863972521444857,2.175376268283984,2.1647394265980084,2.1544931037685924,2.144639755606661,2.1351787070263817,2.1261069057170543,2.117419614186845,2.109111019759758,2.101174747570948,2.0936042673496895,2.0863931905218527,2.079535459634038,2.0730254370493655,2.066857904080435,2.061027985043015,2.055531013027829,2.0503623554498387,2.045517217657321,2.0409904421380207,2.036776319265359,2.032868423243598,2.029259484122297,2.0259413036553293,2.02290471957661,2.020139619737448,2.017635004660376,2.0153790945404078,2.0133594746590093,2.0115632716228715,2.009977351814743,2.008588532930178,2.0073837994270267,2.0063505130682087,2.0054766104149246,2.004750780043884,2.0041626133380746,2.0037027238639737,2.0033628315394387,2.003135808971957,2.0030156884783166,2.002997629371357,2.0030778461169554,2.0032534989337005,2.0035225493423363,2.003883584085834,2.0043356117432882,2.0048778372531464,2.005509420434054,2.0062292254227265,2.007035568703026,2.007925974032875,2.0088969430312207,2.0099437504074635,2.011060272742549,2.0122388593133778,2.013470252651671,2.014743565324562,2.0160463178195696,2.0173645404396128,2.0186829398206734,2.0199851281586505,2.021253910580133,2.022471623440923,2.0236205138246586,2.024683148284586,2.02564283706128,2.026484058739513,2.0271928696759622,2.027757282600643,2.0281675995955624,2.028416686168563,2.028500175310848,1.971499824689152],"y":[83.76883116883117,83.78489339979552,83.80095563075989,83.81701786172424,83.8330800926886,83.84914232365296,83.8652045546173,83.88126678558167,83.89732901654602,83.91339124751039,83.92945347847474,83.94551570943909,83.96157794040346,83.97764017136781,83.99370240233218,84.00976463329653,84.02582686426088,84.04188909522524,84.0579513261896,84.07401355715396,84.09007578811831,84.10613801908266,84.12220025004703,84.13826248101138,84.15432471197575,84.1703869429401,84.18644917390445,84.20251140486882,84.21857363583317,84.23463586679753,84.25069809776188,84.26676032872624,84.2828225596906,84.29888479065495,84.31494702161932,84.33100925258367,84.34707148354802,84.36313371451239,84.37919594547674,84.3952581764411,84.41132040740546,84.4273826383698,84.44344486933417,84.45950710029852,84.47556933126289,84.49163156222724,84.50769379319159,84.52375602415596,84.53981825512031,84.55588048608467,84.57194271704903,84.58800494801338,84.60406717897774,84.6201294099421,84.63619164090646,84.65225387187081,84.66831610283516,84.68437833379953,84.70044056476388,84.71650279572825,84.7325650266926,84.74862725765695,84.76468948862131,84.78075171958567,84.79681395055003,84.81287618151438,84.82893841247875,84.8450006434431,84.86106287440745,84.87712510537182,84.89318733633617,84.90924956730053,84.92531179826489,84.94137402922924,84.9574362601936,84.97349849115795,84.98956072212232,85.00562295308667,85.02168518405102,85.03774741501539,85.05380964597974,85.0698718769441,85.08593410790846,85.10199633887281,85.11805856983717,85.13412080080153,85.15018303176589,85.16624526273024,85.1823074936946,85.19836972465896,85.21443195562331,85.23049418658768,85.24655641755203,85.26261864851638,85.27868087948075,85.2947431104451,85.31080534140946,85.32686757237381,85.34292980333817,85.35899203430253,85.37505426526688,85.39111649623125,85.4071787271956,85.42324095815995,85.43930318912432,85.45536542008867,85.47142765105303,85.48748988201739,85.50355211298174,85.5196143439461,85.53567657491045,85.55173880587482,85.56780103683917,85.58386326780352,85.59992549876789,85.61598772973224,85.6320499606966,85.64811219166096,85.66417442262531,85.68023665358967,85.69629888455403,85.71236111551839,85.72842334648274,85.7444855774471,85.76054780841146,85.77661003937581,85.79267227034018,85.80873450130453,85.80873450130453,85.79267227034018,85.77661003937581,85.76054780841146,85.7444855774471,85.72842334648274,85.71236111551839,85.69629888455403,85.68023665358967,85.66417442262531,85.64811219166096,85.6320499606966,85.61598772973224,85.59992549876789,85.58386326780352,85.56780103683917,85.55173880587482,85.53567657491045,85.5196143439461,85.50355211298174,85.48748988201739,85.47142765105303,85.45536542008867,85.43930318912432,85.42324095815995,85.4071787271956,85.39111649623125,85.37505426526688,85.35899203430253,85.34292980333817,85.32686757237381,85.31080534140946,85.2947431104451,85.27868087948075,85.26261864851638,85.24655641755203,85.23049418658768,85.21443195562331,85.19836972465896,85.1823074936946,85.16624526273024,85.15018303176589,85.13412080080153,85.11805856983717,85.10199633887281,85.08593410790846,85.0698718769441,85.05380964597974,85.03774741501539,85.02168518405102,85.00562295308667,84.98956072212232,84.97349849115795,84.9574362601936,84.94137402922924,84.92531179826489,84.90924956730053,84.89318733633617,84.87712510537182,84.86106287440745,84.8450006434431,84.82893841247875,84.81287618151438,84.79681395055003,84.78075171958567,84.76468948862131,84.74862725765695,84.7325650266926,84.71650279572825,84.70044056476388,84.68437833379953,84.66831610283516,84.65225387187081,84.63619164090646,84.6201294099421,84.60406717897774,84.58800494801338,84.57194271704903,84.55588048608467,84.53981825512031,84.52375602415596,84.50769379319159,84.49163156222724,84.47556933126289,84.45950710029852,84.44344486933417,84.4273826383698,84.41132040740546,84.3952581764411,84.37919594547674,84.36313371451239,84.34707148354802,84.33100925258367,84.31494702161932,84.29888479065495,84.2828225596906,84.26676032872624,84.25069809776188,84.23463586679753,84.21857363583317,84.20251140486882,84.18644917390445,84.1703869429401,84.15432471197575,84.13826248101138,84.12220025004703,84.10613801908266,84.09007578811831,84.07401355715396,84.0579513261896,84.04188909522524,84.02582686426088,84.00976463329653,83.99370240233218,83.97764017136781,83.96157794040346,83.94551570943909,83.92945347847474,83.91339124751039,83.89732901654602,83.88126678558167,83.8652045546173,83.84914232365296,83.8330800926886,83.81701786172424,83.80095563075989,83.78489339979552,83.76883116883117,83.76883116883117],"scored_count":26,"cluster_size":26}],"selected":[{"model":"StR82_bmr15386__AlphaFlowMD__0081","source_path":"[private source path] 13. Cluster confidence distributions. Colored outlines show eligible cluster members with confidence scores; black dots mark the displayed models. Eligible models ranked by &lt;pLDDT&gt;; representative selection follows the recorded source scope. Unscored-only clusters show their unscored structural medoid without a confidence violin."}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workflow_addition_13_workflow-pptx-wsax_km0/slideLayouts/_rels/slideLayout1.xml.rels><?xml version='1.0' encoding='utf-8'?>
<Relationships xmlns="http://schemas.openxmlformats.org/package/2006/relationships"><Relationship Type="http://schemas.openxmlformats.org/officeDocument/2006/relationships/slideMaster" Target="../slideMasters/slideMaster1.xml" Id="R346c954263fa4c77" /></Relationships>
</file>

<file path=ppt/workflow_addition_13_workflow-pptx-wsax_km0/slideLayouts/_rels/slideLayout2.xml.rels><?xml version='1.0' encoding='utf-8'?>
<Relationships xmlns="http://schemas.openxmlformats.org/package/2006/relationships"><Relationship Type="http://schemas.openxmlformats.org/officeDocument/2006/relationships/slideMaster" Target="../slideMasters/slideMaster1.xml" Id="R919a9eba7fd045fb" /></Relationships>
</file>

<file path=ppt/workflow_addition_13_workflow-pptx-wsax_km0/slideLayouts/_rels/slideLayout3.xml.rels><?xml version='1.0' encoding='utf-8'?>
<Relationships xmlns="http://schemas.openxmlformats.org/package/2006/relationships"><Relationship Type="http://schemas.openxmlformats.org/officeDocument/2006/relationships/slideMaster" Target="../slideMasters/slideMaster1.xml" Id="R78c2f84a2e134943" /></Relationships>
</file>

<file path=ppt/workflow_addition_13_workflow-pptx-wsax_km0/slideLayouts/_rels/slideLayout4.xml.rels><?xml version='1.0' encoding='utf-8'?>
<Relationships xmlns="http://schemas.openxmlformats.org/package/2006/relationships"><Relationship Type="http://schemas.openxmlformats.org/officeDocument/2006/relationships/slideMaster" Target="../slideMasters/slideMaster1.xml" Id="Ra655d61b6eca4c88" /></Relationships>
</file>

<file path=ppt/workflow_addition_13_workflow-pptx-wsax_km0/slideLayouts/_rels/slideLayout5.xml.rels><?xml version='1.0' encoding='utf-8'?>
<Relationships xmlns="http://schemas.openxmlformats.org/package/2006/relationships"><Relationship Type="http://schemas.openxmlformats.org/officeDocument/2006/relationships/slideMaster" Target="../slideMasters/slideMaster1.xml" Id="R7106185bda354b34" /></Relationships>
</file>

<file path=ppt/workflow_addition_13_workflow-pptx-wsax_km0/slideLayouts/_rels/slideLayout6.xml.rels><?xml version='1.0' encoding='utf-8'?>
<Relationships xmlns="http://schemas.openxmlformats.org/package/2006/relationships"><Relationship Type="http://schemas.openxmlformats.org/officeDocument/2006/relationships/slideMaster" Target="../slideMasters/slideMaster1.xml" Id="R1f5cc4496d5740ea" /></Relationships>
</file>

<file path=ppt/workflow_addition_13_workflow-pptx-wsax_km0/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9ADBE0-66C9-4433-A6E2-782358B30DD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A35E27-94B5-4DCE-B5C6-A1FD320F406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workflow_addition_13_workflow-pptx-wsax_km0/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E210F86-531A-47EC-ACFF-370CB6670F6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workflow_addition_13_workflow-pptx-wsax_km0/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D2C117-12E2-4BED-8FF5-C5760B9F4A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A39B379-FE3E-424C-ACF2-841A3D91918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3_workflow-pptx-wsax_km0/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C678BAD-F982-41DA-BC8B-41D5E6BBAD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24D76CC-A880-48B5-8B8D-46DCEDC25A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30D523F-CA8D-4FC4-AD6D-4D1242A3E58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workflow_addition_13_workflow-pptx-wsax_km0/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C63606-2536-4F9A-A0B7-722FBDA0D3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8B32D6-C902-402A-9853-FC97C775F3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3_workflow-pptx-wsax_km0/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workflow_addition_13_workflow-pptx-wsax_km0/slideMasters/_rels/slideMaster1.xml.rels><?xml version='1.0' encoding='utf-8'?>
<Relationships xmlns="http://schemas.openxmlformats.org/package/2006/relationships"><Relationship Type="http://schemas.openxmlformats.org/officeDocument/2006/relationships/theme" Target="theme/theme2.xml" Id="R296f8872721e44b5" /><Relationship Type="http://schemas.openxmlformats.org/officeDocument/2006/relationships/slideLayout" Target="../slideLayouts/slideLayout1.xml" Id="Rdb326cb633aa461f" /><Relationship Type="http://schemas.openxmlformats.org/officeDocument/2006/relationships/slideLayout" Target="../slideLayouts/slideLayout2.xml" Id="R49d4fd3592214ed7" /><Relationship Type="http://schemas.openxmlformats.org/officeDocument/2006/relationships/slideLayout" Target="../slideLayouts/slideLayout3.xml" Id="R460c6820225548b4" /><Relationship Type="http://schemas.openxmlformats.org/officeDocument/2006/relationships/slideLayout" Target="../slideLayouts/slideLayout4.xml" Id="Ra2db636f2ae741a0" /><Relationship Type="http://schemas.openxmlformats.org/officeDocument/2006/relationships/slideLayout" Target="../slideLayouts/slideLayout5.xml" Id="R9d4d5470230a4e74" /><Relationship Type="http://schemas.openxmlformats.org/officeDocument/2006/relationships/slideLayout" Target="../slideLayouts/slideLayout6.xml" Id="R3da7cc23cb334533" /></Relationships>
</file>

<file path=ppt/workflow_addition_13_workflow-pptx-wsax_km0/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326cb633aa461f"/>
    <p:sldLayoutId xmlns:r="http://schemas.openxmlformats.org/officeDocument/2006/relationships" id="2147483650" r:id="R49d4fd3592214ed7"/>
    <p:sldLayoutId xmlns:r="http://schemas.openxmlformats.org/officeDocument/2006/relationships" id="2147483651" r:id="R460c6820225548b4"/>
    <p:sldLayoutId xmlns:r="http://schemas.openxmlformats.org/officeDocument/2006/relationships" id="2147483652" r:id="Ra2db636f2ae741a0"/>
    <p:sldLayoutId xmlns:r="http://schemas.openxmlformats.org/officeDocument/2006/relationships" id="2147483653" r:id="R9d4d5470230a4e74"/>
    <p:sldLayoutId xmlns:r="http://schemas.openxmlformats.org/officeDocument/2006/relationships" id="2147483654" r:id="R3da7cc23cb3345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workflow_addition_13_workflow-pptx-wsax_km0/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3_workflow-pptx-wsax_km0/slides/charts/_rels/chart1.xml.rels><?xml version='1.0' encoding='utf-8'?>
<Relationships xmlns="http://schemas.openxmlformats.org/package/2006/relationships"><Relationship Id="rIdConfidenceData" Type="http://schemas.openxmlformats.org/officeDocument/2006/relationships/package" Target="../../embeddings/confidence-chart-1.xlsx" /></Relationships>
</file>

<file path=ppt/workflow_addition_13_workflow-pptx-wsax_km0/slides/charts/chart1.xml><?xml version="1.0" encoding="utf-8"?>
<c:chartSpace xmlns:a="http://schemas.openxmlformats.org/drawingml/2006/main" xmlns:c="http://schemas.openxmlformats.org/drawingml/2006/chart" xmlns:r="http://schemas.openxmlformats.org/officeDocument/2006/relationships">
  <c:lang val="en-US"/>
  <c:chart>
    <c:plotArea>
      <c:layout>
        <c:manualLayout>
          <c:layoutTarget val="inner"/>
          <c:xMode val="factor"/>
          <c:yMode val="factor"/>
          <c:wMode val="factor"/>
          <c:hMode val="factor"/>
          <c:x val=".075"/>
          <c:y val=".04"/>
          <c:w val=".91"/>
          <c:h val=".91"/>
        </c:manualLayout>
      </c:layout>
      <c:scatterChart>
        <c:scatterStyle val="lineMarker"/>
        <c:varyColors val="0"/>
        <c:ser>
          <c:idx val="0"/>
          <c:order val="0"/>
          <c:tx>
            <c:v>C1.1</c:v>
          </c:tx>
          <c:spPr>
            <a:solidFill>
              <a:srgbClr val="1F77B4"/>
            </a:solidFill>
            <a:ln w="23813">
              <a:solidFill>
                <a:srgbClr val="1F77B4"/>
              </a:solidFill>
            </a:ln>
          </c:spPr>
          <c:marker>
            <c:symbol val="none"/>
          </c:marker>
          <c:xVal>
            <c:numRef>
              <c:f>'Chart Data'!$A$2:$A$258</c:f>
              <c:numCache>
                <c:formatCode>General</c:formatCode>
                <c:ptCount val="257"/>
                <c:pt idx="0">
                  <c:v>-0.0001658408537649</c:v>
                </c:pt>
                <c:pt idx="1">
                  <c:v>-0.0001567159702963</c:v>
                </c:pt>
                <c:pt idx="2">
                  <c:v>-0.0001322447569618</c:v>
                </c:pt>
                <c:pt idx="3">
                  <c:v>-9.965229169744E-05</c:v>
                </c:pt>
                <c:pt idx="4">
                  <c:v>-6.705652301979E-05</c:v>
                </c:pt>
                <c:pt idx="5">
                  <c:v>-4.029500182439E-05</c:v>
                </c:pt>
                <c:pt idx="6">
                  <c:v>-2.162818350871E-05</c:v>
                </c:pt>
                <c:pt idx="7">
                  <c:v>-1.039098293011E-05</c:v>
                </c:pt>
                <c:pt idx="8">
                  <c:v>-4.551165145416E-06</c:v>
                </c:pt>
                <c:pt idx="9">
                  <c:v>-2.096188951698E-06</c:v>
                </c:pt>
                <c:pt idx="10">
                  <c:v>-1.800141689409E-06</c:v>
                </c:pt>
                <c:pt idx="11">
                  <c:v>-3.490874293492E-06</c:v>
                </c:pt>
                <c:pt idx="12">
                  <c:v>-8.075846318019E-06</c:v>
                </c:pt>
                <c:pt idx="13">
                  <c:v>-1.737346749942E-05</c:v>
                </c:pt>
                <c:pt idx="14">
                  <c:v>-3.353230147309E-05</c:v>
                </c:pt>
                <c:pt idx="15">
                  <c:v>-5.782478272383E-05</c:v>
                </c:pt>
                <c:pt idx="16">
                  <c:v>-8.905071182152E-05</c:v>
                </c:pt>
                <c:pt idx="17">
                  <c:v>-0.000122467087498</c:v>
                </c:pt>
                <c:pt idx="18">
                  <c:v>-0.0001504139107094</c:v>
                </c:pt>
                <c:pt idx="19">
                  <c:v>-0.0001650250501514</c:v>
                </c:pt>
                <c:pt idx="20">
                  <c:v>-0.0001618746047664</c:v>
                </c:pt>
                <c:pt idx="21">
                  <c:v>-0.0001423891952641</c:v>
                </c:pt>
                <c:pt idx="22">
                  <c:v>-0.0001134812186348</c:v>
                </c:pt>
                <c:pt idx="23">
                  <c:v>-8.475778762331E-05</c:v>
                </c:pt>
                <c:pt idx="24">
                  <c:v>-6.515721587715E-05</c:v>
                </c:pt>
                <c:pt idx="25">
                  <c:v>-6.071225835121E-05</c:v>
                </c:pt>
                <c:pt idx="26">
                  <c:v>-7.381145936599E-05</c:v>
                </c:pt>
                <c:pt idx="27">
                  <c:v>-0.0001033517153464</c:v>
                </c:pt>
                <c:pt idx="28">
                  <c:v>-0.0001453607134248</c:v>
                </c:pt>
                <c:pt idx="29">
                  <c:v>-0.000194339461093</c:v>
                </c:pt>
                <c:pt idx="30">
                  <c:v>-0.0002455424479605</c:v>
                </c:pt>
                <c:pt idx="31">
                  <c:v>-0.0002974684647778</c:v>
                </c:pt>
                <c:pt idx="32">
                  <c:v>-0.0003530095271717</c:v>
                </c:pt>
                <c:pt idx="33">
                  <c:v>-0.0004180332179293</c:v>
                </c:pt>
                <c:pt idx="34">
                  <c:v>-0.0004975398655779</c:v>
                </c:pt>
                <c:pt idx="35">
                  <c:v>-0.0005909824279581</c:v>
                </c:pt>
                <c:pt idx="36">
                  <c:v>-0.0006891265174114</c:v>
                </c:pt>
                <c:pt idx="37">
                  <c:v>-0.0007746727781919</c:v>
                </c:pt>
                <c:pt idx="38">
                  <c:v>-0.0008274731042824</c:v>
                </c:pt>
                <c:pt idx="39">
                  <c:v>-0.0008325953794338</c:v>
                </c:pt>
                <c:pt idx="40">
                  <c:v>-0.0007870823964296</c:v>
                </c:pt>
                <c:pt idx="41">
                  <c:v>-0.000701237146313</c:v>
                </c:pt>
                <c:pt idx="42">
                  <c:v>-0.0005934756141287</c:v>
                </c:pt>
                <c:pt idx="43">
                  <c:v>-0.000482092457084</c:v>
                </c:pt>
                <c:pt idx="44">
                  <c:v>-0.0003791410379478</c:v>
                </c:pt>
                <c:pt idx="45">
                  <c:v>-0.0002894860438365</c:v>
                </c:pt>
                <c:pt idx="46">
                  <c:v>-0.0002139870911286</c:v>
                </c:pt>
                <c:pt idx="47">
                  <c:v>-0.0001532890719799</c:v>
                </c:pt>
                <c:pt idx="48">
                  <c:v>-0.0001094329475744</c:v>
                </c:pt>
                <c:pt idx="49">
                  <c:v>-8.494858547329E-05</c:v>
                </c:pt>
                <c:pt idx="50">
                  <c:v>-8.077561562659E-05</c:v>
                </c:pt>
                <c:pt idx="51">
                  <c:v>-9.444323833072E-05</c:v>
                </c:pt>
                <c:pt idx="52">
                  <c:v>-0.0001193693385803</c:v>
                </c:pt>
                <c:pt idx="53">
                  <c:v>-0.0001457992512563</c:v>
                </c:pt>
                <c:pt idx="54">
                  <c:v>-0.0001635305418119</c:v>
                </c:pt>
                <c:pt idx="55">
                  <c:v>-0.0001656339483045</c:v>
                </c:pt>
                <c:pt idx="56">
                  <c:v>-0.0001513701706472</c:v>
                </c:pt>
                <c:pt idx="57">
                  <c:v>-0.0001266028570376</c:v>
                </c:pt>
                <c:pt idx="58">
                  <c:v>-0.0001015325026247</c:v>
                </c:pt>
                <c:pt idx="59">
                  <c:v>-8.732748061496E-05</c:v>
                </c:pt>
                <c:pt idx="60">
                  <c:v>-9.378244517291E-05</c:v>
                </c:pt>
                <c:pt idx="61">
                  <c:v>-0.0001294047299739</c:v>
                </c:pt>
                <c:pt idx="62">
                  <c:v>-0.0002044080168621</c:v>
                </c:pt>
                <c:pt idx="63">
                  <c:v>-0.0003367160293164</c:v>
                </c:pt>
                <c:pt idx="64">
                  <c:v>-0.0005608318345822</c:v>
                </c:pt>
                <c:pt idx="65">
                  <c:v>-0.0009385760446438</c:v>
                </c:pt>
                <c:pt idx="66">
                  <c:v>-0.001569271009031</c:v>
                </c:pt>
                <c:pt idx="67">
                  <c:v>-0.002595682902635</c:v>
                </c:pt>
                <c:pt idx="68">
                  <c:v>-0.00420182841579</c:v>
                </c:pt>
                <c:pt idx="69">
                  <c:v>-0.006600875446144</c:v>
                </c:pt>
                <c:pt idx="70">
                  <c:v>-0.0100172691626</c:v>
                </c:pt>
                <c:pt idx="71">
                  <c:v>-0.01467588422805</c:v>
                </c:pt>
                <c:pt idx="72">
                  <c:v>-0.02081620486121</c:v>
                </c:pt>
                <c:pt idx="73">
                  <c:v>-0.02874335949968</c:v>
                </c:pt>
                <c:pt idx="74">
                  <c:v>-0.03891038691334</c:v>
                </c:pt>
                <c:pt idx="75">
                  <c:v>-0.05200825499103</c:v>
                </c:pt>
                <c:pt idx="76">
                  <c:v>-0.06902971752511</c:v>
                </c:pt>
                <c:pt idx="77">
                  <c:v>-0.09126112764087</c:v>
                </c:pt>
                <c:pt idx="78">
                  <c:v>-0.1201325618879</c:v>
                </c:pt>
                <c:pt idx="79">
                  <c:v>-0.1568453736888</c:v>
                </c:pt>
                <c:pt idx="80">
                  <c:v>-0.201755473001</c:v>
                </c:pt>
                <c:pt idx="81">
                  <c:v>-0.2536442337476</c:v>
                </c:pt>
                <c:pt idx="82">
                  <c:v>-0.3091825776329</c:v>
                </c:pt>
                <c:pt idx="83">
                  <c:v>-0.3629524296822</c:v>
                </c:pt>
                <c:pt idx="84">
                  <c:v>-0.408257641426</c:v>
                </c:pt>
                <c:pt idx="85">
                  <c:v>-0.4386784191139</c:v>
                </c:pt>
                <c:pt idx="86">
                  <c:v>-0.45</c:v>
                </c:pt>
                <c:pt idx="87">
                  <c:v>-0.4418607385502</c:v>
                </c:pt>
                <c:pt idx="88">
                  <c:v>-0.4183213562213</c:v>
                </c:pt>
                <c:pt idx="89">
                  <c:v>-0.3867437224512</c:v>
                </c:pt>
                <c:pt idx="90">
                  <c:v>-0.3550389833385</c:v>
                </c:pt>
                <c:pt idx="91">
                  <c:v>-0.3283368827164</c:v>
                </c:pt>
                <c:pt idx="92">
                  <c:v>-0.3068226419432</c:v>
                </c:pt>
                <c:pt idx="93">
                  <c:v>-0.28616060695</c:v>
                </c:pt>
                <c:pt idx="94">
                  <c:v>-0.2604609202769</c:v>
                </c:pt>
                <c:pt idx="95">
                  <c:v>-0.226046930727</c:v>
                </c:pt>
                <c:pt idx="96">
                  <c:v>-0.1836988983466</c:v>
                </c:pt>
                <c:pt idx="97">
                  <c:v>-0.1381501698814</c:v>
                </c:pt>
                <c:pt idx="98">
                  <c:v>-0.09552126245151</c:v>
                </c:pt>
                <c:pt idx="99">
                  <c:v>-0.06055335304638</c:v>
                </c:pt>
                <c:pt idx="100">
                  <c:v>-0.03518233699449</c:v>
                </c:pt>
                <c:pt idx="101">
                  <c:v>-0.01875801505452</c:v>
                </c:pt>
                <c:pt idx="102">
                  <c:v>-0.009196316676318</c:v>
                </c:pt>
                <c:pt idx="103">
                  <c:v>-0.004156197385591</c:v>
                </c:pt>
                <c:pt idx="104">
                  <c:v>-0.001739461035931</c:v>
                </c:pt>
                <c:pt idx="105">
                  <c:v>-0.0006893787718011</c:v>
                </c:pt>
                <c:pt idx="106">
                  <c:v>-0.0002985083394956</c:v>
                </c:pt>
                <c:pt idx="107">
                  <c:v>-0.0002353886867794</c:v>
                </c:pt>
                <c:pt idx="108">
                  <c:v>-0.0004065175771156</c:v>
                </c:pt>
                <c:pt idx="109">
                  <c:v>-0.0008898014256278</c:v>
                </c:pt>
                <c:pt idx="110">
                  <c:v>-0.001936531802191</c:v>
                </c:pt>
                <c:pt idx="111">
                  <c:v>-0.004026113932409</c:v>
                </c:pt>
                <c:pt idx="112">
                  <c:v>-0.007949669531226</c:v>
                </c:pt>
                <c:pt idx="113">
                  <c:v>-0.01488191502124</c:v>
                </c:pt>
                <c:pt idx="114">
                  <c:v>-0.02637466326601</c:v>
                </c:pt>
                <c:pt idx="115">
                  <c:v>-0.04418606478809</c:v>
                </c:pt>
                <c:pt idx="116">
                  <c:v>-0.06988050064208</c:v>
                </c:pt>
                <c:pt idx="117">
                  <c:v>-0.1042263852101</c:v>
                </c:pt>
                <c:pt idx="118">
                  <c:v>-0.1465702107046</c:v>
                </c:pt>
                <c:pt idx="119">
                  <c:v>-0.1944828986479</c:v>
                </c:pt>
                <c:pt idx="120">
                  <c:v>-0.2439235090868</c:v>
                </c:pt>
                <c:pt idx="121">
                  <c:v>-0.289898992662</c:v>
                </c:pt>
                <c:pt idx="122">
                  <c:v>-0.3272869875421</c:v>
                </c:pt>
                <c:pt idx="123">
                  <c:v>-0.3514454801253</c:v>
                </c:pt>
                <c:pt idx="124">
                  <c:v>-0.3585853956792</c:v>
                </c:pt>
                <c:pt idx="125">
                  <c:v>-0.3462929259393</c:v>
                </c:pt>
                <c:pt idx="126">
                  <c:v>-0.3144951995075</c:v>
                </c:pt>
                <c:pt idx="127">
                  <c:v>-0.2664708427428</c:v>
                </c:pt>
                <c:pt idx="128">
                  <c:v>0.2664708427428</c:v>
                </c:pt>
                <c:pt idx="129">
                  <c:v>0.3144951995075</c:v>
                </c:pt>
                <c:pt idx="130">
                  <c:v>0.3462929259393</c:v>
                </c:pt>
                <c:pt idx="131">
                  <c:v>0.3585853956792</c:v>
                </c:pt>
                <c:pt idx="132">
                  <c:v>0.3514454801253</c:v>
                </c:pt>
                <c:pt idx="133">
                  <c:v>0.3272869875421</c:v>
                </c:pt>
                <c:pt idx="134">
                  <c:v>0.289898992662</c:v>
                </c:pt>
                <c:pt idx="135">
                  <c:v>0.2439235090868</c:v>
                </c:pt>
                <c:pt idx="136">
                  <c:v>0.1944828986479</c:v>
                </c:pt>
                <c:pt idx="137">
                  <c:v>0.1465702107046</c:v>
                </c:pt>
                <c:pt idx="138">
                  <c:v>0.1042263852101</c:v>
                </c:pt>
                <c:pt idx="139">
                  <c:v>0.06988050064208</c:v>
                </c:pt>
                <c:pt idx="140">
                  <c:v>0.04418606478809</c:v>
                </c:pt>
                <c:pt idx="141">
                  <c:v>0.02637466326601</c:v>
                </c:pt>
                <c:pt idx="142">
                  <c:v>0.01488191502124</c:v>
                </c:pt>
                <c:pt idx="143">
                  <c:v>0.007949669531226</c:v>
                </c:pt>
                <c:pt idx="144">
                  <c:v>0.004026113932409</c:v>
                </c:pt>
                <c:pt idx="145">
                  <c:v>0.001936531802191</c:v>
                </c:pt>
                <c:pt idx="146">
                  <c:v>0.0008898014256278</c:v>
                </c:pt>
                <c:pt idx="147">
                  <c:v>0.0004065175771156</c:v>
                </c:pt>
                <c:pt idx="148">
                  <c:v>0.0002353886867794</c:v>
                </c:pt>
                <c:pt idx="149">
                  <c:v>0.0002985083394956</c:v>
                </c:pt>
                <c:pt idx="150">
                  <c:v>0.0006893787718011</c:v>
                </c:pt>
                <c:pt idx="151">
                  <c:v>0.001739461035931</c:v>
                </c:pt>
                <c:pt idx="152">
                  <c:v>0.004156197385591</c:v>
                </c:pt>
                <c:pt idx="153">
                  <c:v>0.009196316676318</c:v>
                </c:pt>
                <c:pt idx="154">
                  <c:v>0.01875801505452</c:v>
                </c:pt>
                <c:pt idx="155">
                  <c:v>0.03518233699449</c:v>
                </c:pt>
                <c:pt idx="156">
                  <c:v>0.06055335304638</c:v>
                </c:pt>
                <c:pt idx="157">
                  <c:v>0.09552126245151</c:v>
                </c:pt>
                <c:pt idx="158">
                  <c:v>0.1381501698814</c:v>
                </c:pt>
                <c:pt idx="159">
                  <c:v>0.1836988983466</c:v>
                </c:pt>
                <c:pt idx="160">
                  <c:v>0.226046930727</c:v>
                </c:pt>
                <c:pt idx="161">
                  <c:v>0.2604609202769</c:v>
                </c:pt>
                <c:pt idx="162">
                  <c:v>0.28616060695</c:v>
                </c:pt>
                <c:pt idx="163">
                  <c:v>0.3068226419432</c:v>
                </c:pt>
                <c:pt idx="164">
                  <c:v>0.3283368827164</c:v>
                </c:pt>
                <c:pt idx="165">
                  <c:v>0.3550389833385</c:v>
                </c:pt>
                <c:pt idx="166">
                  <c:v>0.3867437224512</c:v>
                </c:pt>
                <c:pt idx="167">
                  <c:v>0.4183213562213</c:v>
                </c:pt>
                <c:pt idx="168">
                  <c:v>0.4418607385502</c:v>
                </c:pt>
                <c:pt idx="169">
                  <c:v>0.45</c:v>
                </c:pt>
                <c:pt idx="170">
                  <c:v>0.4386784191139</c:v>
                </c:pt>
                <c:pt idx="171">
                  <c:v>0.408257641426</c:v>
                </c:pt>
                <c:pt idx="172">
                  <c:v>0.3629524296822</c:v>
                </c:pt>
                <c:pt idx="173">
                  <c:v>0.3091825776329</c:v>
                </c:pt>
                <c:pt idx="174">
                  <c:v>0.2536442337476</c:v>
                </c:pt>
                <c:pt idx="175">
                  <c:v>0.201755473001</c:v>
                </c:pt>
                <c:pt idx="176">
                  <c:v>0.1568453736888</c:v>
                </c:pt>
                <c:pt idx="177">
                  <c:v>0.1201325618879</c:v>
                </c:pt>
                <c:pt idx="178">
                  <c:v>0.09126112764087</c:v>
                </c:pt>
                <c:pt idx="179">
                  <c:v>0.06902971752511</c:v>
                </c:pt>
                <c:pt idx="180">
                  <c:v>0.05200825499103</c:v>
                </c:pt>
                <c:pt idx="181">
                  <c:v>0.03891038691334</c:v>
                </c:pt>
                <c:pt idx="182">
                  <c:v>0.02874335949968</c:v>
                </c:pt>
                <c:pt idx="183">
                  <c:v>0.02081620486121</c:v>
                </c:pt>
                <c:pt idx="184">
                  <c:v>0.01467588422805</c:v>
                </c:pt>
                <c:pt idx="185">
                  <c:v>0.0100172691626</c:v>
                </c:pt>
                <c:pt idx="186">
                  <c:v>0.006600875446144</c:v>
                </c:pt>
                <c:pt idx="187">
                  <c:v>0.00420182841579</c:v>
                </c:pt>
                <c:pt idx="188">
                  <c:v>0.002595682902635</c:v>
                </c:pt>
                <c:pt idx="189">
                  <c:v>0.001569271009031</c:v>
                </c:pt>
                <c:pt idx="190">
                  <c:v>0.0009385760446438</c:v>
                </c:pt>
                <c:pt idx="191">
                  <c:v>0.0005608318345822</c:v>
                </c:pt>
                <c:pt idx="192">
                  <c:v>0.0003367160293164</c:v>
                </c:pt>
                <c:pt idx="193">
                  <c:v>0.0002044080168621</c:v>
                </c:pt>
                <c:pt idx="194">
                  <c:v>0.0001294047299739</c:v>
                </c:pt>
                <c:pt idx="195">
                  <c:v>9.378244517291E-05</c:v>
                </c:pt>
                <c:pt idx="196">
                  <c:v>8.732748061496E-05</c:v>
                </c:pt>
                <c:pt idx="197">
                  <c:v>0.0001015325026247</c:v>
                </c:pt>
                <c:pt idx="198">
                  <c:v>0.0001266028570376</c:v>
                </c:pt>
                <c:pt idx="199">
                  <c:v>0.0001513701706472</c:v>
                </c:pt>
                <c:pt idx="200">
                  <c:v>0.0001656339483045</c:v>
                </c:pt>
                <c:pt idx="201">
                  <c:v>0.0001635305418119</c:v>
                </c:pt>
                <c:pt idx="202">
                  <c:v>0.0001457992512563</c:v>
                </c:pt>
                <c:pt idx="203">
                  <c:v>0.0001193693385803</c:v>
                </c:pt>
                <c:pt idx="204">
                  <c:v>9.444323833072E-05</c:v>
                </c:pt>
                <c:pt idx="205">
                  <c:v>8.077561562659E-05</c:v>
                </c:pt>
                <c:pt idx="206">
                  <c:v>8.494858547329E-05</c:v>
                </c:pt>
                <c:pt idx="207">
                  <c:v>0.0001094329475744</c:v>
                </c:pt>
                <c:pt idx="208">
                  <c:v>0.0001532890719799</c:v>
                </c:pt>
                <c:pt idx="209">
                  <c:v>0.0002139870911286</c:v>
                </c:pt>
                <c:pt idx="210">
                  <c:v>0.0002894860438365</c:v>
                </c:pt>
                <c:pt idx="211">
                  <c:v>0.0003791410379478</c:v>
                </c:pt>
                <c:pt idx="212">
                  <c:v>0.000482092457084</c:v>
                </c:pt>
                <c:pt idx="213">
                  <c:v>0.0005934756141287</c:v>
                </c:pt>
                <c:pt idx="214">
                  <c:v>0.000701237146313</c:v>
                </c:pt>
                <c:pt idx="215">
                  <c:v>0.0007870823964296</c:v>
                </c:pt>
                <c:pt idx="216">
                  <c:v>0.0008325953794338</c:v>
                </c:pt>
                <c:pt idx="217">
                  <c:v>0.0008274731042824</c:v>
                </c:pt>
                <c:pt idx="218">
                  <c:v>0.0007746727781919</c:v>
                </c:pt>
                <c:pt idx="219">
                  <c:v>0.0006891265174114</c:v>
                </c:pt>
                <c:pt idx="220">
                  <c:v>0.0005909824279581</c:v>
                </c:pt>
                <c:pt idx="221">
                  <c:v>0.0004975398655779</c:v>
                </c:pt>
                <c:pt idx="222">
                  <c:v>0.0004180332179293</c:v>
                </c:pt>
                <c:pt idx="223">
                  <c:v>0.0003530095271717</c:v>
                </c:pt>
                <c:pt idx="224">
                  <c:v>0.0002974684647778</c:v>
                </c:pt>
                <c:pt idx="225">
                  <c:v>0.0002455424479605</c:v>
                </c:pt>
                <c:pt idx="226">
                  <c:v>0.000194339461093</c:v>
                </c:pt>
                <c:pt idx="227">
                  <c:v>0.0001453607134248</c:v>
                </c:pt>
                <c:pt idx="228">
                  <c:v>0.0001033517153464</c:v>
                </c:pt>
                <c:pt idx="229">
                  <c:v>7.381145936599E-05</c:v>
                </c:pt>
                <c:pt idx="230">
                  <c:v>6.071225835121E-05</c:v>
                </c:pt>
                <c:pt idx="231">
                  <c:v>6.515721587715E-05</c:v>
                </c:pt>
                <c:pt idx="232">
                  <c:v>8.475778762331E-05</c:v>
                </c:pt>
                <c:pt idx="233">
                  <c:v>0.0001134812186348</c:v>
                </c:pt>
                <c:pt idx="234">
                  <c:v>0.0001423891952641</c:v>
                </c:pt>
                <c:pt idx="235">
                  <c:v>0.0001618746047664</c:v>
                </c:pt>
                <c:pt idx="236">
                  <c:v>0.0001650250501514</c:v>
                </c:pt>
                <c:pt idx="237">
                  <c:v>0.0001504139107094</c:v>
                </c:pt>
                <c:pt idx="238">
                  <c:v>0.000122467087498</c:v>
                </c:pt>
                <c:pt idx="239">
                  <c:v>8.905071182152E-05</c:v>
                </c:pt>
                <c:pt idx="240">
                  <c:v>5.782478272383E-05</c:v>
                </c:pt>
                <c:pt idx="241">
                  <c:v>3.353230147309E-05</c:v>
                </c:pt>
                <c:pt idx="242">
                  <c:v>1.737346749942E-05</c:v>
                </c:pt>
                <c:pt idx="243">
                  <c:v>8.075846318019E-06</c:v>
                </c:pt>
                <c:pt idx="244">
                  <c:v>3.490874293492E-06</c:v>
                </c:pt>
                <c:pt idx="245">
                  <c:v>1.800141689409E-06</c:v>
                </c:pt>
                <c:pt idx="246">
                  <c:v>2.096188951698E-06</c:v>
                </c:pt>
                <c:pt idx="247">
                  <c:v>4.551165145416E-06</c:v>
                </c:pt>
                <c:pt idx="248">
                  <c:v>1.039098293011E-05</c:v>
                </c:pt>
                <c:pt idx="249">
                  <c:v>2.162818350871E-05</c:v>
                </c:pt>
                <c:pt idx="250">
                  <c:v>4.029500182439E-05</c:v>
                </c:pt>
                <c:pt idx="251">
                  <c:v>6.705652301979E-05</c:v>
                </c:pt>
                <c:pt idx="252">
                  <c:v>9.965229169744E-05</c:v>
                </c:pt>
                <c:pt idx="253">
                  <c:v>0.0001322447569618</c:v>
                </c:pt>
                <c:pt idx="254">
                  <c:v>0.0001567159702963</c:v>
                </c:pt>
                <c:pt idx="255">
                  <c:v>0.0001658408537649</c:v>
                </c:pt>
                <c:pt idx="256">
                  <c:v>-0.0001658408537649</c:v>
                </c:pt>
              </c:numCache>
            </c:numRef>
          </c:xVal>
          <c:yVal>
            <c:numRef>
              <c:f>'Chart Data'!$B$2:$B$258</c:f>
              <c:numCache>
                <c:formatCode>0.0</c:formatCode>
                <c:ptCount val="257"/>
                <c:pt idx="0">
                  <c:v>51.96987012987</c:v>
                </c:pt>
                <c:pt idx="1">
                  <c:v>52.33404841538</c:v>
                </c:pt>
                <c:pt idx="2">
                  <c:v>52.6982267009</c:v>
                </c:pt>
                <c:pt idx="3">
                  <c:v>53.06240498641</c:v>
                </c:pt>
                <c:pt idx="4">
                  <c:v>53.42658327193</c:v>
                </c:pt>
                <c:pt idx="5">
                  <c:v>53.79076155744</c:v>
                </c:pt>
                <c:pt idx="6">
                  <c:v>54.15493984295</c:v>
                </c:pt>
                <c:pt idx="7">
                  <c:v>54.51911812847</c:v>
                </c:pt>
                <c:pt idx="8">
                  <c:v>54.88329641398</c:v>
                </c:pt>
                <c:pt idx="9">
                  <c:v>55.2474746995</c:v>
                </c:pt>
                <c:pt idx="10">
                  <c:v>55.61165298501</c:v>
                </c:pt>
                <c:pt idx="11">
                  <c:v>55.97583127052</c:v>
                </c:pt>
                <c:pt idx="12">
                  <c:v>56.34000955604</c:v>
                </c:pt>
                <c:pt idx="13">
                  <c:v>56.70418784155</c:v>
                </c:pt>
                <c:pt idx="14">
                  <c:v>57.06836612706</c:v>
                </c:pt>
                <c:pt idx="15">
                  <c:v>57.43254441258</c:v>
                </c:pt>
                <c:pt idx="16">
                  <c:v>57.79672269809</c:v>
                </c:pt>
                <c:pt idx="17">
                  <c:v>58.16090098361</c:v>
                </c:pt>
                <c:pt idx="18">
                  <c:v>58.52507926912</c:v>
                </c:pt>
                <c:pt idx="19">
                  <c:v>58.88925755463</c:v>
                </c:pt>
                <c:pt idx="20">
                  <c:v>59.25343584015</c:v>
                </c:pt>
                <c:pt idx="21">
                  <c:v>59.61761412566</c:v>
                </c:pt>
                <c:pt idx="22">
                  <c:v>59.98179241118</c:v>
                </c:pt>
                <c:pt idx="23">
                  <c:v>60.34597069669</c:v>
                </c:pt>
                <c:pt idx="24">
                  <c:v>60.7101489822</c:v>
                </c:pt>
                <c:pt idx="25">
                  <c:v>61.07432726772</c:v>
                </c:pt>
                <c:pt idx="26">
                  <c:v>61.43850555323</c:v>
                </c:pt>
                <c:pt idx="27">
                  <c:v>61.80268383875</c:v>
                </c:pt>
                <c:pt idx="28">
                  <c:v>62.16686212426</c:v>
                </c:pt>
                <c:pt idx="29">
                  <c:v>62.53104040977</c:v>
                </c:pt>
                <c:pt idx="30">
                  <c:v>62.89521869529</c:v>
                </c:pt>
                <c:pt idx="31">
                  <c:v>63.2593969808</c:v>
                </c:pt>
                <c:pt idx="32">
                  <c:v>63.62357526632</c:v>
                </c:pt>
                <c:pt idx="33">
                  <c:v>63.98775355183</c:v>
                </c:pt>
                <c:pt idx="34">
                  <c:v>64.35193183734</c:v>
                </c:pt>
                <c:pt idx="35">
                  <c:v>64.71611012286</c:v>
                </c:pt>
                <c:pt idx="36">
                  <c:v>65.08028840837</c:v>
                </c:pt>
                <c:pt idx="37">
                  <c:v>65.44446669388</c:v>
                </c:pt>
                <c:pt idx="38">
                  <c:v>65.8086449794</c:v>
                </c:pt>
                <c:pt idx="39">
                  <c:v>66.17282326491</c:v>
                </c:pt>
                <c:pt idx="40">
                  <c:v>66.53700155043</c:v>
                </c:pt>
                <c:pt idx="41">
                  <c:v>66.90117983594</c:v>
                </c:pt>
                <c:pt idx="42">
                  <c:v>67.26535812145</c:v>
                </c:pt>
                <c:pt idx="43">
                  <c:v>67.62953640697</c:v>
                </c:pt>
                <c:pt idx="44">
                  <c:v>67.99371469248</c:v>
                </c:pt>
                <c:pt idx="45">
                  <c:v>68.357892978</c:v>
                </c:pt>
                <c:pt idx="46">
                  <c:v>68.72207126351</c:v>
                </c:pt>
                <c:pt idx="47">
                  <c:v>69.08624954902</c:v>
                </c:pt>
                <c:pt idx="48">
                  <c:v>69.45042783454</c:v>
                </c:pt>
                <c:pt idx="49">
                  <c:v>69.81460612005</c:v>
                </c:pt>
                <c:pt idx="50">
                  <c:v>70.17878440557</c:v>
                </c:pt>
                <c:pt idx="51">
                  <c:v>70.54296269108</c:v>
                </c:pt>
                <c:pt idx="52">
                  <c:v>70.90714097659</c:v>
                </c:pt>
                <c:pt idx="53">
                  <c:v>71.27131926211</c:v>
                </c:pt>
                <c:pt idx="54">
                  <c:v>71.63549754762</c:v>
                </c:pt>
                <c:pt idx="55">
                  <c:v>71.99967583314</c:v>
                </c:pt>
                <c:pt idx="56">
                  <c:v>72.36385411865</c:v>
                </c:pt>
                <c:pt idx="57">
                  <c:v>72.72803240416</c:v>
                </c:pt>
                <c:pt idx="58">
                  <c:v>73.09221068968</c:v>
                </c:pt>
                <c:pt idx="59">
                  <c:v>73.45638897519</c:v>
                </c:pt>
                <c:pt idx="60">
                  <c:v>73.8205672607</c:v>
                </c:pt>
                <c:pt idx="61">
                  <c:v>74.18474554622</c:v>
                </c:pt>
                <c:pt idx="62">
                  <c:v>74.54892383173</c:v>
                </c:pt>
                <c:pt idx="63">
                  <c:v>74.91310211725</c:v>
                </c:pt>
                <c:pt idx="64">
                  <c:v>75.27728040276</c:v>
                </c:pt>
                <c:pt idx="65">
                  <c:v>75.64145868827</c:v>
                </c:pt>
                <c:pt idx="66">
                  <c:v>76.00563697379</c:v>
                </c:pt>
                <c:pt idx="67">
                  <c:v>76.3698152593</c:v>
                </c:pt>
                <c:pt idx="68">
                  <c:v>76.73399354482</c:v>
                </c:pt>
                <c:pt idx="69">
                  <c:v>77.09817183033</c:v>
                </c:pt>
                <c:pt idx="70">
                  <c:v>77.46235011584</c:v>
                </c:pt>
                <c:pt idx="71">
                  <c:v>77.82652840136</c:v>
                </c:pt>
                <c:pt idx="72">
                  <c:v>78.19070668687</c:v>
                </c:pt>
                <c:pt idx="73">
                  <c:v>78.55488497239</c:v>
                </c:pt>
                <c:pt idx="74">
                  <c:v>78.9190632579</c:v>
                </c:pt>
                <c:pt idx="75">
                  <c:v>79.28324154341</c:v>
                </c:pt>
                <c:pt idx="76">
                  <c:v>79.64741982893</c:v>
                </c:pt>
                <c:pt idx="77">
                  <c:v>80.01159811444</c:v>
                </c:pt>
                <c:pt idx="78">
                  <c:v>80.37577639996</c:v>
                </c:pt>
                <c:pt idx="79">
                  <c:v>80.73995468547</c:v>
                </c:pt>
                <c:pt idx="80">
                  <c:v>81.10413297098</c:v>
                </c:pt>
                <c:pt idx="81">
                  <c:v>81.4683112565</c:v>
                </c:pt>
                <c:pt idx="82">
                  <c:v>81.83248954201</c:v>
                </c:pt>
                <c:pt idx="83">
                  <c:v>82.19666782752</c:v>
                </c:pt>
                <c:pt idx="84">
                  <c:v>82.56084611304</c:v>
                </c:pt>
                <c:pt idx="85">
                  <c:v>82.92502439855</c:v>
                </c:pt>
                <c:pt idx="86">
                  <c:v>83.28920268407</c:v>
                </c:pt>
                <c:pt idx="87">
                  <c:v>83.65338096958</c:v>
                </c:pt>
                <c:pt idx="88">
                  <c:v>84.01755925509</c:v>
                </c:pt>
                <c:pt idx="89">
                  <c:v>84.38173754061</c:v>
                </c:pt>
                <c:pt idx="90">
                  <c:v>84.74591582612</c:v>
                </c:pt>
                <c:pt idx="91">
                  <c:v>85.11009411164</c:v>
                </c:pt>
                <c:pt idx="92">
                  <c:v>85.47427239715</c:v>
                </c:pt>
                <c:pt idx="93">
                  <c:v>85.83845068266</c:v>
                </c:pt>
                <c:pt idx="94">
                  <c:v>86.20262896818</c:v>
                </c:pt>
                <c:pt idx="95">
                  <c:v>86.56680725369</c:v>
                </c:pt>
                <c:pt idx="96">
                  <c:v>86.93098553921</c:v>
                </c:pt>
                <c:pt idx="97">
                  <c:v>87.29516382472</c:v>
                </c:pt>
                <c:pt idx="98">
                  <c:v>87.65934211023</c:v>
                </c:pt>
                <c:pt idx="99">
                  <c:v>88.02352039575</c:v>
                </c:pt>
                <c:pt idx="100">
                  <c:v>88.38769868126</c:v>
                </c:pt>
                <c:pt idx="101">
                  <c:v>88.75187696678</c:v>
                </c:pt>
                <c:pt idx="102">
                  <c:v>89.11605525229</c:v>
                </c:pt>
                <c:pt idx="103">
                  <c:v>89.4802335378</c:v>
                </c:pt>
                <c:pt idx="104">
                  <c:v>89.84441182332</c:v>
                </c:pt>
                <c:pt idx="105">
                  <c:v>90.20859010883</c:v>
                </c:pt>
                <c:pt idx="106">
                  <c:v>90.57276839434</c:v>
                </c:pt>
                <c:pt idx="107">
                  <c:v>90.93694667986</c:v>
                </c:pt>
                <c:pt idx="108">
                  <c:v>91.30112496537</c:v>
                </c:pt>
                <c:pt idx="109">
                  <c:v>91.66530325089</c:v>
                </c:pt>
                <c:pt idx="110">
                  <c:v>92.0294815364</c:v>
                </c:pt>
                <c:pt idx="111">
                  <c:v>92.39365982191</c:v>
                </c:pt>
                <c:pt idx="112">
                  <c:v>92.75783810743</c:v>
                </c:pt>
                <c:pt idx="113">
                  <c:v>93.12201639294</c:v>
                </c:pt>
                <c:pt idx="114">
                  <c:v>93.48619467846</c:v>
                </c:pt>
                <c:pt idx="115">
                  <c:v>93.85037296397</c:v>
                </c:pt>
                <c:pt idx="116">
                  <c:v>94.21455124948</c:v>
                </c:pt>
                <c:pt idx="117">
                  <c:v>94.578729535</c:v>
                </c:pt>
                <c:pt idx="118">
                  <c:v>94.94290782051</c:v>
                </c:pt>
                <c:pt idx="119">
                  <c:v>95.30708610603</c:v>
                </c:pt>
                <c:pt idx="120">
                  <c:v>95.67126439154</c:v>
                </c:pt>
                <c:pt idx="121">
                  <c:v>96.03544267705</c:v>
                </c:pt>
                <c:pt idx="122">
                  <c:v>96.39962096257</c:v>
                </c:pt>
                <c:pt idx="123">
                  <c:v>96.76379924808</c:v>
                </c:pt>
                <c:pt idx="124">
                  <c:v>97.12797753359</c:v>
                </c:pt>
                <c:pt idx="125">
                  <c:v>97.49215581911</c:v>
                </c:pt>
                <c:pt idx="126">
                  <c:v>97.85633410462</c:v>
                </c:pt>
                <c:pt idx="127">
                  <c:v>98.22051239014</c:v>
                </c:pt>
                <c:pt idx="128">
                  <c:v>98.22051239014</c:v>
                </c:pt>
                <c:pt idx="129">
                  <c:v>97.85633410462</c:v>
                </c:pt>
                <c:pt idx="130">
                  <c:v>97.49215581911</c:v>
                </c:pt>
                <c:pt idx="131">
                  <c:v>97.12797753359</c:v>
                </c:pt>
                <c:pt idx="132">
                  <c:v>96.76379924808</c:v>
                </c:pt>
                <c:pt idx="133">
                  <c:v>96.39962096257</c:v>
                </c:pt>
                <c:pt idx="134">
                  <c:v>96.03544267705</c:v>
                </c:pt>
                <c:pt idx="135">
                  <c:v>95.67126439154</c:v>
                </c:pt>
                <c:pt idx="136">
                  <c:v>95.30708610603</c:v>
                </c:pt>
                <c:pt idx="137">
                  <c:v>94.94290782051</c:v>
                </c:pt>
                <c:pt idx="138">
                  <c:v>94.578729535</c:v>
                </c:pt>
                <c:pt idx="139">
                  <c:v>94.21455124948</c:v>
                </c:pt>
                <c:pt idx="140">
                  <c:v>93.85037296397</c:v>
                </c:pt>
                <c:pt idx="141">
                  <c:v>93.48619467846</c:v>
                </c:pt>
                <c:pt idx="142">
                  <c:v>93.12201639294</c:v>
                </c:pt>
                <c:pt idx="143">
                  <c:v>92.75783810743</c:v>
                </c:pt>
                <c:pt idx="144">
                  <c:v>92.39365982191</c:v>
                </c:pt>
                <c:pt idx="145">
                  <c:v>92.0294815364</c:v>
                </c:pt>
                <c:pt idx="146">
                  <c:v>91.66530325089</c:v>
                </c:pt>
                <c:pt idx="147">
                  <c:v>91.30112496537</c:v>
                </c:pt>
                <c:pt idx="148">
                  <c:v>90.93694667986</c:v>
                </c:pt>
                <c:pt idx="149">
                  <c:v>90.57276839434</c:v>
                </c:pt>
                <c:pt idx="150">
                  <c:v>90.20859010883</c:v>
                </c:pt>
                <c:pt idx="151">
                  <c:v>89.84441182332</c:v>
                </c:pt>
                <c:pt idx="152">
                  <c:v>89.4802335378</c:v>
                </c:pt>
                <c:pt idx="153">
                  <c:v>89.11605525229</c:v>
                </c:pt>
                <c:pt idx="154">
                  <c:v>88.75187696678</c:v>
                </c:pt>
                <c:pt idx="155">
                  <c:v>88.38769868126</c:v>
                </c:pt>
                <c:pt idx="156">
                  <c:v>88.02352039575</c:v>
                </c:pt>
                <c:pt idx="157">
                  <c:v>87.65934211023</c:v>
                </c:pt>
                <c:pt idx="158">
                  <c:v>87.29516382472</c:v>
                </c:pt>
                <c:pt idx="159">
                  <c:v>86.93098553921</c:v>
                </c:pt>
                <c:pt idx="160">
                  <c:v>86.56680725369</c:v>
                </c:pt>
                <c:pt idx="161">
                  <c:v>86.20262896818</c:v>
                </c:pt>
                <c:pt idx="162">
                  <c:v>85.83845068266</c:v>
                </c:pt>
                <c:pt idx="163">
                  <c:v>85.47427239715</c:v>
                </c:pt>
                <c:pt idx="164">
                  <c:v>85.11009411164</c:v>
                </c:pt>
                <c:pt idx="165">
                  <c:v>84.74591582612</c:v>
                </c:pt>
                <c:pt idx="166">
                  <c:v>84.38173754061</c:v>
                </c:pt>
                <c:pt idx="167">
                  <c:v>84.01755925509</c:v>
                </c:pt>
                <c:pt idx="168">
                  <c:v>83.65338096958</c:v>
                </c:pt>
                <c:pt idx="169">
                  <c:v>83.28920268407</c:v>
                </c:pt>
                <c:pt idx="170">
                  <c:v>82.92502439855</c:v>
                </c:pt>
                <c:pt idx="171">
                  <c:v>82.56084611304</c:v>
                </c:pt>
                <c:pt idx="172">
                  <c:v>82.19666782752</c:v>
                </c:pt>
                <c:pt idx="173">
                  <c:v>81.83248954201</c:v>
                </c:pt>
                <c:pt idx="174">
                  <c:v>81.4683112565</c:v>
                </c:pt>
                <c:pt idx="175">
                  <c:v>81.10413297098</c:v>
                </c:pt>
                <c:pt idx="176">
                  <c:v>80.73995468547</c:v>
                </c:pt>
                <c:pt idx="177">
                  <c:v>80.37577639996</c:v>
                </c:pt>
                <c:pt idx="178">
                  <c:v>80.01159811444</c:v>
                </c:pt>
                <c:pt idx="179">
                  <c:v>79.64741982893</c:v>
                </c:pt>
                <c:pt idx="180">
                  <c:v>79.28324154341</c:v>
                </c:pt>
                <c:pt idx="181">
                  <c:v>78.9190632579</c:v>
                </c:pt>
                <c:pt idx="182">
                  <c:v>78.55488497239</c:v>
                </c:pt>
                <c:pt idx="183">
                  <c:v>78.19070668687</c:v>
                </c:pt>
                <c:pt idx="184">
                  <c:v>77.82652840136</c:v>
                </c:pt>
                <c:pt idx="185">
                  <c:v>77.46235011584</c:v>
                </c:pt>
                <c:pt idx="186">
                  <c:v>77.09817183033</c:v>
                </c:pt>
                <c:pt idx="187">
                  <c:v>76.73399354482</c:v>
                </c:pt>
                <c:pt idx="188">
                  <c:v>76.3698152593</c:v>
                </c:pt>
                <c:pt idx="189">
                  <c:v>76.00563697379</c:v>
                </c:pt>
                <c:pt idx="190">
                  <c:v>75.64145868827</c:v>
                </c:pt>
                <c:pt idx="191">
                  <c:v>75.27728040276</c:v>
                </c:pt>
                <c:pt idx="192">
                  <c:v>74.91310211725</c:v>
                </c:pt>
                <c:pt idx="193">
                  <c:v>74.54892383173</c:v>
                </c:pt>
                <c:pt idx="194">
                  <c:v>74.18474554622</c:v>
                </c:pt>
                <c:pt idx="195">
                  <c:v>73.8205672607</c:v>
                </c:pt>
                <c:pt idx="196">
                  <c:v>73.45638897519</c:v>
                </c:pt>
                <c:pt idx="197">
                  <c:v>73.09221068968</c:v>
                </c:pt>
                <c:pt idx="198">
                  <c:v>72.72803240416</c:v>
                </c:pt>
                <c:pt idx="199">
                  <c:v>72.36385411865</c:v>
                </c:pt>
                <c:pt idx="200">
                  <c:v>71.99967583314</c:v>
                </c:pt>
                <c:pt idx="201">
                  <c:v>71.63549754762</c:v>
                </c:pt>
                <c:pt idx="202">
                  <c:v>71.27131926211</c:v>
                </c:pt>
                <c:pt idx="203">
                  <c:v>70.90714097659</c:v>
                </c:pt>
                <c:pt idx="204">
                  <c:v>70.54296269108</c:v>
                </c:pt>
                <c:pt idx="205">
                  <c:v>70.17878440557</c:v>
                </c:pt>
                <c:pt idx="206">
                  <c:v>69.81460612005</c:v>
                </c:pt>
                <c:pt idx="207">
                  <c:v>69.45042783454</c:v>
                </c:pt>
                <c:pt idx="208">
                  <c:v>69.08624954902</c:v>
                </c:pt>
                <c:pt idx="209">
                  <c:v>68.72207126351</c:v>
                </c:pt>
                <c:pt idx="210">
                  <c:v>68.357892978</c:v>
                </c:pt>
                <c:pt idx="211">
                  <c:v>67.99371469248</c:v>
                </c:pt>
                <c:pt idx="212">
                  <c:v>67.62953640697</c:v>
                </c:pt>
                <c:pt idx="213">
                  <c:v>67.26535812145</c:v>
                </c:pt>
                <c:pt idx="214">
                  <c:v>66.90117983594</c:v>
                </c:pt>
                <c:pt idx="215">
                  <c:v>66.53700155043</c:v>
                </c:pt>
                <c:pt idx="216">
                  <c:v>66.17282326491</c:v>
                </c:pt>
                <c:pt idx="217">
                  <c:v>65.8086449794</c:v>
                </c:pt>
                <c:pt idx="218">
                  <c:v>65.44446669388</c:v>
                </c:pt>
                <c:pt idx="219">
                  <c:v>65.08028840837</c:v>
                </c:pt>
                <c:pt idx="220">
                  <c:v>64.71611012286</c:v>
                </c:pt>
                <c:pt idx="221">
                  <c:v>64.35193183734</c:v>
                </c:pt>
                <c:pt idx="222">
                  <c:v>63.98775355183</c:v>
                </c:pt>
                <c:pt idx="223">
                  <c:v>63.62357526632</c:v>
                </c:pt>
                <c:pt idx="224">
                  <c:v>63.2593969808</c:v>
                </c:pt>
                <c:pt idx="225">
                  <c:v>62.89521869529</c:v>
                </c:pt>
                <c:pt idx="226">
                  <c:v>62.53104040977</c:v>
                </c:pt>
                <c:pt idx="227">
                  <c:v>62.16686212426</c:v>
                </c:pt>
                <c:pt idx="228">
                  <c:v>61.80268383875</c:v>
                </c:pt>
                <c:pt idx="229">
                  <c:v>61.43850555323</c:v>
                </c:pt>
                <c:pt idx="230">
                  <c:v>61.07432726772</c:v>
                </c:pt>
                <c:pt idx="231">
                  <c:v>60.7101489822</c:v>
                </c:pt>
                <c:pt idx="232">
                  <c:v>60.34597069669</c:v>
                </c:pt>
                <c:pt idx="233">
                  <c:v>59.98179241118</c:v>
                </c:pt>
                <c:pt idx="234">
                  <c:v>59.61761412566</c:v>
                </c:pt>
                <c:pt idx="235">
                  <c:v>59.25343584015</c:v>
                </c:pt>
                <c:pt idx="236">
                  <c:v>58.88925755463</c:v>
                </c:pt>
                <c:pt idx="237">
                  <c:v>58.52507926912</c:v>
                </c:pt>
                <c:pt idx="238">
                  <c:v>58.16090098361</c:v>
                </c:pt>
                <c:pt idx="239">
                  <c:v>57.79672269809</c:v>
                </c:pt>
                <c:pt idx="240">
                  <c:v>57.43254441258</c:v>
                </c:pt>
                <c:pt idx="241">
                  <c:v>57.06836612706</c:v>
                </c:pt>
                <c:pt idx="242">
                  <c:v>56.70418784155</c:v>
                </c:pt>
                <c:pt idx="243">
                  <c:v>56.34000955604</c:v>
                </c:pt>
                <c:pt idx="244">
                  <c:v>55.97583127052</c:v>
                </c:pt>
                <c:pt idx="245">
                  <c:v>55.61165298501</c:v>
                </c:pt>
                <c:pt idx="246">
                  <c:v>55.2474746995</c:v>
                </c:pt>
                <c:pt idx="247">
                  <c:v>54.88329641398</c:v>
                </c:pt>
                <c:pt idx="248">
                  <c:v>54.51911812847</c:v>
                </c:pt>
                <c:pt idx="249">
                  <c:v>54.15493984295</c:v>
                </c:pt>
                <c:pt idx="250">
                  <c:v>53.79076155744</c:v>
                </c:pt>
                <c:pt idx="251">
                  <c:v>53.42658327193</c:v>
                </c:pt>
                <c:pt idx="252">
                  <c:v>53.06240498641</c:v>
                </c:pt>
                <c:pt idx="253">
                  <c:v>52.6982267009</c:v>
                </c:pt>
                <c:pt idx="254">
                  <c:v>52.33404841538</c:v>
                </c:pt>
                <c:pt idx="255">
                  <c:v>51.96987012987</c:v>
                </c:pt>
                <c:pt idx="256">
                  <c:v>51.96987012987</c:v>
                </c:pt>
              </c:numCache>
            </c:numRef>
          </c:yVal>
        </c:ser>
        <c:ser>
          <c:idx val="1"/>
          <c:order val="1"/>
          <c:tx>
            <c:v>C1.3</c:v>
          </c:tx>
          <c:spPr>
            <a:solidFill>
              <a:srgbClr val="2CA02C"/>
            </a:solidFill>
            <a:ln w="23813">
              <a:solidFill>
                <a:srgbClr val="2CA02C"/>
              </a:solidFill>
            </a:ln>
          </c:spPr>
          <c:marker>
            <c:symbol val="none"/>
          </c:marker>
          <c:xVal>
            <c:numRef>
              <c:f>'Chart Data'!$C$2:$C$258</c:f>
              <c:numCache>
                <c:formatCode>General</c:formatCode>
                <c:ptCount val="257"/>
                <c:pt idx="0">
                  <c:v>0.572846110689</c:v>
                </c:pt>
                <c:pt idx="1">
                  <c:v>0.5661737393973</c:v>
                </c:pt>
                <c:pt idx="2">
                  <c:v>0.5605968858563</c:v>
                </c:pt>
                <c:pt idx="3">
                  <c:v>0.5561600937588</c:v>
                </c:pt>
                <c:pt idx="4">
                  <c:v>0.5528990548896</c:v>
                </c:pt>
                <c:pt idx="5">
                  <c:v>0.550840131187</c:v>
                </c:pt>
                <c:pt idx="6">
                  <c:v>0.55</c:v>
                </c:pt>
                <c:pt idx="7">
                  <c:v>0.5503854292135</c:v>
                </c:pt>
                <c:pt idx="8">
                  <c:v>0.5519931864782</c:v>
                </c:pt>
                <c:pt idx="9">
                  <c:v>0.5548100842449</c:v>
                </c:pt>
                <c:pt idx="10">
                  <c:v>0.5588131597224</c:v>
                </c:pt>
                <c:pt idx="11">
                  <c:v>0.563969986322</c:v>
                </c:pt>
                <c:pt idx="12">
                  <c:v>0.570239110679</c:v>
                </c:pt>
                <c:pt idx="13">
                  <c:v>0.5775706070114</c:v>
                </c:pt>
                <c:pt idx="14">
                  <c:v>0.5859067384472</c:v>
                </c:pt>
                <c:pt idx="15">
                  <c:v>0.5951827130698</c:v>
                </c:pt>
                <c:pt idx="16">
                  <c:v>0.6053275208415</c:v>
                </c:pt>
                <c:pt idx="17">
                  <c:v>0.6162648362984</c:v>
                </c:pt>
                <c:pt idx="18">
                  <c:v>0.6279139709954</c:v>
                </c:pt>
                <c:pt idx="19">
                  <c:v>0.6401908591261</c:v>
                </c:pt>
                <c:pt idx="20">
                  <c:v>0.6530090595607</c:v>
                </c:pt>
                <c:pt idx="21">
                  <c:v>0.6662807577217</c:v>
                </c:pt>
                <c:pt idx="22">
                  <c:v>0.6799177512472</c:v>
                </c:pt>
                <c:pt idx="23">
                  <c:v>0.6938324042425</c:v>
                </c:pt>
                <c:pt idx="24">
                  <c:v>0.7079385560662</c:v>
                </c:pt>
                <c:pt idx="25">
                  <c:v>0.7221523719962</c:v>
                </c:pt>
                <c:pt idx="26">
                  <c:v>0.736393124732</c:v>
                </c:pt>
                <c:pt idx="27">
                  <c:v>0.750583897466</c:v>
                </c:pt>
                <c:pt idx="28">
                  <c:v>0.7646522011424</c:v>
                </c:pt>
                <c:pt idx="29">
                  <c:v>0.778530500478</c:v>
                </c:pt>
                <c:pt idx="30">
                  <c:v>0.7921566452861</c:v>
                </c:pt>
                <c:pt idx="31">
                  <c:v>0.8054742055775</c:v>
                </c:pt>
                <c:pt idx="32">
                  <c:v>0.8184327107713</c:v>
                </c:pt>
                <c:pt idx="33">
                  <c:v>0.8309877950895</c:v>
                </c:pt>
                <c:pt idx="34">
                  <c:v>0.8431012527997</c:v>
                </c:pt>
                <c:pt idx="35">
                  <c:v>0.8547410083811</c:v>
                </c:pt>
                <c:pt idx="36">
                  <c:v>0.8658810079034</c:v>
                </c:pt>
                <c:pt idx="37">
                  <c:v>0.8765010389053</c:v>
                </c:pt>
                <c:pt idx="38">
                  <c:v>0.8865864868317</c:v>
                </c:pt>
                <c:pt idx="39">
                  <c:v>0.8961280366418</c:v>
                </c:pt>
                <c:pt idx="40">
                  <c:v>0.9051213285265</c:v>
                </c:pt>
                <c:pt idx="41">
                  <c:v>0.9135665767946</c:v>
                </c:pt>
                <c:pt idx="42">
                  <c:v>0.9214681609054</c:v>
                </c:pt>
                <c:pt idx="43">
                  <c:v>0.9288341973726</c:v>
                </c:pt>
                <c:pt idx="44">
                  <c:v>0.9356761008482</c:v>
                </c:pt>
                <c:pt idx="45">
                  <c:v>0.9420081421482</c:v>
                </c:pt>
                <c:pt idx="46">
                  <c:v>0.9478470103279</c:v>
                </c:pt>
                <c:pt idx="47">
                  <c:v>0.9532113851741</c:v>
                </c:pt>
                <c:pt idx="48">
                  <c:v>0.9581215256862</c:v>
                </c:pt>
                <c:pt idx="49">
                  <c:v>0.9625988792864</c:v>
                </c:pt>
                <c:pt idx="50">
                  <c:v>0.9666657156589</c:v>
                </c:pt>
                <c:pt idx="51">
                  <c:v>0.9703447882835</c:v>
                </c:pt>
                <c:pt idx="52">
                  <c:v>0.973659025926</c:v>
                </c:pt>
                <c:pt idx="53">
                  <c:v>0.9766312555858</c:v>
                </c:pt>
                <c:pt idx="54">
                  <c:v>0.9792839576908</c:v>
                </c:pt>
                <c:pt idx="55">
                  <c:v>0.9816390536955</c:v>
                </c:pt>
                <c:pt idx="56">
                  <c:v>0.9837177256624</c:v>
                </c:pt>
                <c:pt idx="57">
                  <c:v>0.9855402669191</c:v>
                </c:pt>
                <c:pt idx="58">
                  <c:v>0.9871259624677</c:v>
                </c:pt>
                <c:pt idx="59">
                  <c:v>0.9884929974879</c:v>
                </c:pt>
                <c:pt idx="60">
                  <c:v>0.9896583920129</c:v>
                </c:pt>
                <c:pt idx="61">
                  <c:v>0.9906379596702</c:v>
                </c:pt>
                <c:pt idx="62">
                  <c:v>0.9914462882531</c:v>
                </c:pt>
                <c:pt idx="63">
                  <c:v>0.9920967398283</c:v>
                </c:pt>
                <c:pt idx="64">
                  <c:v>0.9926014680693</c:v>
                </c:pt>
                <c:pt idx="65">
                  <c:v>0.9929714505439</c:v>
                </c:pt>
                <c:pt idx="66">
                  <c:v>0.9932165337532</c:v>
                </c:pt>
                <c:pt idx="67">
                  <c:v>0.9933454888211</c:v>
                </c:pt>
                <c:pt idx="68">
                  <c:v>0.9933660758614</c:v>
                </c:pt>
                <c:pt idx="69">
                  <c:v>0.9932851151888</c:v>
                </c:pt>
                <c:pt idx="70">
                  <c:v>0.9931085636956</c:v>
                </c:pt>
                <c:pt idx="71">
                  <c:v>0.9928415948734</c:v>
                </c:pt>
                <c:pt idx="72">
                  <c:v>0.9924886811177</c:v>
                </c:pt>
                <c:pt idx="73">
                  <c:v>0.9920536771115</c:v>
                </c:pt>
                <c:pt idx="74">
                  <c:v>0.9915399032331</c:v>
                </c:pt>
                <c:pt idx="75">
                  <c:v>0.9909502280745</c:v>
                </c:pt>
                <c:pt idx="76">
                  <c:v>0.9902871492907</c:v>
                </c:pt>
                <c:pt idx="77">
                  <c:v>0.9895528721146</c:v>
                </c:pt>
                <c:pt idx="78">
                  <c:v>0.9887493849854</c:v>
                </c:pt>
                <c:pt idx="79">
                  <c:v>0.9878785318275</c:v>
                </c:pt>
                <c:pt idx="80">
                  <c:v>0.986942080602</c:v>
                </c:pt>
                <c:pt idx="81">
                  <c:v>0.9859417878196</c:v>
                </c:pt>
                <c:pt idx="82">
                  <c:v>0.9848794587636</c:v>
                </c:pt>
                <c:pt idx="83">
                  <c:v>0.9837570032168</c:v>
                </c:pt>
                <c:pt idx="84">
                  <c:v>0.9825764865238</c:v>
                </c:pt>
                <c:pt idx="85">
                  <c:v>0.9813401758481</c:v>
                </c:pt>
                <c:pt idx="86">
                  <c:v>0.9800505815048</c:v>
                </c:pt>
                <c:pt idx="87">
                  <c:v>0.978710493262</c:v>
                </c:pt>
                <c:pt idx="88">
                  <c:v>0.9773230115165</c:v>
                </c:pt>
                <c:pt idx="89">
                  <c:v>0.975891573251</c:v>
                </c:pt>
                <c:pt idx="90">
                  <c:v>0.9744199726871</c:v>
                </c:pt>
                <c:pt idx="91">
                  <c:v>0.9729123765486</c:v>
                </c:pt>
                <c:pt idx="92">
                  <c:v>0.9713733338526</c:v>
                </c:pt>
                <c:pt idx="93">
                  <c:v>0.9698077801515</c:v>
                </c:pt>
                <c:pt idx="94">
                  <c:v>0.9682210361553</c:v>
                </c:pt>
                <c:pt idx="95">
                  <c:v>0.9666188006769</c:v>
                </c:pt>
                <c:pt idx="96">
                  <c:v>0.965007137859</c:v>
                </c:pt>
                <c:pt idx="97">
                  <c:v>0.9633924586671</c:v>
                </c:pt>
                <c:pt idx="98">
                  <c:v>0.9617814966612</c:v>
                </c:pt>
                <c:pt idx="99">
                  <c:v>0.9601812781005</c:v>
                </c:pt>
                <c:pt idx="100">
                  <c:v>0.9585990864792</c:v>
                </c:pt>
                <c:pt idx="101">
                  <c:v>0.9570424216503</c:v>
                </c:pt>
                <c:pt idx="102">
                  <c:v>0.9555189537533</c:v>
                </c:pt>
                <c:pt idx="103">
                  <c:v>0.9540364722334</c:v>
                </c:pt>
                <c:pt idx="104">
                  <c:v>0.9526028303177</c:v>
                </c:pt>
                <c:pt idx="105">
                  <c:v>0.9512258853912</c:v>
                </c:pt>
                <c:pt idx="106">
                  <c:v>0.9499134358036</c:v>
                </c:pt>
                <c:pt idx="107">
                  <c:v>0.9486731547198</c:v>
                </c:pt>
                <c:pt idx="108">
                  <c:v>0.9475125217134</c:v>
                </c:pt>
                <c:pt idx="109">
                  <c:v>0.9464387528818</c:v>
                </c:pt>
                <c:pt idx="110">
                  <c:v>0.9454587303345</c:v>
                </c:pt>
                <c:pt idx="111">
                  <c:v>0.944578931972</c:v>
                </c:pt>
                <c:pt idx="112">
                  <c:v>0.9438053625249</c:v>
                </c:pt>
                <c:pt idx="113">
                  <c:v>0.9431434868602</c:v>
                </c:pt>
                <c:pt idx="114">
                  <c:v>0.9425981665825</c:v>
                </c:pt>
                <c:pt idx="115">
                  <c:v>0.9421736009629</c:v>
                </c:pt>
                <c:pt idx="116">
                  <c:v>0.9418732732047</c:v>
                </c:pt>
                <c:pt idx="117">
                  <c:v>0.9416999030215</c:v>
                </c:pt>
                <c:pt idx="118">
                  <c:v>0.9416554064353</c:v>
                </c:pt>
                <c:pt idx="119">
                  <c:v>0.9417408636209</c:v>
                </c:pt>
                <c:pt idx="120">
                  <c:v>0.9419564955198</c:v>
                </c:pt>
                <c:pt idx="121">
                  <c:v>0.9423016498154</c:v>
                </c:pt>
                <c:pt idx="122">
                  <c:v>0.9427747967273</c:v>
                </c:pt>
                <c:pt idx="123">
                  <c:v>0.9433735349167</c:v>
                </c:pt>
                <c:pt idx="124">
                  <c:v>0.9440946076329</c:v>
                </c:pt>
                <c:pt idx="125">
                  <c:v>0.9449339290494</c:v>
                </c:pt>
                <c:pt idx="126">
                  <c:v>0.9458866205612</c:v>
                </c:pt>
                <c:pt idx="127">
                  <c:v>0.9469470566318</c:v>
                </c:pt>
                <c:pt idx="128">
                  <c:v>1.053052943368</c:v>
                </c:pt>
                <c:pt idx="129">
                  <c:v>1.054113379439</c:v>
                </c:pt>
                <c:pt idx="130">
                  <c:v>1.055066070951</c:v>
                </c:pt>
                <c:pt idx="131">
                  <c:v>1.055905392367</c:v>
                </c:pt>
                <c:pt idx="132">
                  <c:v>1.056626465083</c:v>
                </c:pt>
                <c:pt idx="133">
                  <c:v>1.057225203273</c:v>
                </c:pt>
                <c:pt idx="134">
                  <c:v>1.057698350185</c:v>
                </c:pt>
                <c:pt idx="135">
                  <c:v>1.05804350448</c:v>
                </c:pt>
                <c:pt idx="136">
                  <c:v>1.058259136379</c:v>
                </c:pt>
                <c:pt idx="137">
                  <c:v>1.058344593565</c:v>
                </c:pt>
                <c:pt idx="138">
                  <c:v>1.058300096978</c:v>
                </c:pt>
                <c:pt idx="139">
                  <c:v>1.058126726795</c:v>
                </c:pt>
                <c:pt idx="140">
                  <c:v>1.057826399037</c:v>
                </c:pt>
                <c:pt idx="141">
                  <c:v>1.057401833417</c:v>
                </c:pt>
                <c:pt idx="142">
                  <c:v>1.05685651314</c:v>
                </c:pt>
                <c:pt idx="143">
                  <c:v>1.056194637475</c:v>
                </c:pt>
                <c:pt idx="144">
                  <c:v>1.055421068028</c:v>
                </c:pt>
                <c:pt idx="145">
                  <c:v>1.054541269666</c:v>
                </c:pt>
                <c:pt idx="146">
                  <c:v>1.053561247118</c:v>
                </c:pt>
                <c:pt idx="147">
                  <c:v>1.052487478287</c:v>
                </c:pt>
                <c:pt idx="148">
                  <c:v>1.05132684528</c:v>
                </c:pt>
                <c:pt idx="149">
                  <c:v>1.050086564196</c:v>
                </c:pt>
                <c:pt idx="150">
                  <c:v>1.048774114609</c:v>
                </c:pt>
                <c:pt idx="151">
                  <c:v>1.047397169682</c:v>
                </c:pt>
                <c:pt idx="152">
                  <c:v>1.045963527767</c:v>
                </c:pt>
                <c:pt idx="153">
                  <c:v>1.044481046247</c:v>
                </c:pt>
                <c:pt idx="154">
                  <c:v>1.04295757835</c:v>
                </c:pt>
                <c:pt idx="155">
                  <c:v>1.041400913521</c:v>
                </c:pt>
                <c:pt idx="156">
                  <c:v>1.0398187219</c:v>
                </c:pt>
                <c:pt idx="157">
                  <c:v>1.038218503339</c:v>
                </c:pt>
                <c:pt idx="158">
                  <c:v>1.036607541333</c:v>
                </c:pt>
                <c:pt idx="159">
                  <c:v>1.034992862141</c:v>
                </c:pt>
                <c:pt idx="160">
                  <c:v>1.033381199323</c:v>
                </c:pt>
                <c:pt idx="161">
                  <c:v>1.031778963845</c:v>
                </c:pt>
                <c:pt idx="162">
                  <c:v>1.030192219849</c:v>
                </c:pt>
                <c:pt idx="163">
                  <c:v>1.028626666147</c:v>
                </c:pt>
                <c:pt idx="164">
                  <c:v>1.027087623451</c:v>
                </c:pt>
                <c:pt idx="165">
                  <c:v>1.025580027313</c:v>
                </c:pt>
                <c:pt idx="166">
                  <c:v>1.024108426749</c:v>
                </c:pt>
                <c:pt idx="167">
                  <c:v>1.022676988483</c:v>
                </c:pt>
                <c:pt idx="168">
                  <c:v>1.021289506738</c:v>
                </c:pt>
                <c:pt idx="169">
                  <c:v>1.019949418495</c:v>
                </c:pt>
                <c:pt idx="170">
                  <c:v>1.018659824152</c:v>
                </c:pt>
                <c:pt idx="171">
                  <c:v>1.017423513476</c:v>
                </c:pt>
                <c:pt idx="172">
                  <c:v>1.016242996783</c:v>
                </c:pt>
                <c:pt idx="173">
                  <c:v>1.015120541236</c:v>
                </c:pt>
                <c:pt idx="174">
                  <c:v>1.01405821218</c:v>
                </c:pt>
                <c:pt idx="175">
                  <c:v>1.013057919398</c:v>
                </c:pt>
                <c:pt idx="176">
                  <c:v>1.012121468173</c:v>
                </c:pt>
                <c:pt idx="177">
                  <c:v>1.011250615015</c:v>
                </c:pt>
                <c:pt idx="178">
                  <c:v>1.010447127885</c:v>
                </c:pt>
                <c:pt idx="179">
                  <c:v>1.009712850709</c:v>
                </c:pt>
                <c:pt idx="180">
                  <c:v>1.009049771925</c:v>
                </c:pt>
                <c:pt idx="181">
                  <c:v>1.008460096767</c:v>
                </c:pt>
                <c:pt idx="182">
                  <c:v>1.007946322888</c:v>
                </c:pt>
                <c:pt idx="183">
                  <c:v>1.007511318882</c:v>
                </c:pt>
                <c:pt idx="184">
                  <c:v>1.007158405127</c:v>
                </c:pt>
                <c:pt idx="185">
                  <c:v>1.006891436304</c:v>
                </c:pt>
                <c:pt idx="186">
                  <c:v>1.006714884811</c:v>
                </c:pt>
                <c:pt idx="187">
                  <c:v>1.006633924139</c:v>
                </c:pt>
                <c:pt idx="188">
                  <c:v>1.006654511179</c:v>
                </c:pt>
                <c:pt idx="189">
                  <c:v>1.006783466247</c:v>
                </c:pt>
                <c:pt idx="190">
                  <c:v>1.007028549456</c:v>
                </c:pt>
                <c:pt idx="191">
                  <c:v>1.007398531931</c:v>
                </c:pt>
                <c:pt idx="192">
                  <c:v>1.007903260172</c:v>
                </c:pt>
                <c:pt idx="193">
                  <c:v>1.008553711747</c:v>
                </c:pt>
                <c:pt idx="194">
                  <c:v>1.00936204033</c:v>
                </c:pt>
                <c:pt idx="195">
                  <c:v>1.010341607987</c:v>
                </c:pt>
                <c:pt idx="196">
                  <c:v>1.011507002512</c:v>
                </c:pt>
                <c:pt idx="197">
                  <c:v>1.012874037532</c:v>
                </c:pt>
                <c:pt idx="198">
                  <c:v>1.014459733081</c:v>
                </c:pt>
                <c:pt idx="199">
                  <c:v>1.016282274338</c:v>
                </c:pt>
                <c:pt idx="200">
                  <c:v>1.018360946304</c:v>
                </c:pt>
                <c:pt idx="201">
                  <c:v>1.020716042309</c:v>
                </c:pt>
                <c:pt idx="202">
                  <c:v>1.023368744414</c:v>
                </c:pt>
                <c:pt idx="203">
                  <c:v>1.026340974074</c:v>
                </c:pt>
                <c:pt idx="204">
                  <c:v>1.029655211717</c:v>
                </c:pt>
                <c:pt idx="205">
                  <c:v>1.033334284341</c:v>
                </c:pt>
                <c:pt idx="206">
                  <c:v>1.037401120714</c:v>
                </c:pt>
                <c:pt idx="207">
                  <c:v>1.041878474314</c:v>
                </c:pt>
                <c:pt idx="208">
                  <c:v>1.046788614826</c:v>
                </c:pt>
                <c:pt idx="209">
                  <c:v>1.052152989672</c:v>
                </c:pt>
                <c:pt idx="210">
                  <c:v>1.057991857852</c:v>
                </c:pt>
                <c:pt idx="211">
                  <c:v>1.064323899152</c:v>
                </c:pt>
                <c:pt idx="212">
                  <c:v>1.071165802627</c:v>
                </c:pt>
                <c:pt idx="213">
                  <c:v>1.078531839095</c:v>
                </c:pt>
                <c:pt idx="214">
                  <c:v>1.086433423205</c:v>
                </c:pt>
                <c:pt idx="215">
                  <c:v>1.094878671473</c:v>
                </c:pt>
                <c:pt idx="216">
                  <c:v>1.103871963358</c:v>
                </c:pt>
                <c:pt idx="217">
                  <c:v>1.113413513168</c:v>
                </c:pt>
                <c:pt idx="218">
                  <c:v>1.123498961095</c:v>
                </c:pt>
                <c:pt idx="219">
                  <c:v>1.134118992097</c:v>
                </c:pt>
                <c:pt idx="220">
                  <c:v>1.145258991619</c:v>
                </c:pt>
                <c:pt idx="221">
                  <c:v>1.1568987472</c:v>
                </c:pt>
                <c:pt idx="222">
                  <c:v>1.16901220491</c:v>
                </c:pt>
                <c:pt idx="223">
                  <c:v>1.181567289229</c:v>
                </c:pt>
                <c:pt idx="224">
                  <c:v>1.194525794422</c:v>
                </c:pt>
                <c:pt idx="225">
                  <c:v>1.207843354714</c:v>
                </c:pt>
                <c:pt idx="226">
                  <c:v>1.221469499522</c:v>
                </c:pt>
                <c:pt idx="227">
                  <c:v>1.235347798858</c:v>
                </c:pt>
                <c:pt idx="228">
                  <c:v>1.249416102534</c:v>
                </c:pt>
                <c:pt idx="229">
                  <c:v>1.263606875268</c:v>
                </c:pt>
                <c:pt idx="230">
                  <c:v>1.277847628004</c:v>
                </c:pt>
                <c:pt idx="231">
                  <c:v>1.292061443934</c:v>
                </c:pt>
                <c:pt idx="232">
                  <c:v>1.306167595757</c:v>
                </c:pt>
                <c:pt idx="233">
                  <c:v>1.320082248753</c:v>
                </c:pt>
                <c:pt idx="234">
                  <c:v>1.333719242278</c:v>
                </c:pt>
                <c:pt idx="235">
                  <c:v>1.346990940439</c:v>
                </c:pt>
                <c:pt idx="236">
                  <c:v>1.359809140874</c:v>
                </c:pt>
                <c:pt idx="237">
                  <c:v>1.372086029005</c:v>
                </c:pt>
                <c:pt idx="238">
                  <c:v>1.383735163702</c:v>
                </c:pt>
                <c:pt idx="239">
                  <c:v>1.394672479159</c:v>
                </c:pt>
                <c:pt idx="240">
                  <c:v>1.40481728693</c:v>
                </c:pt>
                <c:pt idx="241">
                  <c:v>1.414093261553</c:v>
                </c:pt>
                <c:pt idx="242">
                  <c:v>1.422429392989</c:v>
                </c:pt>
                <c:pt idx="243">
                  <c:v>1.429760889321</c:v>
                </c:pt>
                <c:pt idx="244">
                  <c:v>1.436030013678</c:v>
                </c:pt>
                <c:pt idx="245">
                  <c:v>1.441186840278</c:v>
                </c:pt>
                <c:pt idx="246">
                  <c:v>1.445189915755</c:v>
                </c:pt>
                <c:pt idx="247">
                  <c:v>1.448006813522</c:v>
                </c:pt>
                <c:pt idx="248">
                  <c:v>1.449614570787</c:v>
                </c:pt>
                <c:pt idx="249">
                  <c:v>1.45</c:v>
                </c:pt>
                <c:pt idx="250">
                  <c:v>1.449159868813</c:v>
                </c:pt>
                <c:pt idx="251">
                  <c:v>1.44710094511</c:v>
                </c:pt>
                <c:pt idx="252">
                  <c:v>1.443839906241</c:v>
                </c:pt>
                <c:pt idx="253">
                  <c:v>1.439403114144</c:v>
                </c:pt>
                <c:pt idx="254">
                  <c:v>1.433826260603</c:v>
                </c:pt>
                <c:pt idx="255">
                  <c:v>1.427153889311</c:v>
                </c:pt>
                <c:pt idx="256">
                  <c:v>0.572846110689</c:v>
                </c:pt>
              </c:numCache>
            </c:numRef>
          </c:xVal>
          <c:yVal>
            <c:numRef>
              <c:f>'Chart Data'!$D$2:$D$258</c:f>
              <c:numCache>
                <c:formatCode>0.0</c:formatCode>
                <c:ptCount val="257"/>
                <c:pt idx="0">
                  <c:v>88.06144515489</c:v>
                </c:pt>
                <c:pt idx="1">
                  <c:v>88.13872084473</c:v>
                </c:pt>
                <c:pt idx="2">
                  <c:v>88.21599653456</c:v>
                </c:pt>
                <c:pt idx="3">
                  <c:v>88.29327222439</c:v>
                </c:pt>
                <c:pt idx="4">
                  <c:v>88.37054791422</c:v>
                </c:pt>
                <c:pt idx="5">
                  <c:v>88.44782360406</c:v>
                </c:pt>
                <c:pt idx="6">
                  <c:v>88.52509929389</c:v>
                </c:pt>
                <c:pt idx="7">
                  <c:v>88.60237498372</c:v>
                </c:pt>
                <c:pt idx="8">
                  <c:v>88.67965067356</c:v>
                </c:pt>
                <c:pt idx="9">
                  <c:v>88.75692636339</c:v>
                </c:pt>
                <c:pt idx="10">
                  <c:v>88.83420205322</c:v>
                </c:pt>
                <c:pt idx="11">
                  <c:v>88.91147774306</c:v>
                </c:pt>
                <c:pt idx="12">
                  <c:v>88.98875343289</c:v>
                </c:pt>
                <c:pt idx="13">
                  <c:v>89.06602912272</c:v>
                </c:pt>
                <c:pt idx="14">
                  <c:v>89.14330481255</c:v>
                </c:pt>
                <c:pt idx="15">
                  <c:v>89.22058050239</c:v>
                </c:pt>
                <c:pt idx="16">
                  <c:v>89.29785619222</c:v>
                </c:pt>
                <c:pt idx="17">
                  <c:v>89.37513188205</c:v>
                </c:pt>
                <c:pt idx="18">
                  <c:v>89.45240757189</c:v>
                </c:pt>
                <c:pt idx="19">
                  <c:v>89.52968326172</c:v>
                </c:pt>
                <c:pt idx="20">
                  <c:v>89.60695895155</c:v>
                </c:pt>
                <c:pt idx="21">
                  <c:v>89.68423464138</c:v>
                </c:pt>
                <c:pt idx="22">
                  <c:v>89.76151033122</c:v>
                </c:pt>
                <c:pt idx="23">
                  <c:v>89.83878602105</c:v>
                </c:pt>
                <c:pt idx="24">
                  <c:v>89.91606171088</c:v>
                </c:pt>
                <c:pt idx="25">
                  <c:v>89.99333740072</c:v>
                </c:pt>
                <c:pt idx="26">
                  <c:v>90.07061309055</c:v>
                </c:pt>
                <c:pt idx="27">
                  <c:v>90.14788878038</c:v>
                </c:pt>
                <c:pt idx="28">
                  <c:v>90.22516447021</c:v>
                </c:pt>
                <c:pt idx="29">
                  <c:v>90.30244016005</c:v>
                </c:pt>
                <c:pt idx="30">
                  <c:v>90.37971584988</c:v>
                </c:pt>
                <c:pt idx="31">
                  <c:v>90.45699153971</c:v>
                </c:pt>
                <c:pt idx="32">
                  <c:v>90.53426722955</c:v>
                </c:pt>
                <c:pt idx="33">
                  <c:v>90.61154291938</c:v>
                </c:pt>
                <c:pt idx="34">
                  <c:v>90.68881860921</c:v>
                </c:pt>
                <c:pt idx="35">
                  <c:v>90.76609429904</c:v>
                </c:pt>
                <c:pt idx="36">
                  <c:v>90.84336998888</c:v>
                </c:pt>
                <c:pt idx="37">
                  <c:v>90.92064567871</c:v>
                </c:pt>
                <c:pt idx="38">
                  <c:v>90.99792136854</c:v>
                </c:pt>
                <c:pt idx="39">
                  <c:v>91.07519705838</c:v>
                </c:pt>
                <c:pt idx="40">
                  <c:v>91.15247274821</c:v>
                </c:pt>
                <c:pt idx="41">
                  <c:v>91.22974843804</c:v>
                </c:pt>
                <c:pt idx="42">
                  <c:v>91.30702412788</c:v>
                </c:pt>
                <c:pt idx="43">
                  <c:v>91.38429981771</c:v>
                </c:pt>
                <c:pt idx="44">
                  <c:v>91.46157550754</c:v>
                </c:pt>
                <c:pt idx="45">
                  <c:v>91.53885119737</c:v>
                </c:pt>
                <c:pt idx="46">
                  <c:v>91.61612688721</c:v>
                </c:pt>
                <c:pt idx="47">
                  <c:v>91.69340257704</c:v>
                </c:pt>
                <c:pt idx="48">
                  <c:v>91.77067826687</c:v>
                </c:pt>
                <c:pt idx="49">
                  <c:v>91.84795395671</c:v>
                </c:pt>
                <c:pt idx="50">
                  <c:v>91.92522964654</c:v>
                </c:pt>
                <c:pt idx="51">
                  <c:v>92.00250533637</c:v>
                </c:pt>
                <c:pt idx="52">
                  <c:v>92.0797810262</c:v>
                </c:pt>
                <c:pt idx="53">
                  <c:v>92.15705671604</c:v>
                </c:pt>
                <c:pt idx="54">
                  <c:v>92.23433240587</c:v>
                </c:pt>
                <c:pt idx="55">
                  <c:v>92.3116080957</c:v>
                </c:pt>
                <c:pt idx="56">
                  <c:v>92.38888378554</c:v>
                </c:pt>
                <c:pt idx="57">
                  <c:v>92.46615947537</c:v>
                </c:pt>
                <c:pt idx="58">
                  <c:v>92.5434351652</c:v>
                </c:pt>
                <c:pt idx="59">
                  <c:v>92.62071085503</c:v>
                </c:pt>
                <c:pt idx="60">
                  <c:v>92.69798654487</c:v>
                </c:pt>
                <c:pt idx="61">
                  <c:v>92.7752622347</c:v>
                </c:pt>
                <c:pt idx="62">
                  <c:v>92.85253792453</c:v>
                </c:pt>
                <c:pt idx="63">
                  <c:v>92.92981361437</c:v>
                </c:pt>
                <c:pt idx="64">
                  <c:v>93.0070893042</c:v>
                </c:pt>
                <c:pt idx="65">
                  <c:v>93.08436499403</c:v>
                </c:pt>
                <c:pt idx="66">
                  <c:v>93.16164068386</c:v>
                </c:pt>
                <c:pt idx="67">
                  <c:v>93.2389163737</c:v>
                </c:pt>
                <c:pt idx="68">
                  <c:v>93.31619206353</c:v>
                </c:pt>
                <c:pt idx="69">
                  <c:v>93.39346775336</c:v>
                </c:pt>
                <c:pt idx="70">
                  <c:v>93.4707434432</c:v>
                </c:pt>
                <c:pt idx="71">
                  <c:v>93.54801913303</c:v>
                </c:pt>
                <c:pt idx="72">
                  <c:v>93.62529482286</c:v>
                </c:pt>
                <c:pt idx="73">
                  <c:v>93.7025705127</c:v>
                </c:pt>
                <c:pt idx="74">
                  <c:v>93.77984620253</c:v>
                </c:pt>
                <c:pt idx="75">
                  <c:v>93.85712189236</c:v>
                </c:pt>
                <c:pt idx="76">
                  <c:v>93.93439758219</c:v>
                </c:pt>
                <c:pt idx="77">
                  <c:v>94.01167327203</c:v>
                </c:pt>
                <c:pt idx="78">
                  <c:v>94.08894896186</c:v>
                </c:pt>
                <c:pt idx="79">
                  <c:v>94.16622465169</c:v>
                </c:pt>
                <c:pt idx="80">
                  <c:v>94.24350034153</c:v>
                </c:pt>
                <c:pt idx="81">
                  <c:v>94.32077603136</c:v>
                </c:pt>
                <c:pt idx="82">
                  <c:v>94.39805172119</c:v>
                </c:pt>
                <c:pt idx="83">
                  <c:v>94.47532741102</c:v>
                </c:pt>
                <c:pt idx="84">
                  <c:v>94.55260310086</c:v>
                </c:pt>
                <c:pt idx="85">
                  <c:v>94.62987879069</c:v>
                </c:pt>
                <c:pt idx="86">
                  <c:v>94.70715448052</c:v>
                </c:pt>
                <c:pt idx="87">
                  <c:v>94.78443017036</c:v>
                </c:pt>
                <c:pt idx="88">
                  <c:v>94.86170586019</c:v>
                </c:pt>
                <c:pt idx="89">
                  <c:v>94.93898155002</c:v>
                </c:pt>
                <c:pt idx="90">
                  <c:v>95.01625723985</c:v>
                </c:pt>
                <c:pt idx="91">
                  <c:v>95.09353292969</c:v>
                </c:pt>
                <c:pt idx="92">
                  <c:v>95.17080861952</c:v>
                </c:pt>
                <c:pt idx="93">
                  <c:v>95.24808430935</c:v>
                </c:pt>
                <c:pt idx="94">
                  <c:v>95.32535999919</c:v>
                </c:pt>
                <c:pt idx="95">
                  <c:v>95.40263568902</c:v>
                </c:pt>
                <c:pt idx="96">
                  <c:v>95.47991137885</c:v>
                </c:pt>
                <c:pt idx="97">
                  <c:v>95.55718706868</c:v>
                </c:pt>
                <c:pt idx="98">
                  <c:v>95.63446275852</c:v>
                </c:pt>
                <c:pt idx="99">
                  <c:v>95.71173844835</c:v>
                </c:pt>
                <c:pt idx="100">
                  <c:v>95.78901413818</c:v>
                </c:pt>
                <c:pt idx="101">
                  <c:v>95.86628982802</c:v>
                </c:pt>
                <c:pt idx="102">
                  <c:v>95.94356551785</c:v>
                </c:pt>
                <c:pt idx="103">
                  <c:v>96.02084120768</c:v>
                </c:pt>
                <c:pt idx="104">
                  <c:v>96.09811689752</c:v>
                </c:pt>
                <c:pt idx="105">
                  <c:v>96.17539258735</c:v>
                </c:pt>
                <c:pt idx="106">
                  <c:v>96.25266827718</c:v>
                </c:pt>
                <c:pt idx="107">
                  <c:v>96.32994396701</c:v>
                </c:pt>
                <c:pt idx="108">
                  <c:v>96.40721965685</c:v>
                </c:pt>
                <c:pt idx="109">
                  <c:v>96.48449534668</c:v>
                </c:pt>
                <c:pt idx="110">
                  <c:v>96.56177103651</c:v>
                </c:pt>
                <c:pt idx="111">
                  <c:v>96.63904672635</c:v>
                </c:pt>
                <c:pt idx="112">
                  <c:v>96.71632241618</c:v>
                </c:pt>
                <c:pt idx="113">
                  <c:v>96.79359810601</c:v>
                </c:pt>
                <c:pt idx="114">
                  <c:v>96.87087379584</c:v>
                </c:pt>
                <c:pt idx="115">
                  <c:v>96.94814948568</c:v>
                </c:pt>
                <c:pt idx="116">
                  <c:v>97.02542517551</c:v>
                </c:pt>
                <c:pt idx="117">
                  <c:v>97.10270086534</c:v>
                </c:pt>
                <c:pt idx="118">
                  <c:v>97.17997655518</c:v>
                </c:pt>
                <c:pt idx="119">
                  <c:v>97.25725224501</c:v>
                </c:pt>
                <c:pt idx="120">
                  <c:v>97.33452793484</c:v>
                </c:pt>
                <c:pt idx="121">
                  <c:v>97.41180362467</c:v>
                </c:pt>
                <c:pt idx="122">
                  <c:v>97.48907931451</c:v>
                </c:pt>
                <c:pt idx="123">
                  <c:v>97.56635500434</c:v>
                </c:pt>
                <c:pt idx="124">
                  <c:v>97.64363069417</c:v>
                </c:pt>
                <c:pt idx="125">
                  <c:v>97.72090638401</c:v>
                </c:pt>
                <c:pt idx="126">
                  <c:v>97.79818207384</c:v>
                </c:pt>
                <c:pt idx="127">
                  <c:v>97.87545776367</c:v>
                </c:pt>
                <c:pt idx="128">
                  <c:v>97.87545776367</c:v>
                </c:pt>
                <c:pt idx="129">
                  <c:v>97.79818207384</c:v>
                </c:pt>
                <c:pt idx="130">
                  <c:v>97.72090638401</c:v>
                </c:pt>
                <c:pt idx="131">
                  <c:v>97.64363069417</c:v>
                </c:pt>
                <c:pt idx="132">
                  <c:v>97.56635500434</c:v>
                </c:pt>
                <c:pt idx="133">
                  <c:v>97.48907931451</c:v>
                </c:pt>
                <c:pt idx="134">
                  <c:v>97.41180362467</c:v>
                </c:pt>
                <c:pt idx="135">
                  <c:v>97.33452793484</c:v>
                </c:pt>
                <c:pt idx="136">
                  <c:v>97.25725224501</c:v>
                </c:pt>
                <c:pt idx="137">
                  <c:v>97.17997655518</c:v>
                </c:pt>
                <c:pt idx="138">
                  <c:v>97.10270086534</c:v>
                </c:pt>
                <c:pt idx="139">
                  <c:v>97.02542517551</c:v>
                </c:pt>
                <c:pt idx="140">
                  <c:v>96.94814948568</c:v>
                </c:pt>
                <c:pt idx="141">
                  <c:v>96.87087379584</c:v>
                </c:pt>
                <c:pt idx="142">
                  <c:v>96.79359810601</c:v>
                </c:pt>
                <c:pt idx="143">
                  <c:v>96.71632241618</c:v>
                </c:pt>
                <c:pt idx="144">
                  <c:v>96.63904672635</c:v>
                </c:pt>
                <c:pt idx="145">
                  <c:v>96.56177103651</c:v>
                </c:pt>
                <c:pt idx="146">
                  <c:v>96.48449534668</c:v>
                </c:pt>
                <c:pt idx="147">
                  <c:v>96.40721965685</c:v>
                </c:pt>
                <c:pt idx="148">
                  <c:v>96.32994396701</c:v>
                </c:pt>
                <c:pt idx="149">
                  <c:v>96.25266827718</c:v>
                </c:pt>
                <c:pt idx="150">
                  <c:v>96.17539258735</c:v>
                </c:pt>
                <c:pt idx="151">
                  <c:v>96.09811689752</c:v>
                </c:pt>
                <c:pt idx="152">
                  <c:v>96.02084120768</c:v>
                </c:pt>
                <c:pt idx="153">
                  <c:v>95.94356551785</c:v>
                </c:pt>
                <c:pt idx="154">
                  <c:v>95.86628982802</c:v>
                </c:pt>
                <c:pt idx="155">
                  <c:v>95.78901413818</c:v>
                </c:pt>
                <c:pt idx="156">
                  <c:v>95.71173844835</c:v>
                </c:pt>
                <c:pt idx="157">
                  <c:v>95.63446275852</c:v>
                </c:pt>
                <c:pt idx="158">
                  <c:v>95.55718706868</c:v>
                </c:pt>
                <c:pt idx="159">
                  <c:v>95.47991137885</c:v>
                </c:pt>
                <c:pt idx="160">
                  <c:v>95.40263568902</c:v>
                </c:pt>
                <c:pt idx="161">
                  <c:v>95.32535999919</c:v>
                </c:pt>
                <c:pt idx="162">
                  <c:v>95.24808430935</c:v>
                </c:pt>
                <c:pt idx="163">
                  <c:v>95.17080861952</c:v>
                </c:pt>
                <c:pt idx="164">
                  <c:v>95.09353292969</c:v>
                </c:pt>
                <c:pt idx="165">
                  <c:v>95.01625723985</c:v>
                </c:pt>
                <c:pt idx="166">
                  <c:v>94.93898155002</c:v>
                </c:pt>
                <c:pt idx="167">
                  <c:v>94.86170586019</c:v>
                </c:pt>
                <c:pt idx="168">
                  <c:v>94.78443017036</c:v>
                </c:pt>
                <c:pt idx="169">
                  <c:v>94.70715448052</c:v>
                </c:pt>
                <c:pt idx="170">
                  <c:v>94.62987879069</c:v>
                </c:pt>
                <c:pt idx="171">
                  <c:v>94.55260310086</c:v>
                </c:pt>
                <c:pt idx="172">
                  <c:v>94.47532741102</c:v>
                </c:pt>
                <c:pt idx="173">
                  <c:v>94.39805172119</c:v>
                </c:pt>
                <c:pt idx="174">
                  <c:v>94.32077603136</c:v>
                </c:pt>
                <c:pt idx="175">
                  <c:v>94.24350034153</c:v>
                </c:pt>
                <c:pt idx="176">
                  <c:v>94.16622465169</c:v>
                </c:pt>
                <c:pt idx="177">
                  <c:v>94.08894896186</c:v>
                </c:pt>
                <c:pt idx="178">
                  <c:v>94.01167327203</c:v>
                </c:pt>
                <c:pt idx="179">
                  <c:v>93.93439758219</c:v>
                </c:pt>
                <c:pt idx="180">
                  <c:v>93.85712189236</c:v>
                </c:pt>
                <c:pt idx="181">
                  <c:v>93.77984620253</c:v>
                </c:pt>
                <c:pt idx="182">
                  <c:v>93.7025705127</c:v>
                </c:pt>
                <c:pt idx="183">
                  <c:v>93.62529482286</c:v>
                </c:pt>
                <c:pt idx="184">
                  <c:v>93.54801913303</c:v>
                </c:pt>
                <c:pt idx="185">
                  <c:v>93.4707434432</c:v>
                </c:pt>
                <c:pt idx="186">
                  <c:v>93.39346775336</c:v>
                </c:pt>
                <c:pt idx="187">
                  <c:v>93.31619206353</c:v>
                </c:pt>
                <c:pt idx="188">
                  <c:v>93.2389163737</c:v>
                </c:pt>
                <c:pt idx="189">
                  <c:v>93.16164068386</c:v>
                </c:pt>
                <c:pt idx="190">
                  <c:v>93.08436499403</c:v>
                </c:pt>
                <c:pt idx="191">
                  <c:v>93.0070893042</c:v>
                </c:pt>
                <c:pt idx="192">
                  <c:v>92.92981361437</c:v>
                </c:pt>
                <c:pt idx="193">
                  <c:v>92.85253792453</c:v>
                </c:pt>
                <c:pt idx="194">
                  <c:v>92.7752622347</c:v>
                </c:pt>
                <c:pt idx="195">
                  <c:v>92.69798654487</c:v>
                </c:pt>
                <c:pt idx="196">
                  <c:v>92.62071085503</c:v>
                </c:pt>
                <c:pt idx="197">
                  <c:v>92.5434351652</c:v>
                </c:pt>
                <c:pt idx="198">
                  <c:v>92.46615947537</c:v>
                </c:pt>
                <c:pt idx="199">
                  <c:v>92.38888378554</c:v>
                </c:pt>
                <c:pt idx="200">
                  <c:v>92.3116080957</c:v>
                </c:pt>
                <c:pt idx="201">
                  <c:v>92.23433240587</c:v>
                </c:pt>
                <c:pt idx="202">
                  <c:v>92.15705671604</c:v>
                </c:pt>
                <c:pt idx="203">
                  <c:v>92.0797810262</c:v>
                </c:pt>
                <c:pt idx="204">
                  <c:v>92.00250533637</c:v>
                </c:pt>
                <c:pt idx="205">
                  <c:v>91.92522964654</c:v>
                </c:pt>
                <c:pt idx="206">
                  <c:v>91.84795395671</c:v>
                </c:pt>
                <c:pt idx="207">
                  <c:v>91.77067826687</c:v>
                </c:pt>
                <c:pt idx="208">
                  <c:v>91.69340257704</c:v>
                </c:pt>
                <c:pt idx="209">
                  <c:v>91.61612688721</c:v>
                </c:pt>
                <c:pt idx="210">
                  <c:v>91.53885119737</c:v>
                </c:pt>
                <c:pt idx="211">
                  <c:v>91.46157550754</c:v>
                </c:pt>
                <c:pt idx="212">
                  <c:v>91.38429981771</c:v>
                </c:pt>
                <c:pt idx="213">
                  <c:v>91.30702412788</c:v>
                </c:pt>
                <c:pt idx="214">
                  <c:v>91.22974843804</c:v>
                </c:pt>
                <c:pt idx="215">
                  <c:v>91.15247274821</c:v>
                </c:pt>
                <c:pt idx="216">
                  <c:v>91.07519705838</c:v>
                </c:pt>
                <c:pt idx="217">
                  <c:v>90.99792136854</c:v>
                </c:pt>
                <c:pt idx="218">
                  <c:v>90.92064567871</c:v>
                </c:pt>
                <c:pt idx="219">
                  <c:v>90.84336998888</c:v>
                </c:pt>
                <c:pt idx="220">
                  <c:v>90.76609429904</c:v>
                </c:pt>
                <c:pt idx="221">
                  <c:v>90.68881860921</c:v>
                </c:pt>
                <c:pt idx="222">
                  <c:v>90.61154291938</c:v>
                </c:pt>
                <c:pt idx="223">
                  <c:v>90.53426722955</c:v>
                </c:pt>
                <c:pt idx="224">
                  <c:v>90.45699153971</c:v>
                </c:pt>
                <c:pt idx="225">
                  <c:v>90.37971584988</c:v>
                </c:pt>
                <c:pt idx="226">
                  <c:v>90.30244016005</c:v>
                </c:pt>
                <c:pt idx="227">
                  <c:v>90.22516447021</c:v>
                </c:pt>
                <c:pt idx="228">
                  <c:v>90.14788878038</c:v>
                </c:pt>
                <c:pt idx="229">
                  <c:v>90.07061309055</c:v>
                </c:pt>
                <c:pt idx="230">
                  <c:v>89.99333740072</c:v>
                </c:pt>
                <c:pt idx="231">
                  <c:v>89.91606171088</c:v>
                </c:pt>
                <c:pt idx="232">
                  <c:v>89.83878602105</c:v>
                </c:pt>
                <c:pt idx="233">
                  <c:v>89.76151033122</c:v>
                </c:pt>
                <c:pt idx="234">
                  <c:v>89.68423464138</c:v>
                </c:pt>
                <c:pt idx="235">
                  <c:v>89.60695895155</c:v>
                </c:pt>
                <c:pt idx="236">
                  <c:v>89.52968326172</c:v>
                </c:pt>
                <c:pt idx="237">
                  <c:v>89.45240757189</c:v>
                </c:pt>
                <c:pt idx="238">
                  <c:v>89.37513188205</c:v>
                </c:pt>
                <c:pt idx="239">
                  <c:v>89.29785619222</c:v>
                </c:pt>
                <c:pt idx="240">
                  <c:v>89.22058050239</c:v>
                </c:pt>
                <c:pt idx="241">
                  <c:v>89.14330481255</c:v>
                </c:pt>
                <c:pt idx="242">
                  <c:v>89.06602912272</c:v>
                </c:pt>
                <c:pt idx="243">
                  <c:v>88.98875343289</c:v>
                </c:pt>
                <c:pt idx="244">
                  <c:v>88.91147774306</c:v>
                </c:pt>
                <c:pt idx="245">
                  <c:v>88.83420205322</c:v>
                </c:pt>
                <c:pt idx="246">
                  <c:v>88.75692636339</c:v>
                </c:pt>
                <c:pt idx="247">
                  <c:v>88.67965067356</c:v>
                </c:pt>
                <c:pt idx="248">
                  <c:v>88.60237498372</c:v>
                </c:pt>
                <c:pt idx="249">
                  <c:v>88.52509929389</c:v>
                </c:pt>
                <c:pt idx="250">
                  <c:v>88.44782360406</c:v>
                </c:pt>
                <c:pt idx="251">
                  <c:v>88.37054791422</c:v>
                </c:pt>
                <c:pt idx="252">
                  <c:v>88.29327222439</c:v>
                </c:pt>
                <c:pt idx="253">
                  <c:v>88.21599653456</c:v>
                </c:pt>
                <c:pt idx="254">
                  <c:v>88.13872084473</c:v>
                </c:pt>
                <c:pt idx="255">
                  <c:v>88.06144515489</c:v>
                </c:pt>
                <c:pt idx="256">
                  <c:v>88.06144515489</c:v>
                </c:pt>
              </c:numCache>
            </c:numRef>
          </c:yVal>
        </c:ser>
        <c:ser>
          <c:idx val="2"/>
          <c:order val="2"/>
          <c:tx>
            <c:v>C1.4</c:v>
          </c:tx>
          <c:spPr>
            <a:solidFill>
              <a:srgbClr val="D62728"/>
            </a:solidFill>
            <a:ln w="23813">
              <a:solidFill>
                <a:srgbClr val="D62728"/>
              </a:solidFill>
            </a:ln>
          </c:spPr>
          <c:marker>
            <c:symbol val="none"/>
          </c:marker>
          <c:xVal>
            <c:numRef>
              <c:f>'Chart Data'!$E$2:$E$258</c:f>
              <c:numCache>
                <c:formatCode>General</c:formatCode>
                <c:ptCount val="257"/>
                <c:pt idx="0">
                  <c:v>1.971499824689</c:v>
                </c:pt>
                <c:pt idx="1">
                  <c:v>1.971583313831</c:v>
                </c:pt>
                <c:pt idx="2">
                  <c:v>1.971832400404</c:v>
                </c:pt>
                <c:pt idx="3">
                  <c:v>1.972242717399</c:v>
                </c:pt>
                <c:pt idx="4">
                  <c:v>1.972807130324</c:v>
                </c:pt>
                <c:pt idx="5">
                  <c:v>1.97351594126</c:v>
                </c:pt>
                <c:pt idx="6">
                  <c:v>1.974357162939</c:v>
                </c:pt>
                <c:pt idx="7">
                  <c:v>1.975316851715</c:v>
                </c:pt>
                <c:pt idx="8">
                  <c:v>1.976379486175</c:v>
                </c:pt>
                <c:pt idx="9">
                  <c:v>1.977528376559</c:v>
                </c:pt>
                <c:pt idx="10">
                  <c:v>1.97874608942</c:v>
                </c:pt>
                <c:pt idx="11">
                  <c:v>1.980014871841</c:v>
                </c:pt>
                <c:pt idx="12">
                  <c:v>1.981317060179</c:v>
                </c:pt>
                <c:pt idx="13">
                  <c:v>1.98263545956</c:v>
                </c:pt>
                <c:pt idx="14">
                  <c:v>1.98395368218</c:v>
                </c:pt>
                <c:pt idx="15">
                  <c:v>1.985256434675</c:v>
                </c:pt>
                <c:pt idx="16">
                  <c:v>1.986529747348</c:v>
                </c:pt>
                <c:pt idx="17">
                  <c:v>1.987761140687</c:v>
                </c:pt>
                <c:pt idx="18">
                  <c:v>1.988939727257</c:v>
                </c:pt>
                <c:pt idx="19">
                  <c:v>1.990056249593</c:v>
                </c:pt>
                <c:pt idx="20">
                  <c:v>1.991103056969</c:v>
                </c:pt>
                <c:pt idx="21">
                  <c:v>1.992074025967</c:v>
                </c:pt>
                <c:pt idx="22">
                  <c:v>1.992964431297</c:v>
                </c:pt>
                <c:pt idx="23">
                  <c:v>1.993770774577</c:v>
                </c:pt>
                <c:pt idx="24">
                  <c:v>1.994490579566</c:v>
                </c:pt>
                <c:pt idx="25">
                  <c:v>1.995122162747</c:v>
                </c:pt>
                <c:pt idx="26">
                  <c:v>1.995664388257</c:v>
                </c:pt>
                <c:pt idx="27">
                  <c:v>1.996116415914</c:v>
                </c:pt>
                <c:pt idx="28">
                  <c:v>1.996477450658</c:v>
                </c:pt>
                <c:pt idx="29">
                  <c:v>1.996746501066</c:v>
                </c:pt>
                <c:pt idx="30">
                  <c:v>1.996922153883</c:v>
                </c:pt>
                <c:pt idx="31">
                  <c:v>1.997002370629</c:v>
                </c:pt>
                <c:pt idx="32">
                  <c:v>1.996984311522</c:v>
                </c:pt>
                <c:pt idx="33">
                  <c:v>1.996864191028</c:v>
                </c:pt>
                <c:pt idx="34">
                  <c:v>1.996637168461</c:v>
                </c:pt>
                <c:pt idx="35">
                  <c:v>1.996297276136</c:v>
                </c:pt>
                <c:pt idx="36">
                  <c:v>1.995837386662</c:v>
                </c:pt>
                <c:pt idx="37">
                  <c:v>1.995249219956</c:v>
                </c:pt>
                <c:pt idx="38">
                  <c:v>1.994523389585</c:v>
                </c:pt>
                <c:pt idx="39">
                  <c:v>1.993649486932</c:v>
                </c:pt>
                <c:pt idx="40">
                  <c:v>1.992616200573</c:v>
                </c:pt>
                <c:pt idx="41">
                  <c:v>1.99141146707</c:v>
                </c:pt>
                <c:pt idx="42">
                  <c:v>1.990022648185</c:v>
                </c:pt>
                <c:pt idx="43">
                  <c:v>1.988436728377</c:v>
                </c:pt>
                <c:pt idx="44">
                  <c:v>1.986640525341</c:v>
                </c:pt>
                <c:pt idx="45">
                  <c:v>1.98462090546</c:v>
                </c:pt>
                <c:pt idx="46">
                  <c:v>1.98236499534</c:v>
                </c:pt>
                <c:pt idx="47">
                  <c:v>1.979860380263</c:v>
                </c:pt>
                <c:pt idx="48">
                  <c:v>1.977095280423</c:v>
                </c:pt>
                <c:pt idx="49">
                  <c:v>1.974058696345</c:v>
                </c:pt>
                <c:pt idx="50">
                  <c:v>1.970740515878</c:v>
                </c:pt>
                <c:pt idx="51">
                  <c:v>1.967131576756</c:v>
                </c:pt>
                <c:pt idx="52">
                  <c:v>1.963223680735</c:v>
                </c:pt>
                <c:pt idx="53">
                  <c:v>1.959009557862</c:v>
                </c:pt>
                <c:pt idx="54">
                  <c:v>1.954482782343</c:v>
                </c:pt>
                <c:pt idx="55">
                  <c:v>1.94963764455</c:v>
                </c:pt>
                <c:pt idx="56">
                  <c:v>1.944468986972</c:v>
                </c:pt>
                <c:pt idx="57">
                  <c:v>1.938972014957</c:v>
                </c:pt>
                <c:pt idx="58">
                  <c:v>1.93314209592</c:v>
                </c:pt>
                <c:pt idx="59">
                  <c:v>1.926974562951</c:v>
                </c:pt>
                <c:pt idx="60">
                  <c:v>1.920464540366</c:v>
                </c:pt>
                <c:pt idx="61">
                  <c:v>1.913606809478</c:v>
                </c:pt>
                <c:pt idx="62">
                  <c:v>1.90639573265</c:v>
                </c:pt>
                <c:pt idx="63">
                  <c:v>1.898825252429</c:v>
                </c:pt>
                <c:pt idx="64">
                  <c:v>1.89088898024</c:v>
                </c:pt>
                <c:pt idx="65">
                  <c:v>1.882580385813</c:v>
                </c:pt>
                <c:pt idx="66">
                  <c:v>1.873893094283</c:v>
                </c:pt>
                <c:pt idx="67">
                  <c:v>1.864821292974</c:v>
                </c:pt>
                <c:pt idx="68">
                  <c:v>1.855360244393</c:v>
                </c:pt>
                <c:pt idx="69">
                  <c:v>1.845506896231</c:v>
                </c:pt>
                <c:pt idx="70">
                  <c:v>1.835260573402</c:v>
                </c:pt>
                <c:pt idx="71">
                  <c:v>1.824623731716</c:v>
                </c:pt>
                <c:pt idx="72">
                  <c:v>1.813602747856</c:v>
                </c:pt>
                <c:pt idx="73">
                  <c:v>1.80220871623</c:v>
                </c:pt>
                <c:pt idx="74">
                  <c:v>1.790458220242</c:v>
                </c:pt>
                <c:pt idx="75">
                  <c:v>1.778374043652</c:v>
                </c:pt>
                <c:pt idx="76">
                  <c:v>1.765985787279</c:v>
                </c:pt>
                <c:pt idx="77">
                  <c:v>1.75333035723</c:v>
                </c:pt>
                <c:pt idx="78">
                  <c:v>1.740452293312</c:v>
                </c:pt>
                <c:pt idx="79">
                  <c:v>1.727403910178</c:v>
                </c:pt>
                <c:pt idx="80">
                  <c:v>1.714245228971</c:v>
                </c:pt>
                <c:pt idx="81">
                  <c:v>1.701043683729</c:v>
                </c:pt>
                <c:pt idx="82">
                  <c:v>1.687873594242</c:v>
                </c:pt>
                <c:pt idx="83">
                  <c:v>1.674815405332</c:v>
                </c:pt>
                <c:pt idx="84">
                  <c:v>1.661954701219</c:v>
                </c:pt>
                <c:pt idx="85">
                  <c:v>1.649381012532</c:v>
                </c:pt>
                <c:pt idx="86">
                  <c:v>1.637186442194</c:v>
                </c:pt>
                <c:pt idx="87">
                  <c:v>1.625464144502</c:v>
                </c:pt>
                <c:pt idx="88">
                  <c:v>1.614306698862</c:v>
                </c:pt>
                <c:pt idx="89">
                  <c:v>1.603804425455</c:v>
                </c:pt>
                <c:pt idx="90">
                  <c:v>1.594043694249</c:v>
                </c:pt>
                <c:pt idx="91">
                  <c:v>1.585105280983</c:v>
                </c:pt>
                <c:pt idx="92">
                  <c:v>1.577062823784</c:v>
                </c:pt>
                <c:pt idx="93">
                  <c:v>1.569981431864</c:v>
                </c:pt>
                <c:pt idx="94">
                  <c:v>1.563916493189</c:v>
                </c:pt>
                <c:pt idx="95">
                  <c:v>1.558912721337</c:v>
                </c:pt>
                <c:pt idx="96">
                  <c:v>1.555003473097</c:v>
                </c:pt>
                <c:pt idx="97">
                  <c:v>1.552210358107</c:v>
                </c:pt>
                <c:pt idx="98">
                  <c:v>1.550543150434</c:v>
                </c:pt>
                <c:pt idx="99">
                  <c:v>1.55</c:v>
                </c:pt>
                <c:pt idx="100">
                  <c:v>1.550567929757</c:v>
                </c:pt>
                <c:pt idx="101">
                  <c:v>1.552223593109</c:v>
                </c:pt>
                <c:pt idx="102">
                  <c:v>1.554934255927</c:v>
                </c:pt>
                <c:pt idx="103">
                  <c:v>1.558658959019</c:v>
                </c:pt>
                <c:pt idx="104">
                  <c:v>1.563349810764</c:v>
                </c:pt>
                <c:pt idx="105">
                  <c:v>1.568953355819</c:v>
                </c:pt>
                <c:pt idx="106">
                  <c:v>1.575411964892</c:v>
                </c:pt>
                <c:pt idx="107">
                  <c:v>1.582665192192</c:v>
                </c:pt>
                <c:pt idx="108">
                  <c:v>1.590651051504</c:v>
                </c:pt>
                <c:pt idx="109">
                  <c:v>1.599307168332</c:v>
                </c:pt>
                <c:pt idx="110">
                  <c:v>1.608571773975</c:v>
                </c:pt>
                <c:pt idx="111">
                  <c:v>1.618384517092</c:v>
                </c:pt>
                <c:pt idx="112">
                  <c:v>1.628687078792</c:v>
                </c:pt>
                <c:pt idx="113">
                  <c:v>1.639423587841</c:v>
                </c:pt>
                <c:pt idx="114">
                  <c:v>1.650540842751</c:v>
                </c:pt>
                <c:pt idx="115">
                  <c:v>1.661988356621</c:v>
                </c:pt>
                <c:pt idx="116">
                  <c:v>1.67371824833</c:v>
                </c:pt>
                <c:pt idx="117">
                  <c:v>1.685685009617</c:v>
                </c:pt>
                <c:pt idx="118">
                  <c:v>1.697845181513</c:v>
                </c:pt>
                <c:pt idx="119">
                  <c:v>1.710156975497</c:v>
                </c:pt>
                <c:pt idx="120">
                  <c:v>1.722579874582</c:v>
                </c:pt>
                <c:pt idx="121">
                  <c:v>1.735074247542</c:v>
                </c:pt>
                <c:pt idx="122">
                  <c:v>1.747601005849</c:v>
                </c:pt>
                <c:pt idx="123">
                  <c:v>1.760121327983</c:v>
                </c:pt>
                <c:pt idx="124">
                  <c:v>1.772596469906</c:v>
                </c:pt>
                <c:pt idx="125">
                  <c:v>1.784987674101</c:v>
                </c:pt>
                <c:pt idx="126">
                  <c:v>1.797256183024</c:v>
                </c:pt>
                <c:pt idx="127">
                  <c:v>1.809363356444</c:v>
                </c:pt>
                <c:pt idx="128">
                  <c:v>2.190636643556</c:v>
                </c:pt>
                <c:pt idx="129">
                  <c:v>2.202743816976</c:v>
                </c:pt>
                <c:pt idx="130">
                  <c:v>2.215012325899</c:v>
                </c:pt>
                <c:pt idx="131">
                  <c:v>2.227403530094</c:v>
                </c:pt>
                <c:pt idx="132">
                  <c:v>2.239878672017</c:v>
                </c:pt>
                <c:pt idx="133">
                  <c:v>2.252398994151</c:v>
                </c:pt>
                <c:pt idx="134">
                  <c:v>2.264925752458</c:v>
                </c:pt>
                <c:pt idx="135">
                  <c:v>2.277420125418</c:v>
                </c:pt>
                <c:pt idx="136">
                  <c:v>2.289843024503</c:v>
                </c:pt>
                <c:pt idx="137">
                  <c:v>2.302154818487</c:v>
                </c:pt>
                <c:pt idx="138">
                  <c:v>2.314314990383</c:v>
                </c:pt>
                <c:pt idx="139">
                  <c:v>2.32628175167</c:v>
                </c:pt>
                <c:pt idx="140">
                  <c:v>2.338011643379</c:v>
                </c:pt>
                <c:pt idx="141">
                  <c:v>2.349459157249</c:v>
                </c:pt>
                <c:pt idx="142">
                  <c:v>2.360576412159</c:v>
                </c:pt>
                <c:pt idx="143">
                  <c:v>2.371312921208</c:v>
                </c:pt>
                <c:pt idx="144">
                  <c:v>2.381615482908</c:v>
                </c:pt>
                <c:pt idx="145">
                  <c:v>2.391428226025</c:v>
                </c:pt>
                <c:pt idx="146">
                  <c:v>2.400692831668</c:v>
                </c:pt>
                <c:pt idx="147">
                  <c:v>2.409348948496</c:v>
                </c:pt>
                <c:pt idx="148">
                  <c:v>2.417334807808</c:v>
                </c:pt>
                <c:pt idx="149">
                  <c:v>2.424588035108</c:v>
                </c:pt>
                <c:pt idx="150">
                  <c:v>2.431046644181</c:v>
                </c:pt>
                <c:pt idx="151">
                  <c:v>2.436650189236</c:v>
                </c:pt>
                <c:pt idx="152">
                  <c:v>2.441341040981</c:v>
                </c:pt>
                <c:pt idx="153">
                  <c:v>2.445065744073</c:v>
                </c:pt>
                <c:pt idx="154">
                  <c:v>2.447776406891</c:v>
                </c:pt>
                <c:pt idx="155">
                  <c:v>2.449432070243</c:v>
                </c:pt>
                <c:pt idx="156">
                  <c:v>2.45</c:v>
                </c:pt>
                <c:pt idx="157">
                  <c:v>2.449456849566</c:v>
                </c:pt>
                <c:pt idx="158">
                  <c:v>2.447789641893</c:v>
                </c:pt>
                <c:pt idx="159">
                  <c:v>2.444996526903</c:v>
                </c:pt>
                <c:pt idx="160">
                  <c:v>2.441087278663</c:v>
                </c:pt>
                <c:pt idx="161">
                  <c:v>2.436083506811</c:v>
                </c:pt>
                <c:pt idx="162">
                  <c:v>2.430018568136</c:v>
                </c:pt>
                <c:pt idx="163">
                  <c:v>2.422937176216</c:v>
                </c:pt>
                <c:pt idx="164">
                  <c:v>2.414894719017</c:v>
                </c:pt>
                <c:pt idx="165">
                  <c:v>2.405956305751</c:v>
                </c:pt>
                <c:pt idx="166">
                  <c:v>2.396195574545</c:v>
                </c:pt>
                <c:pt idx="167">
                  <c:v>2.385693301138</c:v>
                </c:pt>
                <c:pt idx="168">
                  <c:v>2.374535855498</c:v>
                </c:pt>
                <c:pt idx="169">
                  <c:v>2.362813557806</c:v>
                </c:pt>
                <c:pt idx="170">
                  <c:v>2.350618987468</c:v>
                </c:pt>
                <c:pt idx="171">
                  <c:v>2.338045298781</c:v>
                </c:pt>
                <c:pt idx="172">
                  <c:v>2.325184594668</c:v>
                </c:pt>
                <c:pt idx="173">
                  <c:v>2.312126405758</c:v>
                </c:pt>
                <c:pt idx="174">
                  <c:v>2.298956316271</c:v>
                </c:pt>
                <c:pt idx="175">
                  <c:v>2.285754771029</c:v>
                </c:pt>
                <c:pt idx="176">
                  <c:v>2.272596089822</c:v>
                </c:pt>
                <c:pt idx="177">
                  <c:v>2.259547706688</c:v>
                </c:pt>
                <c:pt idx="178">
                  <c:v>2.24666964277</c:v>
                </c:pt>
                <c:pt idx="179">
                  <c:v>2.234014212721</c:v>
                </c:pt>
                <c:pt idx="180">
                  <c:v>2.221625956348</c:v>
                </c:pt>
                <c:pt idx="181">
                  <c:v>2.209541779758</c:v>
                </c:pt>
                <c:pt idx="182">
                  <c:v>2.19779128377</c:v>
                </c:pt>
                <c:pt idx="183">
                  <c:v>2.186397252144</c:v>
                </c:pt>
                <c:pt idx="184">
                  <c:v>2.175376268284</c:v>
                </c:pt>
                <c:pt idx="185">
                  <c:v>2.164739426598</c:v>
                </c:pt>
                <c:pt idx="186">
                  <c:v>2.154493103769</c:v>
                </c:pt>
                <c:pt idx="187">
                  <c:v>2.144639755607</c:v>
                </c:pt>
                <c:pt idx="188">
                  <c:v>2.135178707026</c:v>
                </c:pt>
                <c:pt idx="189">
                  <c:v>2.126106905717</c:v>
                </c:pt>
                <c:pt idx="190">
                  <c:v>2.117419614187</c:v>
                </c:pt>
                <c:pt idx="191">
                  <c:v>2.10911101976</c:v>
                </c:pt>
                <c:pt idx="192">
                  <c:v>2.101174747571</c:v>
                </c:pt>
                <c:pt idx="193">
                  <c:v>2.09360426735</c:v>
                </c:pt>
                <c:pt idx="194">
                  <c:v>2.086393190522</c:v>
                </c:pt>
                <c:pt idx="195">
                  <c:v>2.079535459634</c:v>
                </c:pt>
                <c:pt idx="196">
                  <c:v>2.073025437049</c:v>
                </c:pt>
                <c:pt idx="197">
                  <c:v>2.06685790408</c:v>
                </c:pt>
                <c:pt idx="198">
                  <c:v>2.061027985043</c:v>
                </c:pt>
                <c:pt idx="199">
                  <c:v>2.055531013028</c:v>
                </c:pt>
                <c:pt idx="200">
                  <c:v>2.05036235545</c:v>
                </c:pt>
                <c:pt idx="201">
                  <c:v>2.045517217657</c:v>
                </c:pt>
                <c:pt idx="202">
                  <c:v>2.040990442138</c:v>
                </c:pt>
                <c:pt idx="203">
                  <c:v>2.036776319265</c:v>
                </c:pt>
                <c:pt idx="204">
                  <c:v>2.032868423244</c:v>
                </c:pt>
                <c:pt idx="205">
                  <c:v>2.029259484122</c:v>
                </c:pt>
                <c:pt idx="206">
                  <c:v>2.025941303655</c:v>
                </c:pt>
                <c:pt idx="207">
                  <c:v>2.022904719577</c:v>
                </c:pt>
                <c:pt idx="208">
                  <c:v>2.020139619737</c:v>
                </c:pt>
                <c:pt idx="209">
                  <c:v>2.01763500466</c:v>
                </c:pt>
                <c:pt idx="210">
                  <c:v>2.01537909454</c:v>
                </c:pt>
                <c:pt idx="211">
                  <c:v>2.013359474659</c:v>
                </c:pt>
                <c:pt idx="212">
                  <c:v>2.011563271623</c:v>
                </c:pt>
                <c:pt idx="213">
                  <c:v>2.009977351815</c:v>
                </c:pt>
                <c:pt idx="214">
                  <c:v>2.00858853293</c:v>
                </c:pt>
                <c:pt idx="215">
                  <c:v>2.007383799427</c:v>
                </c:pt>
                <c:pt idx="216">
                  <c:v>2.006350513068</c:v>
                </c:pt>
                <c:pt idx="217">
                  <c:v>2.005476610415</c:v>
                </c:pt>
                <c:pt idx="218">
                  <c:v>2.004750780044</c:v>
                </c:pt>
                <c:pt idx="219">
                  <c:v>2.004162613338</c:v>
                </c:pt>
                <c:pt idx="220">
                  <c:v>2.003702723864</c:v>
                </c:pt>
                <c:pt idx="221">
                  <c:v>2.003362831539</c:v>
                </c:pt>
                <c:pt idx="222">
                  <c:v>2.003135808972</c:v>
                </c:pt>
                <c:pt idx="223">
                  <c:v>2.003015688478</c:v>
                </c:pt>
                <c:pt idx="224">
                  <c:v>2.002997629371</c:v>
                </c:pt>
                <c:pt idx="225">
                  <c:v>2.003077846117</c:v>
                </c:pt>
                <c:pt idx="226">
                  <c:v>2.003253498934</c:v>
                </c:pt>
                <c:pt idx="227">
                  <c:v>2.003522549342</c:v>
                </c:pt>
                <c:pt idx="228">
                  <c:v>2.003883584086</c:v>
                </c:pt>
                <c:pt idx="229">
                  <c:v>2.004335611743</c:v>
                </c:pt>
                <c:pt idx="230">
                  <c:v>2.004877837253</c:v>
                </c:pt>
                <c:pt idx="231">
                  <c:v>2.005509420434</c:v>
                </c:pt>
                <c:pt idx="232">
                  <c:v>2.006229225423</c:v>
                </c:pt>
                <c:pt idx="233">
                  <c:v>2.007035568703</c:v>
                </c:pt>
                <c:pt idx="234">
                  <c:v>2.007925974033</c:v>
                </c:pt>
                <c:pt idx="235">
                  <c:v>2.008896943031</c:v>
                </c:pt>
                <c:pt idx="236">
                  <c:v>2.009943750407</c:v>
                </c:pt>
                <c:pt idx="237">
                  <c:v>2.011060272743</c:v>
                </c:pt>
                <c:pt idx="238">
                  <c:v>2.012238859313</c:v>
                </c:pt>
                <c:pt idx="239">
                  <c:v>2.013470252652</c:v>
                </c:pt>
                <c:pt idx="240">
                  <c:v>2.014743565325</c:v>
                </c:pt>
                <c:pt idx="241">
                  <c:v>2.01604631782</c:v>
                </c:pt>
                <c:pt idx="242">
                  <c:v>2.01736454044</c:v>
                </c:pt>
                <c:pt idx="243">
                  <c:v>2.018682939821</c:v>
                </c:pt>
                <c:pt idx="244">
                  <c:v>2.019985128159</c:v>
                </c:pt>
                <c:pt idx="245">
                  <c:v>2.02125391058</c:v>
                </c:pt>
                <c:pt idx="246">
                  <c:v>2.022471623441</c:v>
                </c:pt>
                <c:pt idx="247">
                  <c:v>2.023620513825</c:v>
                </c:pt>
                <c:pt idx="248">
                  <c:v>2.024683148285</c:v>
                </c:pt>
                <c:pt idx="249">
                  <c:v>2.025642837061</c:v>
                </c:pt>
                <c:pt idx="250">
                  <c:v>2.02648405874</c:v>
                </c:pt>
                <c:pt idx="251">
                  <c:v>2.027192869676</c:v>
                </c:pt>
                <c:pt idx="252">
                  <c:v>2.027757282601</c:v>
                </c:pt>
                <c:pt idx="253">
                  <c:v>2.028167599596</c:v>
                </c:pt>
                <c:pt idx="254">
                  <c:v>2.028416686169</c:v>
                </c:pt>
                <c:pt idx="255">
                  <c:v>2.028500175311</c:v>
                </c:pt>
                <c:pt idx="256">
                  <c:v>1.971499824689</c:v>
                </c:pt>
              </c:numCache>
            </c:numRef>
          </c:xVal>
          <c:yVal>
            <c:numRef>
              <c:f>'Chart Data'!$F$2:$F$258</c:f>
              <c:numCache>
                <c:formatCode>0.0</c:formatCode>
                <c:ptCount val="257"/>
                <c:pt idx="0">
                  <c:v>83.76883116883</c:v>
                </c:pt>
                <c:pt idx="1">
                  <c:v>83.7848933998</c:v>
                </c:pt>
                <c:pt idx="2">
                  <c:v>83.80095563076</c:v>
                </c:pt>
                <c:pt idx="3">
                  <c:v>83.81701786172</c:v>
                </c:pt>
                <c:pt idx="4">
                  <c:v>83.83308009269</c:v>
                </c:pt>
                <c:pt idx="5">
                  <c:v>83.84914232365</c:v>
                </c:pt>
                <c:pt idx="6">
                  <c:v>83.86520455462</c:v>
                </c:pt>
                <c:pt idx="7">
                  <c:v>83.88126678558</c:v>
                </c:pt>
                <c:pt idx="8">
                  <c:v>83.89732901655</c:v>
                </c:pt>
                <c:pt idx="9">
                  <c:v>83.91339124751</c:v>
                </c:pt>
                <c:pt idx="10">
                  <c:v>83.92945347847</c:v>
                </c:pt>
                <c:pt idx="11">
                  <c:v>83.94551570944</c:v>
                </c:pt>
                <c:pt idx="12">
                  <c:v>83.9615779404</c:v>
                </c:pt>
                <c:pt idx="13">
                  <c:v>83.97764017137</c:v>
                </c:pt>
                <c:pt idx="14">
                  <c:v>83.99370240233</c:v>
                </c:pt>
                <c:pt idx="15">
                  <c:v>84.0097646333</c:v>
                </c:pt>
                <c:pt idx="16">
                  <c:v>84.02582686426</c:v>
                </c:pt>
                <c:pt idx="17">
                  <c:v>84.04188909523</c:v>
                </c:pt>
                <c:pt idx="18">
                  <c:v>84.05795132619</c:v>
                </c:pt>
                <c:pt idx="19">
                  <c:v>84.07401355715</c:v>
                </c:pt>
                <c:pt idx="20">
                  <c:v>84.09007578812</c:v>
                </c:pt>
                <c:pt idx="21">
                  <c:v>84.10613801908</c:v>
                </c:pt>
                <c:pt idx="22">
                  <c:v>84.12220025005</c:v>
                </c:pt>
                <c:pt idx="23">
                  <c:v>84.13826248101</c:v>
                </c:pt>
                <c:pt idx="24">
                  <c:v>84.15432471198</c:v>
                </c:pt>
                <c:pt idx="25">
                  <c:v>84.17038694294</c:v>
                </c:pt>
                <c:pt idx="26">
                  <c:v>84.1864491739</c:v>
                </c:pt>
                <c:pt idx="27">
                  <c:v>84.20251140487</c:v>
                </c:pt>
                <c:pt idx="28">
                  <c:v>84.21857363583</c:v>
                </c:pt>
                <c:pt idx="29">
                  <c:v>84.2346358668</c:v>
                </c:pt>
                <c:pt idx="30">
                  <c:v>84.25069809776</c:v>
                </c:pt>
                <c:pt idx="31">
                  <c:v>84.26676032873</c:v>
                </c:pt>
                <c:pt idx="32">
                  <c:v>84.28282255969</c:v>
                </c:pt>
                <c:pt idx="33">
                  <c:v>84.29888479065</c:v>
                </c:pt>
                <c:pt idx="34">
                  <c:v>84.31494702162</c:v>
                </c:pt>
                <c:pt idx="35">
                  <c:v>84.33100925258</c:v>
                </c:pt>
                <c:pt idx="36">
                  <c:v>84.34707148355</c:v>
                </c:pt>
                <c:pt idx="37">
                  <c:v>84.36313371451</c:v>
                </c:pt>
                <c:pt idx="38">
                  <c:v>84.37919594548</c:v>
                </c:pt>
                <c:pt idx="39">
                  <c:v>84.39525817644</c:v>
                </c:pt>
                <c:pt idx="40">
                  <c:v>84.41132040741</c:v>
                </c:pt>
                <c:pt idx="41">
                  <c:v>84.42738263837</c:v>
                </c:pt>
                <c:pt idx="42">
                  <c:v>84.44344486933</c:v>
                </c:pt>
                <c:pt idx="43">
                  <c:v>84.4595071003</c:v>
                </c:pt>
                <c:pt idx="44">
                  <c:v>84.47556933126</c:v>
                </c:pt>
                <c:pt idx="45">
                  <c:v>84.49163156223</c:v>
                </c:pt>
                <c:pt idx="46">
                  <c:v>84.50769379319</c:v>
                </c:pt>
                <c:pt idx="47">
                  <c:v>84.52375602416</c:v>
                </c:pt>
                <c:pt idx="48">
                  <c:v>84.53981825512</c:v>
                </c:pt>
                <c:pt idx="49">
                  <c:v>84.55588048608</c:v>
                </c:pt>
                <c:pt idx="50">
                  <c:v>84.57194271705</c:v>
                </c:pt>
                <c:pt idx="51">
                  <c:v>84.58800494801</c:v>
                </c:pt>
                <c:pt idx="52">
                  <c:v>84.60406717898</c:v>
                </c:pt>
                <c:pt idx="53">
                  <c:v>84.62012940994</c:v>
                </c:pt>
                <c:pt idx="54">
                  <c:v>84.63619164091</c:v>
                </c:pt>
                <c:pt idx="55">
                  <c:v>84.65225387187</c:v>
                </c:pt>
                <c:pt idx="56">
                  <c:v>84.66831610284</c:v>
                </c:pt>
                <c:pt idx="57">
                  <c:v>84.6843783338</c:v>
                </c:pt>
                <c:pt idx="58">
                  <c:v>84.70044056476</c:v>
                </c:pt>
                <c:pt idx="59">
                  <c:v>84.71650279573</c:v>
                </c:pt>
                <c:pt idx="60">
                  <c:v>84.73256502669</c:v>
                </c:pt>
                <c:pt idx="61">
                  <c:v>84.74862725766</c:v>
                </c:pt>
                <c:pt idx="62">
                  <c:v>84.76468948862</c:v>
                </c:pt>
                <c:pt idx="63">
                  <c:v>84.78075171959</c:v>
                </c:pt>
                <c:pt idx="64">
                  <c:v>84.79681395055</c:v>
                </c:pt>
                <c:pt idx="65">
                  <c:v>84.81287618151</c:v>
                </c:pt>
                <c:pt idx="66">
                  <c:v>84.82893841248</c:v>
                </c:pt>
                <c:pt idx="67">
                  <c:v>84.84500064344</c:v>
                </c:pt>
                <c:pt idx="68">
                  <c:v>84.86106287441</c:v>
                </c:pt>
                <c:pt idx="69">
                  <c:v>84.87712510537</c:v>
                </c:pt>
                <c:pt idx="70">
                  <c:v>84.89318733634</c:v>
                </c:pt>
                <c:pt idx="71">
                  <c:v>84.9092495673</c:v>
                </c:pt>
                <c:pt idx="72">
                  <c:v>84.92531179826</c:v>
                </c:pt>
                <c:pt idx="73">
                  <c:v>84.94137402923</c:v>
                </c:pt>
                <c:pt idx="74">
                  <c:v>84.95743626019</c:v>
                </c:pt>
                <c:pt idx="75">
                  <c:v>84.97349849116</c:v>
                </c:pt>
                <c:pt idx="76">
                  <c:v>84.98956072212</c:v>
                </c:pt>
                <c:pt idx="77">
                  <c:v>85.00562295309</c:v>
                </c:pt>
                <c:pt idx="78">
                  <c:v>85.02168518405</c:v>
                </c:pt>
                <c:pt idx="79">
                  <c:v>85.03774741502</c:v>
                </c:pt>
                <c:pt idx="80">
                  <c:v>85.05380964598</c:v>
                </c:pt>
                <c:pt idx="81">
                  <c:v>85.06987187694</c:v>
                </c:pt>
                <c:pt idx="82">
                  <c:v>85.08593410791</c:v>
                </c:pt>
                <c:pt idx="83">
                  <c:v>85.10199633887</c:v>
                </c:pt>
                <c:pt idx="84">
                  <c:v>85.11805856984</c:v>
                </c:pt>
                <c:pt idx="85">
                  <c:v>85.1341208008</c:v>
                </c:pt>
                <c:pt idx="86">
                  <c:v>85.15018303177</c:v>
                </c:pt>
                <c:pt idx="87">
                  <c:v>85.16624526273</c:v>
                </c:pt>
                <c:pt idx="88">
                  <c:v>85.18230749369</c:v>
                </c:pt>
                <c:pt idx="89">
                  <c:v>85.19836972466</c:v>
                </c:pt>
                <c:pt idx="90">
                  <c:v>85.21443195562</c:v>
                </c:pt>
                <c:pt idx="91">
                  <c:v>85.23049418659</c:v>
                </c:pt>
                <c:pt idx="92">
                  <c:v>85.24655641755</c:v>
                </c:pt>
                <c:pt idx="93">
                  <c:v>85.26261864852</c:v>
                </c:pt>
                <c:pt idx="94">
                  <c:v>85.27868087948</c:v>
                </c:pt>
                <c:pt idx="95">
                  <c:v>85.29474311045</c:v>
                </c:pt>
                <c:pt idx="96">
                  <c:v>85.31080534141</c:v>
                </c:pt>
                <c:pt idx="97">
                  <c:v>85.32686757237</c:v>
                </c:pt>
                <c:pt idx="98">
                  <c:v>85.34292980334</c:v>
                </c:pt>
                <c:pt idx="99">
                  <c:v>85.3589920343</c:v>
                </c:pt>
                <c:pt idx="100">
                  <c:v>85.37505426527</c:v>
                </c:pt>
                <c:pt idx="101">
                  <c:v>85.39111649623</c:v>
                </c:pt>
                <c:pt idx="102">
                  <c:v>85.4071787272</c:v>
                </c:pt>
                <c:pt idx="103">
                  <c:v>85.42324095816</c:v>
                </c:pt>
                <c:pt idx="104">
                  <c:v>85.43930318912</c:v>
                </c:pt>
                <c:pt idx="105">
                  <c:v>85.45536542009</c:v>
                </c:pt>
                <c:pt idx="106">
                  <c:v>85.47142765105</c:v>
                </c:pt>
                <c:pt idx="107">
                  <c:v>85.48748988202</c:v>
                </c:pt>
                <c:pt idx="108">
                  <c:v>85.50355211298</c:v>
                </c:pt>
                <c:pt idx="109">
                  <c:v>85.51961434395</c:v>
                </c:pt>
                <c:pt idx="110">
                  <c:v>85.53567657491</c:v>
                </c:pt>
                <c:pt idx="111">
                  <c:v>85.55173880587</c:v>
                </c:pt>
                <c:pt idx="112">
                  <c:v>85.56780103684</c:v>
                </c:pt>
                <c:pt idx="113">
                  <c:v>85.5838632678</c:v>
                </c:pt>
                <c:pt idx="114">
                  <c:v>85.59992549877</c:v>
                </c:pt>
                <c:pt idx="115">
                  <c:v>85.61598772973</c:v>
                </c:pt>
                <c:pt idx="116">
                  <c:v>85.6320499607</c:v>
                </c:pt>
                <c:pt idx="117">
                  <c:v>85.64811219166</c:v>
                </c:pt>
                <c:pt idx="118">
                  <c:v>85.66417442263</c:v>
                </c:pt>
                <c:pt idx="119">
                  <c:v>85.68023665359</c:v>
                </c:pt>
                <c:pt idx="120">
                  <c:v>85.69629888455</c:v>
                </c:pt>
                <c:pt idx="121">
                  <c:v>85.71236111552</c:v>
                </c:pt>
                <c:pt idx="122">
                  <c:v>85.72842334648</c:v>
                </c:pt>
                <c:pt idx="123">
                  <c:v>85.74448557745</c:v>
                </c:pt>
                <c:pt idx="124">
                  <c:v>85.76054780841</c:v>
                </c:pt>
                <c:pt idx="125">
                  <c:v>85.77661003938</c:v>
                </c:pt>
                <c:pt idx="126">
                  <c:v>85.79267227034</c:v>
                </c:pt>
                <c:pt idx="127">
                  <c:v>85.8087345013</c:v>
                </c:pt>
                <c:pt idx="128">
                  <c:v>85.8087345013</c:v>
                </c:pt>
                <c:pt idx="129">
                  <c:v>85.79267227034</c:v>
                </c:pt>
                <c:pt idx="130">
                  <c:v>85.77661003938</c:v>
                </c:pt>
                <c:pt idx="131">
                  <c:v>85.76054780841</c:v>
                </c:pt>
                <c:pt idx="132">
                  <c:v>85.74448557745</c:v>
                </c:pt>
                <c:pt idx="133">
                  <c:v>85.72842334648</c:v>
                </c:pt>
                <c:pt idx="134">
                  <c:v>85.71236111552</c:v>
                </c:pt>
                <c:pt idx="135">
                  <c:v>85.69629888455</c:v>
                </c:pt>
                <c:pt idx="136">
                  <c:v>85.68023665359</c:v>
                </c:pt>
                <c:pt idx="137">
                  <c:v>85.66417442263</c:v>
                </c:pt>
                <c:pt idx="138">
                  <c:v>85.64811219166</c:v>
                </c:pt>
                <c:pt idx="139">
                  <c:v>85.6320499607</c:v>
                </c:pt>
                <c:pt idx="140">
                  <c:v>85.61598772973</c:v>
                </c:pt>
                <c:pt idx="141">
                  <c:v>85.59992549877</c:v>
                </c:pt>
                <c:pt idx="142">
                  <c:v>85.5838632678</c:v>
                </c:pt>
                <c:pt idx="143">
                  <c:v>85.56780103684</c:v>
                </c:pt>
                <c:pt idx="144">
                  <c:v>85.55173880587</c:v>
                </c:pt>
                <c:pt idx="145">
                  <c:v>85.53567657491</c:v>
                </c:pt>
                <c:pt idx="146">
                  <c:v>85.51961434395</c:v>
                </c:pt>
                <c:pt idx="147">
                  <c:v>85.50355211298</c:v>
                </c:pt>
                <c:pt idx="148">
                  <c:v>85.48748988202</c:v>
                </c:pt>
                <c:pt idx="149">
                  <c:v>85.47142765105</c:v>
                </c:pt>
                <c:pt idx="150">
                  <c:v>85.45536542009</c:v>
                </c:pt>
                <c:pt idx="151">
                  <c:v>85.43930318912</c:v>
                </c:pt>
                <c:pt idx="152">
                  <c:v>85.42324095816</c:v>
                </c:pt>
                <c:pt idx="153">
                  <c:v>85.4071787272</c:v>
                </c:pt>
                <c:pt idx="154">
                  <c:v>85.39111649623</c:v>
                </c:pt>
                <c:pt idx="155">
                  <c:v>85.37505426527</c:v>
                </c:pt>
                <c:pt idx="156">
                  <c:v>85.3589920343</c:v>
                </c:pt>
                <c:pt idx="157">
                  <c:v>85.34292980334</c:v>
                </c:pt>
                <c:pt idx="158">
                  <c:v>85.32686757237</c:v>
                </c:pt>
                <c:pt idx="159">
                  <c:v>85.31080534141</c:v>
                </c:pt>
                <c:pt idx="160">
                  <c:v>85.29474311045</c:v>
                </c:pt>
                <c:pt idx="161">
                  <c:v>85.27868087948</c:v>
                </c:pt>
                <c:pt idx="162">
                  <c:v>85.26261864852</c:v>
                </c:pt>
                <c:pt idx="163">
                  <c:v>85.24655641755</c:v>
                </c:pt>
                <c:pt idx="164">
                  <c:v>85.23049418659</c:v>
                </c:pt>
                <c:pt idx="165">
                  <c:v>85.21443195562</c:v>
                </c:pt>
                <c:pt idx="166">
                  <c:v>85.19836972466</c:v>
                </c:pt>
                <c:pt idx="167">
                  <c:v>85.18230749369</c:v>
                </c:pt>
                <c:pt idx="168">
                  <c:v>85.16624526273</c:v>
                </c:pt>
                <c:pt idx="169">
                  <c:v>85.15018303177</c:v>
                </c:pt>
                <c:pt idx="170">
                  <c:v>85.1341208008</c:v>
                </c:pt>
                <c:pt idx="171">
                  <c:v>85.11805856984</c:v>
                </c:pt>
                <c:pt idx="172">
                  <c:v>85.10199633887</c:v>
                </c:pt>
                <c:pt idx="173">
                  <c:v>85.08593410791</c:v>
                </c:pt>
                <c:pt idx="174">
                  <c:v>85.06987187694</c:v>
                </c:pt>
                <c:pt idx="175">
                  <c:v>85.05380964598</c:v>
                </c:pt>
                <c:pt idx="176">
                  <c:v>85.03774741502</c:v>
                </c:pt>
                <c:pt idx="177">
                  <c:v>85.02168518405</c:v>
                </c:pt>
                <c:pt idx="178">
                  <c:v>85.00562295309</c:v>
                </c:pt>
                <c:pt idx="179">
                  <c:v>84.98956072212</c:v>
                </c:pt>
                <c:pt idx="180">
                  <c:v>84.97349849116</c:v>
                </c:pt>
                <c:pt idx="181">
                  <c:v>84.95743626019</c:v>
                </c:pt>
                <c:pt idx="182">
                  <c:v>84.94137402923</c:v>
                </c:pt>
                <c:pt idx="183">
                  <c:v>84.92531179826</c:v>
                </c:pt>
                <c:pt idx="184">
                  <c:v>84.9092495673</c:v>
                </c:pt>
                <c:pt idx="185">
                  <c:v>84.89318733634</c:v>
                </c:pt>
                <c:pt idx="186">
                  <c:v>84.87712510537</c:v>
                </c:pt>
                <c:pt idx="187">
                  <c:v>84.86106287441</c:v>
                </c:pt>
                <c:pt idx="188">
                  <c:v>84.84500064344</c:v>
                </c:pt>
                <c:pt idx="189">
                  <c:v>84.82893841248</c:v>
                </c:pt>
                <c:pt idx="190">
                  <c:v>84.81287618151</c:v>
                </c:pt>
                <c:pt idx="191">
                  <c:v>84.79681395055</c:v>
                </c:pt>
                <c:pt idx="192">
                  <c:v>84.78075171959</c:v>
                </c:pt>
                <c:pt idx="193">
                  <c:v>84.76468948862</c:v>
                </c:pt>
                <c:pt idx="194">
                  <c:v>84.74862725766</c:v>
                </c:pt>
                <c:pt idx="195">
                  <c:v>84.73256502669</c:v>
                </c:pt>
                <c:pt idx="196">
                  <c:v>84.71650279573</c:v>
                </c:pt>
                <c:pt idx="197">
                  <c:v>84.70044056476</c:v>
                </c:pt>
                <c:pt idx="198">
                  <c:v>84.6843783338</c:v>
                </c:pt>
                <c:pt idx="199">
                  <c:v>84.66831610284</c:v>
                </c:pt>
                <c:pt idx="200">
                  <c:v>84.65225387187</c:v>
                </c:pt>
                <c:pt idx="201">
                  <c:v>84.63619164091</c:v>
                </c:pt>
                <c:pt idx="202">
                  <c:v>84.62012940994</c:v>
                </c:pt>
                <c:pt idx="203">
                  <c:v>84.60406717898</c:v>
                </c:pt>
                <c:pt idx="204">
                  <c:v>84.58800494801</c:v>
                </c:pt>
                <c:pt idx="205">
                  <c:v>84.57194271705</c:v>
                </c:pt>
                <c:pt idx="206">
                  <c:v>84.55588048608</c:v>
                </c:pt>
                <c:pt idx="207">
                  <c:v>84.53981825512</c:v>
                </c:pt>
                <c:pt idx="208">
                  <c:v>84.52375602416</c:v>
                </c:pt>
                <c:pt idx="209">
                  <c:v>84.50769379319</c:v>
                </c:pt>
                <c:pt idx="210">
                  <c:v>84.49163156223</c:v>
                </c:pt>
                <c:pt idx="211">
                  <c:v>84.47556933126</c:v>
                </c:pt>
                <c:pt idx="212">
                  <c:v>84.4595071003</c:v>
                </c:pt>
                <c:pt idx="213">
                  <c:v>84.44344486933</c:v>
                </c:pt>
                <c:pt idx="214">
                  <c:v>84.42738263837</c:v>
                </c:pt>
                <c:pt idx="215">
                  <c:v>84.41132040741</c:v>
                </c:pt>
                <c:pt idx="216">
                  <c:v>84.39525817644</c:v>
                </c:pt>
                <c:pt idx="217">
                  <c:v>84.37919594548</c:v>
                </c:pt>
                <c:pt idx="218">
                  <c:v>84.36313371451</c:v>
                </c:pt>
                <c:pt idx="219">
                  <c:v>84.34707148355</c:v>
                </c:pt>
                <c:pt idx="220">
                  <c:v>84.33100925258</c:v>
                </c:pt>
                <c:pt idx="221">
                  <c:v>84.31494702162</c:v>
                </c:pt>
                <c:pt idx="222">
                  <c:v>84.29888479065</c:v>
                </c:pt>
                <c:pt idx="223">
                  <c:v>84.28282255969</c:v>
                </c:pt>
                <c:pt idx="224">
                  <c:v>84.26676032873</c:v>
                </c:pt>
                <c:pt idx="225">
                  <c:v>84.25069809776</c:v>
                </c:pt>
                <c:pt idx="226">
                  <c:v>84.2346358668</c:v>
                </c:pt>
                <c:pt idx="227">
                  <c:v>84.21857363583</c:v>
                </c:pt>
                <c:pt idx="228">
                  <c:v>84.20251140487</c:v>
                </c:pt>
                <c:pt idx="229">
                  <c:v>84.1864491739</c:v>
                </c:pt>
                <c:pt idx="230">
                  <c:v>84.17038694294</c:v>
                </c:pt>
                <c:pt idx="231">
                  <c:v>84.15432471198</c:v>
                </c:pt>
                <c:pt idx="232">
                  <c:v>84.13826248101</c:v>
                </c:pt>
                <c:pt idx="233">
                  <c:v>84.12220025005</c:v>
                </c:pt>
                <c:pt idx="234">
                  <c:v>84.10613801908</c:v>
                </c:pt>
                <c:pt idx="235">
                  <c:v>84.09007578812</c:v>
                </c:pt>
                <c:pt idx="236">
                  <c:v>84.07401355715</c:v>
                </c:pt>
                <c:pt idx="237">
                  <c:v>84.05795132619</c:v>
                </c:pt>
                <c:pt idx="238">
                  <c:v>84.04188909523</c:v>
                </c:pt>
                <c:pt idx="239">
                  <c:v>84.02582686426</c:v>
                </c:pt>
                <c:pt idx="240">
                  <c:v>84.0097646333</c:v>
                </c:pt>
                <c:pt idx="241">
                  <c:v>83.99370240233</c:v>
                </c:pt>
                <c:pt idx="242">
                  <c:v>83.97764017137</c:v>
                </c:pt>
                <c:pt idx="243">
                  <c:v>83.9615779404</c:v>
                </c:pt>
                <c:pt idx="244">
                  <c:v>83.94551570944</c:v>
                </c:pt>
                <c:pt idx="245">
                  <c:v>83.92945347847</c:v>
                </c:pt>
                <c:pt idx="246">
                  <c:v>83.91339124751</c:v>
                </c:pt>
                <c:pt idx="247">
                  <c:v>83.89732901655</c:v>
                </c:pt>
                <c:pt idx="248">
                  <c:v>83.88126678558</c:v>
                </c:pt>
                <c:pt idx="249">
                  <c:v>83.86520455462</c:v>
                </c:pt>
                <c:pt idx="250">
                  <c:v>83.84914232365</c:v>
                </c:pt>
                <c:pt idx="251">
                  <c:v>83.83308009269</c:v>
                </c:pt>
                <c:pt idx="252">
                  <c:v>83.81701786172</c:v>
                </c:pt>
                <c:pt idx="253">
                  <c:v>83.80095563076</c:v>
                </c:pt>
                <c:pt idx="254">
                  <c:v>83.7848933998</c:v>
                </c:pt>
                <c:pt idx="255">
                  <c:v>83.76883116883</c:v>
                </c:pt>
                <c:pt idx="256">
                  <c:v>83.76883116883</c:v>
                </c:pt>
              </c:numCache>
            </c:numRef>
          </c:yVal>
        </c:ser>
        <c:ser>
          <c:idx val="3"/>
          <c:order val="3"/>
          <c:tx>
            <c:v>Displayed models</c:v>
          </c:tx>
          <c:spPr>
            <a:solidFill>
              <a:srgbClr val="111111"/>
            </a:solidFill>
            <a:ln w="0">
              <a:noFill/>
            </a:ln>
          </c:spPr>
          <c:marker>
            <c:symbol val="circle"/>
            <c:size val="8"/>
            <c:spPr>
              <a:solidFill>
                <a:srgbClr val="111111"/>
              </a:solidFill>
              <a:ln w="9525">
                <a:solidFill>
                  <a:srgbClr val="111111"/>
                </a:solidFill>
              </a:ln>
            </c:spPr>
          </c:marker>
          <c:xVal>
            <c:numRef>
              <c:f>'Chart Data'!$G$2:$G$16</c:f>
              <c:numCache>
                <c:formatCode>General</c:formatCode>
                <c:ptCount val="15"/>
                <c:pt idx="0">
                  <c:v>-0.28</c:v>
                </c:pt>
                <c:pt idx="1">
                  <c:v>-0.14</c:v>
                </c:pt>
                <c:pt idx="2">
                  <c:v>0</c:v>
                </c:pt>
                <c:pt idx="3">
                  <c:v>0.14</c:v>
                </c:pt>
                <c:pt idx="4">
                  <c:v>0.28</c:v>
                </c:pt>
                <c:pt idx="5">
                  <c:v>0.72</c:v>
                </c:pt>
                <c:pt idx="6">
                  <c:v>0.86</c:v>
                </c:pt>
                <c:pt idx="7">
                  <c:v>1</c:v>
                </c:pt>
                <c:pt idx="8">
                  <c:v>1.14</c:v>
                </c:pt>
                <c:pt idx="9">
                  <c:v>1.28</c:v>
                </c:pt>
                <c:pt idx="10">
                  <c:v>1.72</c:v>
                </c:pt>
                <c:pt idx="11">
                  <c:v>1.86</c:v>
                </c:pt>
                <c:pt idx="12">
                  <c:v>2</c:v>
                </c:pt>
                <c:pt idx="13">
                  <c:v>2.14</c:v>
                </c:pt>
                <c:pt idx="14">
                  <c:v>2.28</c:v>
                </c:pt>
              </c:numCache>
            </c:numRef>
          </c:xVal>
          <c:yVal>
            <c:numRef>
              <c:f>'Chart Data'!$H$2:$H$16</c:f>
              <c:numCache>
                <c:formatCode>0.0</c:formatCode>
                <c:ptCount val="15"/>
                <c:pt idx="0">
                  <c:v>98.22051239014</c:v>
                </c:pt>
                <c:pt idx="1">
                  <c:v>98.21137237549</c:v>
                </c:pt>
                <c:pt idx="2">
                  <c:v>98.20864105225</c:v>
                </c:pt>
                <c:pt idx="3">
                  <c:v>98.20803070068</c:v>
                </c:pt>
                <c:pt idx="4">
                  <c:v>98.20590209961</c:v>
                </c:pt>
                <c:pt idx="5">
                  <c:v>97.87545776367</c:v>
                </c:pt>
                <c:pt idx="6">
                  <c:v>97.48938751221</c:v>
                </c:pt>
                <c:pt idx="7">
                  <c:v>97.08554840088</c:v>
                </c:pt>
                <c:pt idx="8">
                  <c:v>95.93079376221</c:v>
                </c:pt>
                <c:pt idx="9">
                  <c:v>89.19451233672</c:v>
                </c:pt>
                <c:pt idx="10">
                  <c:v>85.8087345013</c:v>
                </c:pt>
                <c:pt idx="11">
                  <c:v>85.80822153321</c:v>
                </c:pt>
                <c:pt idx="12">
                  <c:v>85.67202119673</c:v>
                </c:pt>
                <c:pt idx="13">
                  <c:v>85.65862640022</c:v>
                </c:pt>
                <c:pt idx="14">
                  <c:v>85.61772148102</c:v>
                </c:pt>
              </c:numCache>
            </c:numRef>
          </c:yVal>
        </c:ser>
        <c:axId val="48650112"/>
        <c:axId val="48672768"/>
      </c:scatterChart>
      <c:valAx>
        <c:axId val="48672768"/>
        <c:scaling>
          <c:orientation val="minMax"/>
          <c:max val="100"/>
          <c:min val="50"/>
        </c:scaling>
        <c:delete val="0"/>
        <c:axPos val="l"/>
        <c:majorGridlines>
          <c:spPr>
            <a:ln w="4763">
              <a:solidFill>
                <a:srgbClr val="EEEEEE"/>
              </a:solidFill>
            </a:ln>
          </c:spPr>
        </c:majorGridlines>
        <c:title>
          <c:tx>
            <c:rich>
              <a:bodyPr/>
              <a:lstStyle/>
              <a:p>
                <a:r>
                  <a:rPr sz="1500">
                    <a:solidFill>
                      <a:srgbClr val="222222"/>
                    </a:solidFill>
                    <a:latin typeface="DejaVu Sans"/>
                    <a:ea typeface="DejaVu Sans"/>
                    <a:cs typeface="DejaVu Sans"/>
                  </a:rPr>
                  <a:t>&lt;pLDDT&gt;</a:t>
                </a:r>
              </a:p>
            </c:rich>
          </c:tx>
          <c:overlay val="0"/>
          <c:txPr>
            <a:bodyPr anchorCtr="1"/>
            <a:lstStyle/>
            <a:p>
              <a:pPr>
                <a:defRPr sz="1500">
                  <a:solidFill>
                    <a:srgbClr val="222222"/>
                  </a:solidFill>
                  <a:latin typeface="DejaVu Sans"/>
                  <a:ea typeface="DejaVu Sans"/>
                  <a:cs typeface="DejaVu Sans"/>
                </a:defRPr>
              </a:pPr>
            </a:p>
          </c:txPr>
        </c:title>
        <c:numFmt formatCode="0.0"/>
        <c:majorTickMark val="none"/>
        <c:minorTickMark val="none"/>
        <c:spPr>
          <a:ln w="9525">
            <a:solidFill>
              <a:srgbClr val="D4D4D4"/>
            </a:solidFill>
            <a:prstDash val="solid"/>
          </a:ln>
        </c:spPr>
        <c:txPr>
          <a:bodyPr anchorCtr="1"/>
          <a:lstStyle/>
          <a:p>
            <a:pPr>
              <a:defRPr sz="1200">
                <a:solidFill>
                  <a:srgbClr val="222222"/>
                </a:solidFill>
                <a:latin typeface="DejaVu Sans"/>
                <a:ea typeface="DejaVu Sans"/>
                <a:cs typeface="DejaVu Sans"/>
              </a:defRPr>
            </a:pPr>
          </a:p>
        </c:txPr>
        <c:crossAx val="48650112"/>
        <c:crossesAt val="-0.65"/>
        <c:majorUnit val="5"/>
      </c:valAx>
      <c:valAx>
        <c:axId val="48650112"/>
        <c:scaling>
          <c:orientation val="minMax"/>
          <c:max val="2.65"/>
          <c:min val="-0.65"/>
        </c:scaling>
        <c:delete val="0"/>
        <c:axPos val="b"/>
        <c:numFmt formatCode="General"/>
        <c:majorTickMark val="none"/>
        <c:minorTickMark val="none"/>
        <c:tickLblPos val="none"/>
        <c:spPr>
          <a:ln w="9525">
            <a:solidFill>
              <a:srgbClr val="555555"/>
            </a:solidFill>
          </a:ln>
        </c:spPr>
        <c:txPr>
          <a:bodyPr anchorCtr="1"/>
          <a:lstStyle/>
          <a:p>
            <a:pPr>
              <a:defRPr>
                <a:solidFill>
                  <a:srgbClr val="666666"/>
                </a:solidFill>
              </a:defRPr>
            </a:pPr>
          </a:p>
        </c:txPr>
        <c:crossAx val="48672768"/>
        <c:crossesAt val="50"/>
      </c:valAx>
      <c:spPr>
        <a:solidFill>
          <a:srgbClr val="FFFFFF"/>
        </a:solidFill>
        <a:ln w="0">
          <a:noFill/>
        </a:ln>
      </c:spPr>
    </c:plotArea>
    <c:plotVisOnly val="1"/>
  </c:chart>
  <c:spPr>
    <a:solidFill>
      <a:srgbClr val="FFFFFF"/>
    </a:solidFill>
    <a:ln w="0">
      <a:noFill/>
    </a:ln>
  </c:spPr>
  <c:externalData r:id="rIdConfidenceData">
    <c:autoUpdate val="0"/>
  </c:externalData>
</c:chartSpace>
</file>

<file path=ppt/workflow_addition_15_workflow-pptx-m6msfi_3/notesMasters/_rels/notesMaster1.xml.rels><?xml version='1.0' encoding='utf-8'?>
<Relationships xmlns="http://schemas.openxmlformats.org/package/2006/relationships"><Relationship Type="http://schemas.openxmlformats.org/officeDocument/2006/relationships/theme" Target="theme/theme3.xml" Id="Raaea3db8b7954bb1" /></Relationships>
</file>

<file path=ppt/workflow_addition_15_workflow-pptx-m6msfi_3/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workflow_addition_15_workflow-pptx-m6msfi_3/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5_workflow-pptx-m6msfi_3/notesSlides/_rels/notesSlide1.xml.rels><?xml version='1.0' encoding='utf-8'?>
<Relationships xmlns="http://schemas.openxmlformats.org/package/2006/relationships"><Relationship Type="http://schemas.openxmlformats.org/officeDocument/2006/relationships/slide" Target="../../slides/slide16.xml" Id="Rd62adf2f05f24179" /><Relationship Type="http://schemas.openxmlformats.org/officeDocument/2006/relationships/notesMaster" Target="../notesMasters/notesMaster1.xml" Id="Rb4a23fd533b7428f" /></Relationships>
</file>

<file path=ppt/workflow_addition_15_workflow-pptx-m6msfi_3/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Bonsai: [{"points":[{"model":"StR82_bmr15386__AlphaFlowMD__0081","vertex":20,"x":0.8249442297510151,"y":0.28786343057583724,"radius_pixels":9.001028747788695,"sector":0,"sector_count":1},{"model":"StR82_bmr15386__AlphaFlowMD__0915","vertex":17,"x":0.9004127966976264,"y":0.21627513948870872,"radius_pixels":9.001028747788695,"sector":0,"sector_count":1},{"model":"StR82_bmr15386__AlphaFlowMD__0933","vertex":16,"x":0.8821028397966394,"y":0.29806529416102806,"radius_pixels":9.001028747788695,"sector":0,"sector_count":1},{"model":"StR82_bmr15386__AlphaFlowMD__0980","vertex":13,"x":0.8963990367866436,"y":0.3966795065751306,"radius_pixels":9.001028747788695,"sector":0,"sector_count":1},{"model":"StR82_bmr15386__AlphaFlowMD__0526","vertex":15,"x":0.868389178951809,"y":0.3686051111270739,"radius_pixels":9.001028747788695,"sector":0,"sector_count":1},{"model":"StR82_bmr15386__BioEMU2__0027","vertex":1,"x":0.10061919504643957,"y":0.8913072361301831,"radius_pixels":9.001028747788695,"sector":0,"sector_count":1},{"model":"StR82_bmr15386__ESMFlowPDB__0148","vertex":4,"x":0.8163374329651559,"y":0.47812342603945507,"radius_pixels":9.001028747788695,"sector":0,"sector_count":1},{"model":"StR82_bmr15386__AlphaFlowPDB__0874","vertex":8,"x":0.8362360772182323,"y":0.4634650673716049,"radius_pixels":9.001028747788695,"sector":0,"sector_count":1},{"model":"StR82_bmr15386__AlphaFlowPDB__0901","vertex":2,"x":0.8053953616281287,"y":0.46914768976633076,"radius_pixels":9.001028747788695,"sector":0,"sector_count":1},{"model":"StR82_bmr15386__ESMFlowPDB__0029","vertex":6,"x":0.828639658280079,"y":0.468181301072354,"radius_pixels":9.001028747788695,"sector":0,"sector_count":1},{"model":"StR82_bmr15386__SPEACHAF__0862","vertex":10,"x":0.8360070047904791,"y":0.4394412287696916,"radius_pixels":9.001028747788695,"sector":0,"sector_count":1},{"model":"StR82_bmr15386__SPEACHAF__0248","vertex":19,"x":0.8342748068699389,"y":0.42025043277013036,"radius_pixels":9.001028747788695,"sector":0,"sector_count":1},{"model":"StR82_bmr15386__SPEACHAF__0213","vertex":18,"x":0.8343297832434471,"y":0.42103046568637065,"radius_pixels":9.001028747788695,"sector":0,"sector_count":1},{"model":"StR82_bmr15386__SPEACHAF__0598","vertex":22,"x":0.8340847817233704,"y":0.42057291392711826,"radius_pixels":9.001028747788695,"sector":0,"sector_count":1},{"model":"StR82_bmr15386__SPEACHAF__0458","vertex":23,"x":0.8340171003244023,"y":0.42076177905512585,"radius_pixels":9.001028747788695,"sector":0,"sector_count":1},{"model":"StR82_bmr15386__SPEACHAF__0948","vertex":24,"x":0.8334884504830015,"y":0.4204451188333228,"radius_pixels":9.001028747788695,"sector":0,"sector_count":1}],"labels":[],"group_labels":[{"group":"B2","box":[0.01350533195734429,0.6796230256038673,0.18773305813553487,0.7822896922705342]},{"group":"B1","box":[0.7458198641063063,0.1875763164883033,0.9428546078283564,0.29024298315496994]}],"image":"[private source path] [B2]","x":0.6530777811580977,"y":0.9029069767441861},{"model":"StR82_bmr15386__ESMFlowPDB__0148","text":"C3.1 [B1]","x":0.6530777811580977,"y":0.8531653746770025},{"model":"StR82_bmr15386__ESMFlowPDB__0029","text":"C3.4 [B1]","x":0.6530777811580977,"y":0.8034237726098191},{"model":"StR82_bmr15386__AlphaFlowPDB__0901","text":"C3.3 [B1]","x":0.6530777811580977,"y":0.7536821705426358},{"model":"StR82_bmr15386__AlphaFlowPDB__0874","text":"C3.2 [B1]","x":0.6530777811580977,"y":0.7039405684754523},{"model":"StR82_bmr15386__SPEACHAF__0862","text":"C3.5 [B1]","x":0.6530777811580977,"y":0.6541989664082687},{"model":"StR82_bmr15386__AlphaFlowMD__0980","text":"C1.4 [B1]","x":0.6530777811580977,"y":0.6044573643410852},{"model":"StR82_bmr15386__AlphaFlowMD__0526","text":"C1.5 [B1]","x":0.6530777811580977,"y":0.5547157622739018},{"model":"StR82_bmr15386__AlphaFlowMD__0915","text":"C1.2 [B1]","x":0.6530777811580977,"y":0.5049741602067183},{"model":"StR82_bmr15386__AlphaFlowMD__0933","text":"C1.3 [B1]","x":0.6530777811580977,"y":0.4552325581395349},{"model":"StR82_bmr15386__AlphaFlowMD__0081","text":"C1.1 [B1]","x":0.6530777811580977,"y":0.40549095607235136},{"model":"StR82_bmr15386__SPEACHAF__0248","text":"C4.1 [B1]","x":0.6530777811580977,"y":0.355749354005168},{"model":"StR82_bmr15386__SPEACHAF__0213","text":"C4.2 [B1]","x":0.6530777811580977,"y":0.30600775193798446},{"model":"StR82_bmr15386__SPEACHAF__0598","text":"C4.3 [B1]","x":0.6530777811580977,"y":0.25626614987080093},{"model":"StR82_bmr15386__SPEACHAF__0458","text":"C4.4 [B1]","x":0.6530777811580977,"y":0.20652454780361768},{"model":"StR82_bmr15386__SPEACHAF__0948","text":"C4.5 [B1]","x":0.6530777811580977,"y":0.15678294573643403}],"group_labels":[],"image":"[private source path] dendrogram","layout":"ly_dendrogram_ladderized","sha256":"59b10b3159e9954d354f8dbc002acd482d86183c25e98ece27db39ed9f9e7b06"}]</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workflow_addition_15_workflow-pptx-m6msfi_3/slideLayouts/_rels/slideLayout1.xml.rels><?xml version='1.0' encoding='utf-8'?>
<Relationships xmlns="http://schemas.openxmlformats.org/package/2006/relationships"><Relationship Type="http://schemas.openxmlformats.org/officeDocument/2006/relationships/slideMaster" Target="../slideMasters/slideMaster1.xml" Id="R838e7e0ad34d4c02" /></Relationships>
</file>

<file path=ppt/workflow_addition_15_workflow-pptx-m6msfi_3/slideLayouts/_rels/slideLayout2.xml.rels><?xml version='1.0' encoding='utf-8'?>
<Relationships xmlns="http://schemas.openxmlformats.org/package/2006/relationships"><Relationship Type="http://schemas.openxmlformats.org/officeDocument/2006/relationships/slideMaster" Target="../slideMasters/slideMaster1.xml" Id="R87716012316c4d01" /></Relationships>
</file>

<file path=ppt/workflow_addition_15_workflow-pptx-m6msfi_3/slideLayouts/_rels/slideLayout3.xml.rels><?xml version='1.0' encoding='utf-8'?>
<Relationships xmlns="http://schemas.openxmlformats.org/package/2006/relationships"><Relationship Type="http://schemas.openxmlformats.org/officeDocument/2006/relationships/slideMaster" Target="../slideMasters/slideMaster1.xml" Id="R177a6d95960048da" /></Relationships>
</file>

<file path=ppt/workflow_addition_15_workflow-pptx-m6msfi_3/slideLayouts/_rels/slideLayout4.xml.rels><?xml version='1.0' encoding='utf-8'?>
<Relationships xmlns="http://schemas.openxmlformats.org/package/2006/relationships"><Relationship Type="http://schemas.openxmlformats.org/officeDocument/2006/relationships/slideMaster" Target="../slideMasters/slideMaster1.xml" Id="R395f43e4d30e49f3" /></Relationships>
</file>

<file path=ppt/workflow_addition_15_workflow-pptx-m6msfi_3/slideLayouts/_rels/slideLayout5.xml.rels><?xml version='1.0' encoding='utf-8'?>
<Relationships xmlns="http://schemas.openxmlformats.org/package/2006/relationships"><Relationship Type="http://schemas.openxmlformats.org/officeDocument/2006/relationships/slideMaster" Target="../slideMasters/slideMaster1.xml" Id="R60122368284e4fd3" /></Relationships>
</file>

<file path=ppt/workflow_addition_15_workflow-pptx-m6msfi_3/slideLayouts/_rels/slideLayout6.xml.rels><?xml version='1.0' encoding='utf-8'?>
<Relationships xmlns="http://schemas.openxmlformats.org/package/2006/relationships"><Relationship Type="http://schemas.openxmlformats.org/officeDocument/2006/relationships/slideMaster" Target="../slideMasters/slideMaster1.xml" Id="R286033c864964a15" /></Relationships>
</file>

<file path=ppt/workflow_addition_15_workflow-pptx-m6msfi_3/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DA1FDA-1C1E-4954-A94C-774EE4D159B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6D99DE6-46B3-4562-85C9-39E9D2C0AB4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workflow_addition_15_workflow-pptx-m6msfi_3/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F4C228D-028D-4E89-8E62-D80B47ABCD7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workflow_addition_15_workflow-pptx-m6msfi_3/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87B80D-0C0A-46E7-8BDD-09C57CEC98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20C9441-7453-4B15-8F0A-4D8910FF414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5_workflow-pptx-m6msfi_3/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24B516F-C099-4E40-9663-15E994372D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07A2505-1850-4E0B-92BB-82985C654B9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C91C69B-26EE-4D9F-9172-4E3B262B797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workflow_addition_15_workflow-pptx-m6msfi_3/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5A611E-4C30-47A5-9FA6-1DBDCE6B3F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4F6662-1AFC-4EF7-9EC9-D204BD2EB1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5_workflow-pptx-m6msfi_3/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workflow_addition_15_workflow-pptx-m6msfi_3/slideMasters/_rels/slideMaster1.xml.rels><?xml version='1.0' encoding='utf-8'?>
<Relationships xmlns="http://schemas.openxmlformats.org/package/2006/relationships"><Relationship Type="http://schemas.openxmlformats.org/officeDocument/2006/relationships/theme" Target="theme/theme2.xml" Id="R4cea45e650b04ec4" /><Relationship Type="http://schemas.openxmlformats.org/officeDocument/2006/relationships/slideLayout" Target="../slideLayouts/slideLayout1.xml" Id="Rf2e024d047df42ff" /><Relationship Type="http://schemas.openxmlformats.org/officeDocument/2006/relationships/slideLayout" Target="../slideLayouts/slideLayout2.xml" Id="R116fb10a34f94c60" /><Relationship Type="http://schemas.openxmlformats.org/officeDocument/2006/relationships/slideLayout" Target="../slideLayouts/slideLayout3.xml" Id="Rcf67995bcdd441f1" /><Relationship Type="http://schemas.openxmlformats.org/officeDocument/2006/relationships/slideLayout" Target="../slideLayouts/slideLayout4.xml" Id="Rdf19d36962b4494b" /><Relationship Type="http://schemas.openxmlformats.org/officeDocument/2006/relationships/slideLayout" Target="../slideLayouts/slideLayout5.xml" Id="R7015b718ef4f4c05" /><Relationship Type="http://schemas.openxmlformats.org/officeDocument/2006/relationships/slideLayout" Target="../slideLayouts/slideLayout6.xml" Id="Rae4eb636abf04411" /></Relationships>
</file>

<file path=ppt/workflow_addition_15_workflow-pptx-m6msfi_3/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e024d047df42ff"/>
    <p:sldLayoutId xmlns:r="http://schemas.openxmlformats.org/officeDocument/2006/relationships" id="2147483650" r:id="R116fb10a34f94c60"/>
    <p:sldLayoutId xmlns:r="http://schemas.openxmlformats.org/officeDocument/2006/relationships" id="2147483651" r:id="Rcf67995bcdd441f1"/>
    <p:sldLayoutId xmlns:r="http://schemas.openxmlformats.org/officeDocument/2006/relationships" id="2147483652" r:id="Rdf19d36962b4494b"/>
    <p:sldLayoutId xmlns:r="http://schemas.openxmlformats.org/officeDocument/2006/relationships" id="2147483653" r:id="R7015b718ef4f4c05"/>
    <p:sldLayoutId xmlns:r="http://schemas.openxmlformats.org/officeDocument/2006/relationships" id="2147483654" r:id="Rae4eb636abf044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workflow_addition_15_workflow-pptx-m6msfi_3/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19</ns0:Slides>
  <ns0:Notes>0</ns0:Notes>
  <ns0:HiddenSlides>0</ns0:HiddenSlides>
  <ns0:SharedDoc>false</ns0:SharedDoc>
  <ns0:DocSecurity>0</ns0:DocSecurity>
</ns0: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2026-10-28T00:15:28.1300000Z</dcterms:created>
  <dcterms:modified xsi:type="dcterms:W3CDTF">2026-10-28T00:15:28.1300000Z</dcterms:modified>
</coreProperties>
</file>