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01-scope.png</a:t>
            </a:r>
          </a:p>
          <a:p>
            <a:r>
              <a:t>Two-level analysis. Child labels identify subsets of primary Cluster 1. The candidate cuts remain exploratory and await per-target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02-tm-tradeoffs.png</a:t>
            </a:r>
          </a:p>
          <a:p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03-contrast-populations.png</a:t>
            </a:r>
          </a:p>
          <a:p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04-all-counts.png</a:t>
            </a:r>
          </a:p>
          <a:p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projections-whole.png</a:t>
            </a:r>
          </a:p>
          <a:p>
            <a:r>
              <a:t>Automatic child baseline: 4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projections-k2.png</a:t>
            </a:r>
          </a:p>
          <a:p>
            <a:r>
              <a:t>Exploratory K=2: 2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projections-k5.png</a:t>
            </a:r>
          </a:p>
          <a:p>
            <a:r>
              <a:t>Exploratory K=5: 5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projections-k10.png</a:t>
            </a:r>
          </a:p>
          <a:p>
            <a:r>
              <a:t>Exploratory K=10: 10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projections-k15.png</a:t>
            </a:r>
          </a:p>
          <a:p>
            <a:r>
              <a:t>Exploratory K=15: 15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projections-k20.png</a:t>
            </a:r>
          </a:p>
          <a:p>
            <a:r>
              <a:t>Exploratory K=20: 20 child clusters among 10,376 selected models. The three projections share these labels. All K=2–20 views are available in the interactive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tm-K10.png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tm-K15.png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Target: StR82_bmr15386</a:t>
            </a:r>
          </a:p>
          <a:p>
            <a:r>
              <a:t>Source figure: tm-K20.png</a:t>
            </a:r>
          </a:p>
          <a:p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609600"/>
            <a:ext cx="96774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Two-level analysis. Child labels identify subsets of primary Cluster 1. The candidate cuts remain exploratory and await per-target review.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tm-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All K values reuse the same fixed representative pool and TM matrix. Population weights reflect finest-group sizes. These are representative estimates, not all-model TM distributions.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ontrast-popul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609600"/>
            <a:ext cx="11059885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Contrast provides a provisional ranking. Increasing K can overpartition the ensemble, so this score does not determine an ideal state count. Review small groups and their structures.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all-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933" y="609600"/>
            <a:ext cx="8602133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Equal-cluster TM estimates exclude self pairs. Unavailable within-cluster values occur when representative support is insufficient. The full CSV preserves every value and population count.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wh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Automatic child baseline: 4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K=2: 2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K=5: 5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K=10: 10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K=15: 15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ojections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2938"/>
            <a:ext cx="11277600" cy="43120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Exploratory K=20: 20 child clusters among 10,376 selected models. The three projections share these labels. All K=2–20 views are available in the interactive atlas.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-K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0200" y="609600"/>
            <a:ext cx="6451600" cy="48387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715000"/>
            <a:ext cx="11277600" cy="9144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defRPr sz="1800">
                <a:solidFill>
                  <a:srgbClr val="222222"/>
                </a:solidFill>
                <a:latin typeface="Arial"/>
              </a:defRPr>
            </a:pPr>
            <a:r>
              <a:t>Off-diagonal cells show weighted mean TM between representative ensembles. Diagonal cells show within-ensemble TM excluding self pairs. Blank estimates have insufficient representative support. The model pool is identical across 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