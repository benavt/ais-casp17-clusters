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gif" ContentType="image/gif"/>
  <Override PartName="/ppt/workflow_addition_12_workflow-pptx-4git_c_l/slideMasters/slideMaster1.xml" ContentType="application/vnd.openxmlformats-officedocument.presentationml.slideMaster+xml"/>
  <Override PartName="/ppt/workflow_addition_12_workflow-pptx-4git_c_l/slideMasters/theme/theme2.xml" ContentType="application/vnd.openxmlformats-officedocument.theme+xml"/>
  <Override PartName="/ppt/workflow_addition_12_workflow-pptx-4git_c_l/slideLayouts/slideLayout1.xml" ContentType="application/vnd.openxmlformats-officedocument.presentationml.slideLayout+xml"/>
  <Override PartName="/ppt/workflow_addition_12_workflow-pptx-4git_c_l/slideLayouts/slideLayout2.xml" ContentType="application/vnd.openxmlformats-officedocument.presentationml.slideLayout+xml"/>
  <Override PartName="/ppt/workflow_addition_12_workflow-pptx-4git_c_l/slideLayouts/slideLayout3.xml" ContentType="application/vnd.openxmlformats-officedocument.presentationml.slideLayout+xml"/>
  <Override PartName="/ppt/workflow_addition_12_workflow-pptx-4git_c_l/slideLayouts/slideLayout4.xml" ContentType="application/vnd.openxmlformats-officedocument.presentationml.slideLayout+xml"/>
  <Override PartName="/ppt/workflow_addition_12_workflow-pptx-4git_c_l/slideLayouts/slideLayout5.xml" ContentType="application/vnd.openxmlformats-officedocument.presentationml.slideLayout+xml"/>
  <Override PartName="/ppt/workflow_addition_12_workflow-pptx-4git_c_l/slideLayouts/slideLayout6.xml" ContentType="application/vnd.openxmlformats-officedocument.presentationml.slideLayout+xml"/>
  <Override PartName="/ppt/workflow_addition_12_workflow-pptx-4git_c_l/notesMasters/notesMaster1.xml" ContentType="application/vnd.openxmlformats-officedocument.presentationml.notesMaster+xml"/>
  <Override PartName="/ppt/workflow_addition_12_workflow-pptx-4git_c_l/notesMasters/theme/theme3.xml" ContentType="application/vnd.openxmlformats-officedocument.theme+xml"/>
  <Override PartName="/ppt/slides/slide12.xml" ContentType="application/vnd.openxmlformats-officedocument.presentationml.slide+xml"/>
  <Override PartName="/ppt/workflow_addition_12_workflow-pptx-4git_c_l/notesSlides/notesSlide1.xml" ContentType="application/vnd.openxmlformats-officedocument.presentationml.notesSlide+xml"/>
  <Override PartName="/ppt/workflow_addition_13_workflow-pptx-4git_c_l/slideMasters/slideMaster1.xml" ContentType="application/vnd.openxmlformats-officedocument.presentationml.slideMaster+xml"/>
  <Override PartName="/ppt/workflow_addition_13_workflow-pptx-4git_c_l/slideMasters/theme/theme2.xml" ContentType="application/vnd.openxmlformats-officedocument.theme+xml"/>
  <Override PartName="/ppt/workflow_addition_13_workflow-pptx-4git_c_l/slideLayouts/slideLayout1.xml" ContentType="application/vnd.openxmlformats-officedocument.presentationml.slideLayout+xml"/>
  <Override PartName="/ppt/workflow_addition_13_workflow-pptx-4git_c_l/slideLayouts/slideLayout2.xml" ContentType="application/vnd.openxmlformats-officedocument.presentationml.slideLayout+xml"/>
  <Override PartName="/ppt/workflow_addition_13_workflow-pptx-4git_c_l/slideLayouts/slideLayout3.xml" ContentType="application/vnd.openxmlformats-officedocument.presentationml.slideLayout+xml"/>
  <Override PartName="/ppt/workflow_addition_13_workflow-pptx-4git_c_l/slideLayouts/slideLayout4.xml" ContentType="application/vnd.openxmlformats-officedocument.presentationml.slideLayout+xml"/>
  <Override PartName="/ppt/workflow_addition_13_workflow-pptx-4git_c_l/slideLayouts/slideLayout5.xml" ContentType="application/vnd.openxmlformats-officedocument.presentationml.slideLayout+xml"/>
  <Override PartName="/ppt/workflow_addition_13_workflow-pptx-4git_c_l/slideLayouts/slideLayout6.xml" ContentType="application/vnd.openxmlformats-officedocument.presentationml.slideLayout+xml"/>
  <Override PartName="/ppt/workflow_addition_13_workflow-pptx-4git_c_l/notesMasters/notesMaster1.xml" ContentType="application/vnd.openxmlformats-officedocument.presentationml.notesMaster+xml"/>
  <Override PartName="/ppt/workflow_addition_13_workflow-pptx-4git_c_l/notesMasters/theme/theme3.xml" ContentType="application/vnd.openxmlformats-officedocument.theme+xml"/>
  <Override PartName="/ppt/slides/slide13.xml" ContentType="application/vnd.openxmlformats-officedocument.presentationml.slide+xml"/>
  <Override PartName="/ppt/workflow_addition_13_workflow-pptx-4git_c_l/slides/charts/chart1.xml" ContentType="application/vnd.openxmlformats-officedocument.drawingml.chart+xml"/>
  <Override PartName="/ppt/workflow_addition_13_workflow-pptx-4git_c_l/notesSlides/notesSlide1.xml" ContentType="application/vnd.openxmlformats-officedocument.presentationml.notesSlide+xml"/>
  <Override PartName="/ppt/workflow_addition_13_workflow-pptx-4git_c_l/embeddings/confidence-chart-1.xlsx" ContentType="application/vnd.openxmlformats-officedocument.spreadsheetml.sheet"/>
  <Override PartName="/ppt/tm_heatmap/slideMasters/slideMaster1.xml" ContentType="application/vnd.openxmlformats-officedocument.presentationml.slideMaster+xml"/>
  <Override PartName="/ppt/tm_heatmap/slideMasters/theme/theme2.xml" ContentType="application/vnd.openxmlformats-officedocument.theme+xml"/>
  <Override PartName="/ppt/tm_heatmap/slideLayouts/slideLayout1.xml" ContentType="application/vnd.openxmlformats-officedocument.presentationml.slideLayout+xml"/>
  <Override PartName="/ppt/tm_heatmap/slideLayouts/slideLayout2.xml" ContentType="application/vnd.openxmlformats-officedocument.presentationml.slideLayout+xml"/>
  <Override PartName="/ppt/tm_heatmap/slideLayouts/slideLayout3.xml" ContentType="application/vnd.openxmlformats-officedocument.presentationml.slideLayout+xml"/>
  <Override PartName="/ppt/tm_heatmap/slideLayouts/slideLayout4.xml" ContentType="application/vnd.openxmlformats-officedocument.presentationml.slideLayout+xml"/>
  <Override PartName="/ppt/tm_heatmap/slideLayouts/slideLayout5.xml" ContentType="application/vnd.openxmlformats-officedocument.presentationml.slideLayout+xml"/>
  <Override PartName="/ppt/tm_heatmap/slideLayouts/slideLayout6.xml" ContentType="application/vnd.openxmlformats-officedocument.presentationml.slideLayout+xml"/>
  <Override PartName="/ppt/tm_heatmap/notesMasters/notesMaster1.xml" ContentType="application/vnd.openxmlformats-officedocument.presentationml.notesMaster+xml"/>
  <Override PartName="/ppt/tm_heatmap/notesMasters/theme/theme3.xml" ContentType="application/vnd.openxmlformats-officedocument.theme+xml"/>
  <Override PartName="/ppt/slides/slide14.xml" ContentType="application/vnd.openxmlformats-officedocument.presentationml.slide+xml"/>
  <Override PartName="/ppt/tm_heatmap/notesSlides/notesSlide1.xml" ContentType="application/vnd.openxmlformats-officedocument.presentationml.notesSlide+xml"/>
  <Override PartName="/ppt/workflow_addition_15_workflow-pptx-nss143hy/slideMasters/slideMaster1.xml" ContentType="application/vnd.openxmlformats-officedocument.presentationml.slideMaster+xml"/>
  <Override PartName="/ppt/workflow_addition_15_workflow-pptx-nss143hy/slideMasters/theme/theme2.xml" ContentType="application/vnd.openxmlformats-officedocument.theme+xml"/>
  <Override PartName="/ppt/workflow_addition_15_workflow-pptx-nss143hy/slideLayouts/slideLayout1.xml" ContentType="application/vnd.openxmlformats-officedocument.presentationml.slideLayout+xml"/>
  <Override PartName="/ppt/workflow_addition_15_workflow-pptx-nss143hy/slideLayouts/slideLayout2.xml" ContentType="application/vnd.openxmlformats-officedocument.presentationml.slideLayout+xml"/>
  <Override PartName="/ppt/workflow_addition_15_workflow-pptx-nss143hy/slideLayouts/slideLayout3.xml" ContentType="application/vnd.openxmlformats-officedocument.presentationml.slideLayout+xml"/>
  <Override PartName="/ppt/workflow_addition_15_workflow-pptx-nss143hy/slideLayouts/slideLayout4.xml" ContentType="application/vnd.openxmlformats-officedocument.presentationml.slideLayout+xml"/>
  <Override PartName="/ppt/workflow_addition_15_workflow-pptx-nss143hy/slideLayouts/slideLayout5.xml" ContentType="application/vnd.openxmlformats-officedocument.presentationml.slideLayout+xml"/>
  <Override PartName="/ppt/workflow_addition_15_workflow-pptx-nss143hy/slideLayouts/slideLayout6.xml" ContentType="application/vnd.openxmlformats-officedocument.presentationml.slideLayout+xml"/>
  <Override PartName="/ppt/workflow_addition_15_workflow-pptx-nss143hy/notesMasters/notesMaster1.xml" ContentType="application/vnd.openxmlformats-officedocument.presentationml.notesMaster+xml"/>
  <Override PartName="/ppt/workflow_addition_15_workflow-pptx-nss143hy/notesMasters/theme/theme3.xml" ContentType="application/vnd.openxmlformats-officedocument.theme+xml"/>
  <Override PartName="/ppt/slides/slide15.xml" ContentType="application/vnd.openxmlformats-officedocument.presentationml.slide+xml"/>
  <Override PartName="/ppt/workflow_addition_15_workflow-pptx-nss143hy/notesSlides/notesSlide1.xml" ContentType="application/vnd.openxmlformats-officedocument.presentationml.notesSlide+xml"/>
  <Default Extension="bin" ContentType="application/vnd.openxmlformats-officedocument.presentationml.printerSettings"/>
  <Default Extension="jpeg" ContentType="image/jpeg"/>
  <Override PartName="/ppt/introduction_title/notesMasters/notesMaster1.xml" ContentType="application/vnd.openxmlformats-officedocument.presentationml.notesMaster+xml"/>
  <Override PartName="/ppt/introduction_title/notesSlides/notesSlide1.xml" ContentType="application/vnd.openxmlformats-officedocument.presentationml.notesSlide+xml"/>
  <Override PartName="/ppt/introduction_title/slideLayouts/slideLayout1.xml" ContentType="application/vnd.openxmlformats-officedocument.presentationml.slideLayout+xml"/>
  <Override PartName="/ppt/introduction_title/slideLayouts/slideLayout10.xml" ContentType="application/vnd.openxmlformats-officedocument.presentationml.slideLayout+xml"/>
  <Override PartName="/ppt/introduction_title/slideLayouts/slideLayout11.xml" ContentType="application/vnd.openxmlformats-officedocument.presentationml.slideLayout+xml"/>
  <Override PartName="/ppt/introduction_title/slideLayouts/slideLayout2.xml" ContentType="application/vnd.openxmlformats-officedocument.presentationml.slideLayout+xml"/>
  <Override PartName="/ppt/introduction_title/slideLayouts/slideLayout3.xml" ContentType="application/vnd.openxmlformats-officedocument.presentationml.slideLayout+xml"/>
  <Override PartName="/ppt/introduction_title/slideLayouts/slideLayout4.xml" ContentType="application/vnd.openxmlformats-officedocument.presentationml.slideLayout+xml"/>
  <Override PartName="/ppt/introduction_title/slideLayouts/slideLayout5.xml" ContentType="application/vnd.openxmlformats-officedocument.presentationml.slideLayout+xml"/>
  <Override PartName="/ppt/introduction_title/slideLayouts/slideLayout6.xml" ContentType="application/vnd.openxmlformats-officedocument.presentationml.slideLayout+xml"/>
  <Override PartName="/ppt/introduction_title/slideLayouts/slideLayout7.xml" ContentType="application/vnd.openxmlformats-officedocument.presentationml.slideLayout+xml"/>
  <Override PartName="/ppt/introduction_title/slideLayouts/slideLayout8.xml" ContentType="application/vnd.openxmlformats-officedocument.presentationml.slideLayout+xml"/>
  <Override PartName="/ppt/introduction_title/slideLayouts/slideLayout9.xml" ContentType="application/vnd.openxmlformats-officedocument.presentationml.slideLayout+xml"/>
  <Override PartName="/ppt/introduction_title/slideMasters/slideMaster1.xml" ContentType="application/vnd.openxmlformats-officedocument.presentationml.slideMaster+xml"/>
  <Override PartName="/ppt/slides/slide16.xml" ContentType="application/vnd.openxmlformats-officedocument.presentationml.slide+xml"/>
  <Override PartName="/ppt/introduction_title/theme/theme1.xml" ContentType="application/vnd.openxmlformats-officedocument.theme+xml"/>
  <Override PartName="/ppt/introduction_title/theme/theme2.xml" ContentType="application/vnd.openxmlformats-officedocument.theme+xml"/>
  <Override PartName="/ppt/introduction_methodology/notesMasters/notesMaster1.xml" ContentType="application/vnd.openxmlformats-officedocument.presentationml.notesMaster+xml"/>
  <Override PartName="/ppt/introduction_methodology/notesSlides/notesSlide1.xml" ContentType="application/vnd.openxmlformats-officedocument.presentationml.notesSlide+xml"/>
  <Override PartName="/ppt/introduction_methodology/slideLayouts/slideLayout1.xml" ContentType="application/vnd.openxmlformats-officedocument.presentationml.slideLayout+xml"/>
  <Override PartName="/ppt/introduction_methodology/slideLayouts/slideLayout10.xml" ContentType="application/vnd.openxmlformats-officedocument.presentationml.slideLayout+xml"/>
  <Override PartName="/ppt/introduction_methodology/slideLayouts/slideLayout11.xml" ContentType="application/vnd.openxmlformats-officedocument.presentationml.slideLayout+xml"/>
  <Override PartName="/ppt/introduction_methodology/slideLayouts/slideLayout2.xml" ContentType="application/vnd.openxmlformats-officedocument.presentationml.slideLayout+xml"/>
  <Override PartName="/ppt/introduction_methodology/slideLayouts/slideLayout3.xml" ContentType="application/vnd.openxmlformats-officedocument.presentationml.slideLayout+xml"/>
  <Override PartName="/ppt/introduction_methodology/slideLayouts/slideLayout4.xml" ContentType="application/vnd.openxmlformats-officedocument.presentationml.slideLayout+xml"/>
  <Override PartName="/ppt/introduction_methodology/slideLayouts/slideLayout5.xml" ContentType="application/vnd.openxmlformats-officedocument.presentationml.slideLayout+xml"/>
  <Override PartName="/ppt/introduction_methodology/slideLayouts/slideLayout6.xml" ContentType="application/vnd.openxmlformats-officedocument.presentationml.slideLayout+xml"/>
  <Override PartName="/ppt/introduction_methodology/slideLayouts/slideLayout7.xml" ContentType="application/vnd.openxmlformats-officedocument.presentationml.slideLayout+xml"/>
  <Override PartName="/ppt/introduction_methodology/slideLayouts/slideLayout8.xml" ContentType="application/vnd.openxmlformats-officedocument.presentationml.slideLayout+xml"/>
  <Override PartName="/ppt/introduction_methodology/slideLayouts/slideLayout9.xml" ContentType="application/vnd.openxmlformats-officedocument.presentationml.slideLayout+xml"/>
  <Override PartName="/ppt/introduction_methodology/slideMasters/slideMaster1.xml" ContentType="application/vnd.openxmlformats-officedocument.presentationml.slideMaster+xml"/>
  <Override PartName="/ppt/slides/slide17.xml" ContentType="application/vnd.openxmlformats-officedocument.presentationml.slide+xml"/>
  <Override PartName="/ppt/introduction_methodology/theme/theme1.xml" ContentType="application/vnd.openxmlformats-officedocument.theme+xml"/>
  <Override PartName="/ppt/introduction_methodology/theme/theme2.xml" ContentType="application/vnd.openxmlformats-officedocument.theme+xml"/>
  <Override PartName="/ppt/tm_group_18/notesMasters/notesMaster1.xml" ContentType="application/vnd.openxmlformats-officedocument.presentationml.notesMaster+xml"/>
  <Override PartName="/ppt/tm_group_18/notesSlides/notesSlide1.xml" ContentType="application/vnd.openxmlformats-officedocument.presentationml.notesSlide+xml"/>
  <Override PartName="/ppt/tm_group_18/slideLayouts/slideLayout1.xml" ContentType="application/vnd.openxmlformats-officedocument.presentationml.slideLayout+xml"/>
  <Override PartName="/ppt/tm_group_18/slideLayouts/slideLayout10.xml" ContentType="application/vnd.openxmlformats-officedocument.presentationml.slideLayout+xml"/>
  <Override PartName="/ppt/tm_group_18/slideLayouts/slideLayout11.xml" ContentType="application/vnd.openxmlformats-officedocument.presentationml.slideLayout+xml"/>
  <Override PartName="/ppt/tm_group_18/slideLayouts/slideLayout2.xml" ContentType="application/vnd.openxmlformats-officedocument.presentationml.slideLayout+xml"/>
  <Override PartName="/ppt/tm_group_18/slideLayouts/slideLayout3.xml" ContentType="application/vnd.openxmlformats-officedocument.presentationml.slideLayout+xml"/>
  <Override PartName="/ppt/tm_group_18/slideLayouts/slideLayout4.xml" ContentType="application/vnd.openxmlformats-officedocument.presentationml.slideLayout+xml"/>
  <Override PartName="/ppt/tm_group_18/slideLayouts/slideLayout5.xml" ContentType="application/vnd.openxmlformats-officedocument.presentationml.slideLayout+xml"/>
  <Override PartName="/ppt/tm_group_18/slideLayouts/slideLayout6.xml" ContentType="application/vnd.openxmlformats-officedocument.presentationml.slideLayout+xml"/>
  <Override PartName="/ppt/tm_group_18/slideLayouts/slideLayout7.xml" ContentType="application/vnd.openxmlformats-officedocument.presentationml.slideLayout+xml"/>
  <Override PartName="/ppt/tm_group_18/slideLayouts/slideLayout8.xml" ContentType="application/vnd.openxmlformats-officedocument.presentationml.slideLayout+xml"/>
  <Override PartName="/ppt/tm_group_18/slideLayouts/slideLayout9.xml" ContentType="application/vnd.openxmlformats-officedocument.presentationml.slideLayout+xml"/>
  <Override PartName="/ppt/tm_group_18/slideMasters/slideMaster1.xml" ContentType="application/vnd.openxmlformats-officedocument.presentationml.slideMaster+xml"/>
  <Override PartName="/ppt/slides/slide18.xml" ContentType="application/vnd.openxmlformats-officedocument.presentationml.slide+xml"/>
  <Override PartName="/ppt/tm_group_18/theme/theme1.xml" ContentType="application/vnd.openxmlformats-officedocument.theme+xml"/>
  <Override PartName="/ppt/tm_group_18/theme/theme2.xml" ContentType="application/vnd.openxmlformats-officedocument.theme+xml"/>
  <Override PartName="/ppt/pooled_animation_1/slideMasters/slideMaster1.xml" ContentType="application/vnd.openxmlformats-officedocument.presentationml.slideMaster+xml"/>
  <Override PartName="/ppt/pooled_animation_1/slideMasters/theme/theme2.xml" ContentType="application/vnd.openxmlformats-officedocument.theme+xml"/>
  <Override PartName="/ppt/pooled_animation_1/slideLayouts/slideLayout1.xml" ContentType="application/vnd.openxmlformats-officedocument.presentationml.slideLayout+xml"/>
  <Override PartName="/ppt/pooled_animation_1/slideLayouts/slideLayout2.xml" ContentType="application/vnd.openxmlformats-officedocument.presentationml.slideLayout+xml"/>
  <Override PartName="/ppt/pooled_animation_1/slideLayouts/slideLayout3.xml" ContentType="application/vnd.openxmlformats-officedocument.presentationml.slideLayout+xml"/>
  <Override PartName="/ppt/pooled_animation_1/slideLayouts/slideLayout4.xml" ContentType="application/vnd.openxmlformats-officedocument.presentationml.slideLayout+xml"/>
  <Override PartName="/ppt/pooled_animation_1/slideLayouts/slideLayout5.xml" ContentType="application/vnd.openxmlformats-officedocument.presentationml.slideLayout+xml"/>
  <Override PartName="/ppt/pooled_animation_1/slideLayouts/slideLayout6.xml" ContentType="application/vnd.openxmlformats-officedocument.presentationml.slideLayout+xml"/>
  <Override PartName="/ppt/pooled_animation_1/notesMasters/notesMaster1.xml" ContentType="application/vnd.openxmlformats-officedocument.presentationml.notesMaster+xml"/>
  <Override PartName="/ppt/pooled_animation_1/notesMasters/theme/theme3.xml" ContentType="application/vnd.openxmlformats-officedocument.theme+xml"/>
  <Override PartName="/ppt/slides/slide19.xml" ContentType="application/vnd.openxmlformats-officedocument.presentationml.slide+xml"/>
  <Override PartName="/ppt/pooled_animation_1/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ba453e1bc146a2" /><Relationship Type="http://schemas.openxmlformats.org/officeDocument/2006/relationships/extended-properties" Target="/docProps/app.xml" Id="Rca6e806b9d554f0d" /><Relationship Type="http://schemas.openxmlformats.org/officeDocument/2006/relationships/officeDocument" Target="/ppt/presentation.xml" Id="Rac3ca8f97837441c" /></Relationships>
</file>

<file path=ppt/presentation.xml><?xml version="1.0" encoding="utf-8"?>
<p:presentation xmlns:p="http://schemas.openxmlformats.org/presentationml/2006/main" xmlns:r="http://schemas.openxmlformats.org/officeDocument/2006/relationships">
  <p:sldMasterIdLst>
    <p:sldMasterId id="2147483648" r:id="R483e0d3c95174466"/>
    <p:sldMasterId r:id="rIdTMHeatmapMaster12_10" id="2147483649"/>
    <p:sldMasterId r:id="rIdTMHeatmapMaster13_8" id="2147483650"/>
    <p:sldMasterId r:id="rIdTMHeatmapMaster14_6" id="2147483651"/>
    <p:sldMasterId r:id="rIdTMHeatmapMaster15_9" id="2147483652"/>
    <p:sldMasterId r:id="rIdTMHeatmapMaster16_6" id="2147483653"/>
    <p:sldMasterId r:id="rIdTMHeatmapMaster17_6" id="2147483654"/>
    <p:sldMasterId r:id="rIdTMHeatmapMaster18_7" id="2147483655"/>
    <p:sldMasterId r:id="rIdTMHeatmapMaster19_8" id="2147483656"/>
  </p:sldMasterIdLst>
  <p:notesMasterIdLst>
    <p:notesMasterId r:id="R47ecb65cf02e4de6"/>
  </p:notesMasterIdLst>
  <p:sldIdLst>
    <p:sldId r:id="rIdTMHeatmap16" id="271"/>
    <p:sldId r:id="rIdTMHeatmap17" id="272"/>
    <p:sldId id="256" r:id="R1299cd6b003c47dc"/>
    <p:sldId id="257" r:id="R7c92ea0dc09247ba"/>
    <p:sldId id="258" r:id="R30806a9017c149d1"/>
    <p:sldId id="259" r:id="Raa971001cd5c4a5d"/>
    <p:sldId id="260" r:id="Rf473cd430bff4e1f"/>
    <p:sldId id="261" r:id="Rf511c28cfbb24b8e"/>
    <p:sldId id="262" r:id="Rfce188a02ef14cba"/>
    <p:sldId id="263" r:id="Rd064062275c4476a"/>
    <p:sldId id="264" r:id="R1301776b555c4e37"/>
    <p:sldId id="265" r:id="R10ee2fd433574737"/>
    <p:sldId id="266" r:id="R57f8b1cc44e64337"/>
    <p:sldId r:id="rIdTMHeatmap12" id="267"/>
    <p:sldId r:id="rIdTMHeatmap13" id="268"/>
    <p:sldId r:id="rIdTMHeatmap14" id="269"/>
    <p:sldId r:id="rIdTMHeatmap15" id="270"/>
    <p:sldId r:id="rIdTMHeatmap18" id="273"/>
    <p:sldId r:id="rIdTMHeatmap19" id="2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ceef47454694bba" /><Relationship Type="http://schemas.openxmlformats.org/officeDocument/2006/relationships/slideMaster" Target="/ppt/slideMasters/slideMaster1.xml" Id="R483e0d3c95174466" /><Relationship Type="http://schemas.openxmlformats.org/officeDocument/2006/relationships/notesMaster" Target="/ppt/notesMasters/notesMaster1.xml" Id="R47ecb65cf02e4de6" /><Relationship Type="http://schemas.openxmlformats.org/officeDocument/2006/relationships/presProps" Target="/ppt/presProps.xml" Id="Rcb28e893b66c4952" /><Relationship Type="http://schemas.openxmlformats.org/officeDocument/2006/relationships/tableStyles" Target="/ppt/tableStyles.xml" Id="Rc0c1d079d57547ff" /><Relationship Type="http://schemas.openxmlformats.org/officeDocument/2006/relationships/slide" Target="/ppt/slides/slide1.xml" Id="R1299cd6b003c47dc" /><Relationship Type="http://schemas.openxmlformats.org/officeDocument/2006/relationships/slide" Target="/ppt/slides/slide2.xml" Id="R7c92ea0dc09247ba" /><Relationship Type="http://schemas.openxmlformats.org/officeDocument/2006/relationships/slide" Target="/ppt/slides/slide3.xml" Id="R30806a9017c149d1" /><Relationship Type="http://schemas.openxmlformats.org/officeDocument/2006/relationships/slide" Target="/ppt/slides/slide4.xml" Id="Raa971001cd5c4a5d" /><Relationship Type="http://schemas.openxmlformats.org/officeDocument/2006/relationships/slide" Target="/ppt/slides/slide5.xml" Id="Rf473cd430bff4e1f" /><Relationship Type="http://schemas.openxmlformats.org/officeDocument/2006/relationships/slide" Target="/ppt/slides/slide6.xml" Id="Rf511c28cfbb24b8e" /><Relationship Type="http://schemas.openxmlformats.org/officeDocument/2006/relationships/slide" Target="/ppt/slides/slide7.xml" Id="Rfce188a02ef14cba" /><Relationship Type="http://schemas.openxmlformats.org/officeDocument/2006/relationships/slide" Target="/ppt/slides/slide8.xml" Id="Rd064062275c4476a" /><Relationship Type="http://schemas.openxmlformats.org/officeDocument/2006/relationships/slide" Target="/ppt/slides/slide9.xml" Id="R1301776b555c4e37" /><Relationship Type="http://schemas.openxmlformats.org/officeDocument/2006/relationships/slide" Target="/ppt/slides/slide10.xml" Id="R10ee2fd433574737" /><Relationship Type="http://schemas.openxmlformats.org/officeDocument/2006/relationships/slide" Target="/ppt/slides/slide11.xml" Id="R57f8b1cc44e64337" /><Relationship Id="rIdTMHeatmap12" Type="http://schemas.openxmlformats.org/officeDocument/2006/relationships/slide" Target="slides/slide12.xml" /><Relationship Id="rIdTMHeatmapMaster12_10" Type="http://schemas.openxmlformats.org/officeDocument/2006/relationships/slideMaster" Target="workflow_addition_12_workflow-pptx-4git_c_l/slideMasters/slideMaster1.xml" /><Relationship Id="rIdTMHeatmap13" Type="http://schemas.openxmlformats.org/officeDocument/2006/relationships/slide" Target="slides/slide13.xml" /><Relationship Id="rIdTMHeatmapMaster13_8" Type="http://schemas.openxmlformats.org/officeDocument/2006/relationships/slideMaster" Target="workflow_addition_13_workflow-pptx-4git_c_l/slideMasters/slideMaster1.xml" /><Relationship Id="rIdTMHeatmap14" Type="http://schemas.openxmlformats.org/officeDocument/2006/relationships/slide" Target="slides/slide14.xml" /><Relationship Id="rIdTMHeatmapMaster14_6" Type="http://schemas.openxmlformats.org/officeDocument/2006/relationships/slideMaster" Target="tm_heatmap/slideMasters/slideMaster1.xml" /><Relationship Id="rIdTMHeatmap15" Type="http://schemas.openxmlformats.org/officeDocument/2006/relationships/slide" Target="slides/slide15.xml" /><Relationship Id="rIdTMHeatmapMaster15_9" Type="http://schemas.openxmlformats.org/officeDocument/2006/relationships/slideMaster" Target="workflow_addition_15_workflow-pptx-nss143hy/slideMasters/slideMaster1.xml" /><Relationship Id="rIdTMHeatmap16" Type="http://schemas.openxmlformats.org/officeDocument/2006/relationships/slide" Target="slides/slide16.xml" /><Relationship Id="rIdTMHeatmapMaster16_6" Type="http://schemas.openxmlformats.org/officeDocument/2006/relationships/slideMaster" Target="introduction_title/slideMasters/slideMaster1.xml" /><Relationship Id="rIdTMHeatmap17" Type="http://schemas.openxmlformats.org/officeDocument/2006/relationships/slide" Target="slides/slide17.xml" /><Relationship Id="rIdTMHeatmapMaster17_6" Type="http://schemas.openxmlformats.org/officeDocument/2006/relationships/slideMaster" Target="introduction_methodology/slideMasters/slideMaster1.xml" /><Relationship Id="rIdTMHeatmap18" Type="http://schemas.openxmlformats.org/officeDocument/2006/relationships/slide" Target="slides/slide18.xml" /><Relationship Id="rIdTMHeatmapMaster18_7" Type="http://schemas.openxmlformats.org/officeDocument/2006/relationships/slideMaster" Target="tm_group_18/slideMasters/slideMaster1.xml" /><Relationship Id="rIdTMHeatmap19" Type="http://schemas.openxmlformats.org/officeDocument/2006/relationships/slide" Target="slides/slide19.xml" /><Relationship Id="rIdTMHeatmapMaster19_8" Type="http://schemas.openxmlformats.org/officeDocument/2006/relationships/slideMaster" Target="pooled_animation_1/slideMasters/slideMaster1.xml" /></Relationships>
</file>

<file path=ppt/introduction_methodology/notesMasters/_rels/notesMaster1.xml.rels><?xml version='1.0' encoding='utf-8'?>
<Relationships xmlns="http://schemas.openxmlformats.org/package/2006/relationships"><Relationship Id="rId1" Type="http://schemas.openxmlformats.org/officeDocument/2006/relationships/theme" Target="../theme/theme2.xml" /></Relationships>
</file>

<file path=ppt/introduction_methodology/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introduction_methodology/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7.xml" /></Relationships>
</file>

<file path=ppt/introduction_methodology/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"BhR2 bmr6717 largest child", "comparison": "AFCluster vs AFSample2 vs AFSample3 vs BioEMU vs MD", "sampling_provenance": {"methods": {"AFCluster": 1000, "AFSample2": 985, "AFSample3": 993, "BioEMU": 1998, "MD": 996}, "unassigned_or_reference_count": 3884, "source": "Exact clustering membership and configured model_origin rules"}, "sections": [{"title": "Sampling methods analyzed", "x": 48, "y": 88, "lines": [[["AFCluster", null], [": 1,000 analyzed models.", null]], [["AFSample2", "https://github.com/wallnerlab/AFsample2"], [": 985 analyzed models.", null]], [["AFSample3", "https://github.com/wallnerlab/afsample3/tree/507e8fd492379cb3996d1ba2e04794e8ce2191df"], [": 993 analyzed models.", null]], [["BioEMU", "https://github.com/microsoft/bioemu"], [": 1,998 analyzed models.", null]], [["MD", null], [": 996 analyzed models.", null]]]}, {"title": "Shared structural feature input", "x": 48, "y": 267, "lines": [[["Align sequences; retain residue positions shared", null]], [["by all models. For each structure, calculate the", null]], [["Cα–Cα distance matrix and flatten its upper", null]], [["triangle, excluding the diagonal: R(R−1)/2 values.", null]], [["Screen terminal variance; remove flagged rows/columns.", null]], [["Keep ≥75% of each chain; chains ≤15 residues stay intact.", null]]]}, {"title": "Two-dimensional projections", "x": 48, "y": 446, "lines": [[["PCA: scikit-learn 1.7.1", "https://scikit-learn.org/stable/modules/generated/sklearn.decomposition.PCA.html"], ["; centered SVD.", null]], [["t-SNE: scikit-learn 1.7.1", "https://scikit-learn.org/stable/modules/generated/sklearn.manifold.TSNE.html"], ["; Barnes–Hut,", null]], [["perplexity 30; the workflow uses Python t-SNE.", null]], [["UMAP: umap-learn 0.5.11", "https://github.com/lmcinnes/umap"], ["; neighbors 15,", null]], [["min_dist 0.1; Euclidean distance. Random seed 42.", null]]]}, {"title": "Clusters and displayed representatives", "x": 664, "y": 88, "lines": [[["Preserve UMAP components; seeds 42/7/123.", null]], [["Ward splits: feature silhouette ≥0.15; ARI ≥0.80.", null]], [["Show up to 5 AFSample3 models per cluster", null]], [["by mean pLDDT. BioEMU has no confidence scores", null]], [["and is excluded from representative selection.", null]], [["Both BioEMU filter groups remain in clustering.", null]]]}, {"title": "Medoid TM-similarity grid", "x": 664, "y": 267, "lines": [[["Among the displayed models in each cluster, the", null]], [["medoid minimizes mean pairwise aligned Cα RMSD", null]], [["over shared, chain-corresponded residues.", null]], [["US-align", "https://github.com/pylelab/USalign"], [" scores each medoid pair in both directions;", null]], [["average-length normalization and directional mean", null]], [["give a symmetric grid (0–1; higher is more similar).", null]]]}, {"title": "Bonsai of the selected ensembles", "x": 664, "y": 446, "lines": [[["Bonsai / Bonsai Scout", "https://github.com/dhdegroot/Bonsai-data-representation/tree/b16ef6f0a164610327022c7d0b92de82b3596aad"], [": native engine b16ef6f.", null]], [["16 representatives; 15 nonzero PCA axes.", null]], [["Variance scaling off; tree paths encode distance.", null]], [["Native edge cuts select 2 groups by silhouette.", null]], [["B labels apply only to selected representatives.", null]], [["Circular views and dendrogram; root is arbitrary.", null]]]}], "references": [["PCA / scikit-learn: Pedregosa et al., 2011", "https://jmlr.org/papers/v12/pedregosa11a.html"], ["t-SNE: van der Maaten &amp; Hinton, 2008", "https://www.jmlr.org/papers/v9/vandermaaten08a.html"], ["UMAP: McInnes, Healy &amp; Melville, 2018", "https://arxiv.org/abs/1802.03426"]], "dataset_scope": "Only nine confidence-producing methods are ranked; BioEMU/BioEMU2 remain in every structural analysis. Unscored-only clusters retain their structural medoid.", "bonsai_source": " (native engine b16ef6f)", "bonsai_url": "https://github.com/dhdegroot/Bonsai-data-representation/tree/b16ef6f0a164610327022c7d0b92de82b3596aad"}</a:t>
            </a:r>
          </a:p>
        </p:txBody>
      </p:sp>
      <p:sp>
        <p:nvSpPr>
          <p:cNvPr id="4" name="Slide Number Placeholder 3"/>
          <p:cNvSpPr>
            <a:spLocks noGrp="1"/>
          </p:cNvSpPr>
          <p:nvPr>
            <p:ph type="sldNum" idx="5" sz="quarter"/>
          </p:nvPr>
        </p:nvSpPr>
        <p:spPr/>
      </p:sp>
    </p:spTree>
  </p:cSld>
  <p:clrMapOvr>
    <a:masterClrMapping/>
  </p:clrMapOvr>
</p:notes>
</file>

<file path=ppt/introduction_methodology/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introduction_methodology/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introduction_methodology/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introduction_methodology/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introduction_methodology/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introduction_methodology/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introduction_methodology/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introduction_methodology/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introduction_methodology/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introduction_methodology/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introduction_methodology/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introduction_methodology/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introduction_methodology/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introduction_methodology/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methodology/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title/notesMasters/_rels/notesMaster1.xml.rels><?xml version='1.0' encoding='utf-8'?>
<Relationships xmlns="http://schemas.openxmlformats.org/package/2006/relationships"><Relationship Id="rId1" Type="http://schemas.openxmlformats.org/officeDocument/2006/relationships/theme" Target="../theme/theme2.xml" /></Relationships>
</file>

<file path=ppt/introduction_title/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introduction_title/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6.xml" /></Relationships>
</file>

<file path=ppt/introduction_title/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"BhR2 bmr6717 largest child", "comparison": "AFCluster vs AFSample2 vs AFSample3 vs BioEMU vs MD", "sampling_provenance": {"methods": {"AFCluster": 1000, "AFSample2": 985, "AFSample3": 993, "BioEMU": 1998, "MD": 996}, "unassigned_or_reference_count": 3884, "source": "Exact clustering membership and configured model_origin rules"}, "sections": [{"title": "Sampling methods analyzed", "x": 48, "y": 88, "lines": [[["AFCluster", null], [": 1,000 analyzed models.", null]], [["AFSample2", "https://github.com/wallnerlab/AFsample2"], [": 985 analyzed models.", null]], [["AFSample3", "https://github.com/wallnerlab/afsample3/tree/507e8fd492379cb3996d1ba2e04794e8ce2191df"], [": 993 analyzed models.", null]], [["BioEMU", "https://github.com/microsoft/bioemu"], [": 1,998 analyzed models.", null]], [["MD", null], [": 996 analyzed models.", null]]]}, {"title": "Shared structural feature input", "x": 48, "y": 267, "lines": [[["Align sequences; retain residue positions shared", null]], [["by all models. For each structure, calculate the", null]], [["Cα–Cα distance matrix and flatten its upper", null]], [["triangle, excluding the diagonal: R(R−1)/2 values.", null]], [["Screen terminal variance; remove flagged rows/columns.", null]], [["Keep ≥75% of each chain; chains ≤15 residues stay intact.", null]]]}, {"title": "Two-dimensional projections", "x": 48, "y": 446, "lines": [[["PCA: scikit-learn 1.7.1", "https://scikit-learn.org/stable/modules/generated/sklearn.decomposition.PCA.html"], ["; centered SVD.", null]], [["t-SNE: scikit-learn 1.7.1", "https://scikit-learn.org/stable/modules/generated/sklearn.manifold.TSNE.html"], ["; Barnes–Hut,", null]], [["perplexity 30; the workflow uses Python t-SNE.", null]], [["UMAP: umap-learn 0.5.11", "https://github.com/lmcinnes/umap"], ["; neighbors 15,", null]], [["min_dist 0.1; Euclidean distance. Random seed 42.", null]]]}, {"title": "Clusters and displayed representatives", "x": 664, "y": 88, "lines": [[["Preserve UMAP components; seeds 42/7/123.", null]], [["Ward splits: feature silhouette ≥0.15; ARI ≥0.80.", null]], [["Show up to 5 AFSample3 models per cluster", null]], [["by mean pLDDT. BioEMU has no confidence scores", null]], [["and is excluded from representative selection.", null]], [["Both BioEMU filter groups remain in clustering.", null]]]}, {"title": "Medoid TM-similarity grid", "x": 664, "y": 267, "lines": [[["Among the displayed models in each cluster, the", null]], [["medoid minimizes mean pairwise aligned Cα RMSD", null]], [["over shared, chain-corresponded residues.", null]], [["US-align", "https://github.com/pylelab/USalign"], [" scores each medoid pair in both directions;", null]], [["average-length normalization and directional mean", null]], [["give a symmetric grid (0–1; higher is more similar).", null]]]}, {"title": "Bonsai of the selected ensembles", "x": 664, "y": 446, "lines": [[["Bonsai / Bonsai Scout", "https://github.com/dhdegroot/Bonsai-data-representation/tree/b16ef6f0a164610327022c7d0b92de82b3596aad"], [": native engine b16ef6f.", null]], [["16 representatives; 15 nonzero PCA axes.", null]], [["Variance scaling off; tree paths encode distance.", null]], [["Native edge cuts select 2 groups by silhouette.", null]], [["B labels apply only to selected representatives.", null]], [["Circular views and dendrogram; root is arbitrary.", null]]]}], "references": [["PCA / scikit-learn: Pedregosa et al., 2011", "https://jmlr.org/papers/v12/pedregosa11a.html"], ["t-SNE: van der Maaten &amp; Hinton, 2008", "https://www.jmlr.org/papers/v9/vandermaaten08a.html"], ["UMAP: McInnes, Healy &amp; Melville, 2018", "https://arxiv.org/abs/1802.03426"]], "dataset_scope": "Only nine confidence-producing methods are ranked; BioEMU/BioEMU2 remain in every structural analysis. Unscored-only clusters retain their structural medoid.", "bonsai_source": " (native engine b16ef6f)", "bonsai_url": "https://github.com/dhdegroot/Bonsai-data-representation/tree/b16ef6f0a164610327022c7d0b92de82b3596aad"}</a:t>
            </a:r>
          </a:p>
        </p:txBody>
      </p:sp>
      <p:sp>
        <p:nvSpPr>
          <p:cNvPr id="4" name="Slide Number Placeholder 3"/>
          <p:cNvSpPr>
            <a:spLocks noGrp="1"/>
          </p:cNvSpPr>
          <p:nvPr>
            <p:ph type="sldNum" idx="5" sz="quarter"/>
          </p:nvPr>
        </p:nvSpPr>
        <p:spPr/>
      </p:sp>
    </p:spTree>
  </p:cSld>
  <p:clrMapOvr>
    <a:masterClrMapping/>
  </p:clrMapOvr>
</p:notes>
</file>

<file path=ppt/introduction_title/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introduction_titl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introduction_titl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introduction_titl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introduction_titl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introduction_titl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introduction_titl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introduction_titl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introduction_titl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introduction_titl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introduction_titl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introduction_title/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introduction_title/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introduction_title/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title/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5acc5ab0900043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1cd408a3b945ef" /><Relationship Type="http://schemas.openxmlformats.org/officeDocument/2006/relationships/notesMaster" Target="/ppt/notesMasters/notesMaster1.xml" Id="Rb28d6b2e2df948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1ffd3f9a68496d" /><Relationship Type="http://schemas.openxmlformats.org/officeDocument/2006/relationships/notesMaster" Target="/ppt/notesMasters/notesMaster1.xml" Id="Rf305bc32d51f4b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22701492894d16" /><Relationship Type="http://schemas.openxmlformats.org/officeDocument/2006/relationships/notesMaster" Target="/ppt/notesMasters/notesMaster1.xml" Id="Re39e4221ec5f49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bcfaf227b247ba" /><Relationship Type="http://schemas.openxmlformats.org/officeDocument/2006/relationships/notesMaster" Target="/ppt/notesMasters/notesMaster1.xml" Id="R9ee2cf24cf7543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d7342bd81940cf" /><Relationship Type="http://schemas.openxmlformats.org/officeDocument/2006/relationships/notesMaster" Target="/ppt/notesMasters/notesMaster1.xml" Id="Rf42ed35a55824e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e763ca28954355" /><Relationship Type="http://schemas.openxmlformats.org/officeDocument/2006/relationships/notesMaster" Target="/ppt/notesMasters/notesMaster1.xml" Id="Rc2483bc6729b45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acf97add6a4aba" /><Relationship Type="http://schemas.openxmlformats.org/officeDocument/2006/relationships/notesMaster" Target="/ppt/notesMasters/notesMaster1.xml" Id="Rb9f49e704c0543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7eb7d3a0184c51" /><Relationship Type="http://schemas.openxmlformats.org/officeDocument/2006/relationships/notesMaster" Target="/ppt/notesMasters/notesMaster1.xml" Id="R5223df4f804441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a1f61d89e84976" /><Relationship Type="http://schemas.openxmlformats.org/officeDocument/2006/relationships/notesMaster" Target="/ppt/notesMasters/notesMaster1.xml" Id="Ra6e49861600f43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e554bf35f24d9e" /><Relationship Type="http://schemas.openxmlformats.org/officeDocument/2006/relationships/notesMaster" Target="/ppt/notesMasters/notesMaster1.xml" Id="Re8888e2f081340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afea3c5f3e4c92" /><Relationship Type="http://schemas.openxmlformats.org/officeDocument/2006/relationships/notesMaster" Target="/ppt/notesMasters/notesMaster1.xml" Id="R2f444eb7f3ae4b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BhR2_bmr6717_largest_child</a:t>
            </a:r>
          </a:p>
          <a:p xmlns:a="http://schemas.openxmlformats.org/drawingml/2006/main">
            <a:r>
              <a:t>Source figure: visualize_distogram/median_matrix.png</a:t>
            </a:r>
          </a:p>
          <a:p xmlns:a="http://schemas.openxmlformats.org/drawingml/2006/main">
            <a:r>
              <a:t>Figure 1. Median Cα distance between shared residues across the model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BhR2_bmr6717_largest_child</a:t>
            </a:r>
          </a:p>
          <a:p xmlns:a="http://schemas.openxmlformats.org/drawingml/2006/main">
            <a:r>
              <a:t>Source figure: visualize_distogram/variance_matrix.png</a:t>
            </a:r>
          </a:p>
          <a:p xmlns:a="http://schemas.openxmlformats.org/drawingml/2006/main">
            <a:r>
              <a:t>Figure 2. Variance of Cα distances between shared residues across the model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BhR2_bmr6717_largest_child</ns1:t>
            </ns1:r>
          </ns1:p>
          <ns1:p>
            <ns1:r>
              <ns1:t>Confidence panels: [{"scheme_key":"db_mean_plddt","scheme_name":"&lt;pLDDT&gt;","image":"[private source path] &lt;pLDDT&gt;","width":1134,"height":1000},{"scheme_key":"db_ptm","scheme_name":"pTM","image":"[private source path] pTM","width":1142,"height":1000}]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BhR2_bmr6717_largest_child</a:t>
            </a:r>
          </a:p>
          <a:p xmlns:a="http://schemas.openxmlformats.org/drawingml/2006/main">
            <a:r>
              <a:t>Source figure: clustering/pca/pca_dbcat_ais_method_ae4ac7fd.png</a:t>
            </a:r>
          </a:p>
          <a:p xmlns:a="http://schemas.openxmlformats.org/drawingml/2006/main">
            <a:r>
              <a:t>Figure 4. PCA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BhR2_bmr6717_largest_child</ns1:t>
            </ns1:r>
          </ns1:p>
          <ns1:p>
            <ns1:r>
              <ns1:t>Confidence panels: [{"scheme_key":"workflow_umap_knn_clusters","scheme_name":"Child clusters within Cluster 1","image":"[private source path] Cluster labels","width":1895,"height":1119},{"scheme_key":"config::model_origin","scheme_name":"Model Origin","image":"[private source path] Model types","width":1757,"height":1119,"model_type_gif":"[private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BhR2_bmr6717_largest_child</ns1:t>
            </ns1:r>
          </ns1:p>
          <ns1:p>
            <ns1:r>
              <ns1:t>Confidence panels: [{"scheme_key":"db_mean_plddt","scheme_name":"&lt;pLDDT&gt;","image":"[private source path] &lt;pLDDT&gt;","width":1090,"height":1000},{"scheme_key":"db_ptm","scheme_name":"pTM","image":"[private source path] pTM","width":1098,"height":1000}]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BhR2_bmr6717_largest_child</a:t>
            </a:r>
          </a:p>
          <a:p xmlns:a="http://schemas.openxmlformats.org/drawingml/2006/main">
            <a:r>
              <a:t>Source figure: clustering/umap/umap_dbcat_ais_method_ae4ac7fd.png</a:t>
            </a:r>
          </a:p>
          <a:p xmlns:a="http://schemas.openxmlformats.org/drawingml/2006/main">
            <a:r>
              <a:t>Figure 7. UMAP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BhR2_bmr6717_largest_child</ns1:t>
            </ns1:r>
          </ns1:p>
          <ns1:p>
            <ns1:r>
              <ns1:t>Confidence panels: [{"scheme_key":"workflow_umap_knn_clusters","scheme_name":"Child clusters within Cluster 1","image":"[private source path] Cluster labels","width":1858,"height":1119},{"scheme_key":"config::model_origin","scheme_name":"Model Origin","image":"[private source path] Model types","width":1720,"height":1119,"model_type_gif":"[private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BhR2_bmr6717_largest_child</ns1:t>
            </ns1:r>
          </ns1:p>
          <ns1:p>
            <ns1:r>
              <ns1:t>Confidence panels: [{"scheme_key":"db_mean_plddt","scheme_name":"&lt;pLDDT&gt;","image":"[private source path] &lt;pLDDT&gt;","width":1115,"height":1000},{"scheme_key":"db_ptm","scheme_name":"pTM","image":"[private source path] pTM","width":1123,"height":1000}]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BhR2_bmr6717_largest_child</a:t>
            </a:r>
          </a:p>
          <a:p xmlns:a="http://schemas.openxmlformats.org/drawingml/2006/main">
            <a:r>
              <a:t>Source figure: clustering/tsne/tsne_dbcat_ais_method_ae4ac7fd.png</a:t>
            </a:r>
          </a:p>
          <a:p xmlns:a="http://schemas.openxmlformats.org/drawingml/2006/main">
            <a:r>
              <a:t>Figure 10. t-SNE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BhR2_bmr6717_largest_child</ns1:t>
            </ns1:r>
          </ns1:p>
          <ns1:p>
            <ns1:r>
              <ns1:t>Confidence panels: [{"scheme_key":"workflow_umap_knn_clusters","scheme_name":"Child clusters within Cluster 1","image":"[private source path] Cluster labels","width":1879,"height":1119},{"scheme_key":"config::model_origin","scheme_name":"Model Origin","image":"[private source path] Model types","width":1741,"height":1119,"model_type_gif":"[private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1/notesMasters/_rels/notesMaster1.xml.rels><?xml version='1.0' encoding='utf-8'?>
<Relationships xmlns="http://schemas.openxmlformats.org/package/2006/relationships"><Relationship Type="http://schemas.openxmlformats.org/officeDocument/2006/relationships/theme" Target="theme/theme3.xml" Id="R56723e869d9245c4" /></Relationships>
</file>

<file path=ppt/pooled_animation_1/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pooled_animation_1/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pooled_animation_1/notesSlides/_rels/notesSlide1.xml.rels><?xml version='1.0' encoding='utf-8'?>
<Relationships xmlns="http://schemas.openxmlformats.org/package/2006/relationships"><Relationship Type="http://schemas.openxmlformats.org/officeDocument/2006/relationships/slide" Target="../../slides/slide19.xml" Id="R81190589a5694339" /><Relationship Type="http://schemas.openxmlformats.org/officeDocument/2006/relationships/notesMaster" Target="../notesMasters/notesMaster1.xml" Id="R163cac2c7daf49a4" /></Relationships>
</file>

<file path=ppt/pooled_animation_1/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{"source_slide":18,"panels":[{"alt":"Pooled group 1 | whole_structure","gif":"[private source path] C-alpha RMSD; no additional fitting","metric_scope":"whole structure","input_order_cost":4.2548874315803875}]}</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1/slideLayouts/_rels/slideLayout1.xml.rels><?xml version='1.0' encoding='utf-8'?>
<Relationships xmlns="http://schemas.openxmlformats.org/package/2006/relationships"><Relationship Type="http://schemas.openxmlformats.org/officeDocument/2006/relationships/slideMaster" Target="../slideMasters/slideMaster1.xml" Id="R649e3adacace499b" /></Relationships>
</file>

<file path=ppt/pooled_animation_1/slideLayouts/_rels/slideLayout2.xml.rels><?xml version='1.0' encoding='utf-8'?>
<Relationships xmlns="http://schemas.openxmlformats.org/package/2006/relationships"><Relationship Type="http://schemas.openxmlformats.org/officeDocument/2006/relationships/slideMaster" Target="../slideMasters/slideMaster1.xml" Id="R08ab05d024064204" /></Relationships>
</file>

<file path=ppt/pooled_animation_1/slideLayouts/_rels/slideLayout3.xml.rels><?xml version='1.0' encoding='utf-8'?>
<Relationships xmlns="http://schemas.openxmlformats.org/package/2006/relationships"><Relationship Type="http://schemas.openxmlformats.org/officeDocument/2006/relationships/slideMaster" Target="../slideMasters/slideMaster1.xml" Id="Rc45e215accbc4c80" /></Relationships>
</file>

<file path=ppt/pooled_animation_1/slideLayouts/_rels/slideLayout4.xml.rels><?xml version='1.0' encoding='utf-8'?>
<Relationships xmlns="http://schemas.openxmlformats.org/package/2006/relationships"><Relationship Type="http://schemas.openxmlformats.org/officeDocument/2006/relationships/slideMaster" Target="../slideMasters/slideMaster1.xml" Id="R2501115b9c7d4088" /></Relationships>
</file>

<file path=ppt/pooled_animation_1/slideLayouts/_rels/slideLayout5.xml.rels><?xml version='1.0' encoding='utf-8'?>
<Relationships xmlns="http://schemas.openxmlformats.org/package/2006/relationships"><Relationship Type="http://schemas.openxmlformats.org/officeDocument/2006/relationships/slideMaster" Target="../slideMasters/slideMaster1.xml" Id="R8f5330faa33f4cbe" /></Relationships>
</file>

<file path=ppt/pooled_animation_1/slideLayouts/_rels/slideLayout6.xml.rels><?xml version='1.0' encoding='utf-8'?>
<Relationships xmlns="http://schemas.openxmlformats.org/package/2006/relationships"><Relationship Type="http://schemas.openxmlformats.org/officeDocument/2006/relationships/slideMaster" Target="../slideMasters/slideMaster1.xml" Id="Rdb85c71e48e44399" /></Relationships>
</file>

<file path=ppt/pooled_animation_1/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674F9D-B170-4738-B672-BCB74E9934D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DBA33B-4799-4B31-A080-11DB529E03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pooled_animation_1/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DE5499-B9B0-4510-8D69-E9E0C07EBDD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pooled_animation_1/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8E66A9-FB1E-4199-8F76-ABA20EEC46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811EF6-49CE-4641-B52C-EDDADAF7F2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1/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D969EFE-8BB9-49C3-8E3F-474FB3C27F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A87047-E7DD-432B-BEBC-BD15BA58B2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5D5D49-A1AF-4970-AB88-4C46A51C86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pooled_animation_1/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F5DDA6-9AC6-4087-B031-5078EA0D6C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3D4B91-6876-4126-BD17-17C39A9C8A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1/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pooled_animation_1/slideMasters/_rels/slideMaster1.xml.rels><?xml version='1.0' encoding='utf-8'?>
<Relationships xmlns="http://schemas.openxmlformats.org/package/2006/relationships"><Relationship Type="http://schemas.openxmlformats.org/officeDocument/2006/relationships/theme" Target="theme/theme2.xml" Id="R326995be658c4652" /><Relationship Type="http://schemas.openxmlformats.org/officeDocument/2006/relationships/slideLayout" Target="../slideLayouts/slideLayout1.xml" Id="R45f235f8e984496e" /><Relationship Type="http://schemas.openxmlformats.org/officeDocument/2006/relationships/slideLayout" Target="../slideLayouts/slideLayout2.xml" Id="R1a530f0678384cf3" /><Relationship Type="http://schemas.openxmlformats.org/officeDocument/2006/relationships/slideLayout" Target="../slideLayouts/slideLayout3.xml" Id="R380e5683e5ea464e" /><Relationship Type="http://schemas.openxmlformats.org/officeDocument/2006/relationships/slideLayout" Target="../slideLayouts/slideLayout4.xml" Id="R91a296a5cf77495c" /><Relationship Type="http://schemas.openxmlformats.org/officeDocument/2006/relationships/slideLayout" Target="../slideLayouts/slideLayout5.xml" Id="Rc5415d11dfd54482" /><Relationship Type="http://schemas.openxmlformats.org/officeDocument/2006/relationships/slideLayout" Target="../slideLayouts/slideLayout6.xml" Id="R7dbcceb08d1d4e3f" /></Relationships>
</file>

<file path=ppt/pooled_animation_1/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f235f8e984496e"/>
    <p:sldLayoutId xmlns:r="http://schemas.openxmlformats.org/officeDocument/2006/relationships" id="2147483650" r:id="R1a530f0678384cf3"/>
    <p:sldLayoutId xmlns:r="http://schemas.openxmlformats.org/officeDocument/2006/relationships" id="2147483651" r:id="R380e5683e5ea464e"/>
    <p:sldLayoutId xmlns:r="http://schemas.openxmlformats.org/officeDocument/2006/relationships" id="2147483652" r:id="R91a296a5cf77495c"/>
    <p:sldLayoutId xmlns:r="http://schemas.openxmlformats.org/officeDocument/2006/relationships" id="2147483653" r:id="Rc5415d11dfd54482"/>
    <p:sldLayoutId xmlns:r="http://schemas.openxmlformats.org/officeDocument/2006/relationships" id="2147483654" r:id="R7dbcceb08d1d4e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pooled_animation_1/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5a54dd5d514e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9997242cbb4e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4331e6bc7f49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d4e5e1a16443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43b815d2da4d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56abc0fbde41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07259B-46D4-4FD9-905A-12054715DD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A400F2D-6280-4BDE-80E5-F20854CBBD9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60BD1C6-3AD2-41EA-8CA2-93E76D4A26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B35419-5B93-4D4A-A5E8-A99E25733A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8FEEF6-9F6F-4252-8F88-47E4F5A1A11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A5B624-D9D6-4650-9FDD-49F9738BAA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72EAF3-209A-4D1D-B30E-3E0D1B018B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3F4ED0-4576-4A21-9C3F-89F5B3021A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2C800D-AFC6-4961-85DD-88F664CA9D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8D619E-180F-4959-B310-47A82476A1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60555c1d52434c" /><Relationship Type="http://schemas.openxmlformats.org/officeDocument/2006/relationships/slideLayout" Target="/ppt/slideLayouts/slideLayout1.xml" Id="Re577d5e2169d4ce6" /><Relationship Type="http://schemas.openxmlformats.org/officeDocument/2006/relationships/slideLayout" Target="/ppt/slideLayouts/slideLayout2.xml" Id="Ra30666784dd64791" /><Relationship Type="http://schemas.openxmlformats.org/officeDocument/2006/relationships/slideLayout" Target="/ppt/slideLayouts/slideLayout3.xml" Id="R04bf3a7c86dc4651" /><Relationship Type="http://schemas.openxmlformats.org/officeDocument/2006/relationships/slideLayout" Target="/ppt/slideLayouts/slideLayout4.xml" Id="R52fcf5bdce3f4acd" /><Relationship Type="http://schemas.openxmlformats.org/officeDocument/2006/relationships/slideLayout" Target="/ppt/slideLayouts/slideLayout5.xml" Id="R040908873d724fa9" /><Relationship Type="http://schemas.openxmlformats.org/officeDocument/2006/relationships/slideLayout" Target="/ppt/slideLayouts/slideLayout6.xml" Id="R2971ad48e5ac42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77d5e2169d4ce6"/>
    <p:sldLayoutId xmlns:r="http://schemas.openxmlformats.org/officeDocument/2006/relationships" id="2147483650" r:id="Ra30666784dd64791"/>
    <p:sldLayoutId xmlns:r="http://schemas.openxmlformats.org/officeDocument/2006/relationships" id="2147483651" r:id="R04bf3a7c86dc4651"/>
    <p:sldLayoutId xmlns:r="http://schemas.openxmlformats.org/officeDocument/2006/relationships" id="2147483652" r:id="R52fcf5bdce3f4acd"/>
    <p:sldLayoutId xmlns:r="http://schemas.openxmlformats.org/officeDocument/2006/relationships" id="2147483653" r:id="R040908873d724fa9"/>
    <p:sldLayoutId xmlns:r="http://schemas.openxmlformats.org/officeDocument/2006/relationships" id="2147483654" r:id="R2971ad48e5ac42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da8a474fe7472a" /><Relationship Type="http://schemas.openxmlformats.org/officeDocument/2006/relationships/image" Target="/ppt/media/image.png" Id="Rd0bb58fc5b854abd" /><Relationship Type="http://schemas.openxmlformats.org/officeDocument/2006/relationships/notesSlide" Target="/ppt/notesSlides/notesSlide1.xml" Id="R3652622cdc6e45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ce08104a1648c5" /><Relationship Type="http://schemas.openxmlformats.org/officeDocument/2006/relationships/image" Target="/ppt/media/image2.png" Id="R5b5fd07f227742af" /><Relationship Type="http://schemas.openxmlformats.org/officeDocument/2006/relationships/notesSlide" Target="/ppt/notesSlides/notesSlide2.xml" Id="R438f5b28e51d48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9d666ce28684133" /><Relationship Type="http://schemas.openxmlformats.org/officeDocument/2006/relationships/image" Target="/ppt/media/image3.png" Id="Rf4e290f28df84fd2" /><Relationship Type="http://schemas.openxmlformats.org/officeDocument/2006/relationships/image" Target="/ppt/media/image4.png" Id="Rc9c5d5b1fb864295" /><Relationship Type="http://schemas.openxmlformats.org/officeDocument/2006/relationships/notesSlide" Target="/ppt/notesSlides/notesSlide3.xml" Id="Rf82cc715335247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38a514da4704f60" /><Relationship Type="http://schemas.openxmlformats.org/officeDocument/2006/relationships/image" Target="/ppt/media/image5.png" Id="R4fa1be79fbca4212" /><Relationship Type="http://schemas.openxmlformats.org/officeDocument/2006/relationships/notesSlide" Target="/ppt/notesSlides/notesSlide4.xml" Id="Reabf68327da24ba0" /></Relationships>
</file>

<file path=ppt/slides/_rels/slide5.xml.rels><?xml version='1.0' encoding='utf-8'?>
<Relationships xmlns="http://schemas.openxmlformats.org/package/2006/relationships"><Relationship Type="http://schemas.openxmlformats.org/officeDocument/2006/relationships/slideLayout" Target="/ppt/slideLayouts/slideLayout6.xml" Id="R1a5c69e4657a44d6" /><Relationship Type="http://schemas.openxmlformats.org/officeDocument/2006/relationships/image" Target="/ppt/media/image6.png" Id="R93348108579f4460" /><Relationship Type="http://schemas.openxmlformats.org/officeDocument/2006/relationships/image" Target="/ppt/media/image7.png" Id="Rec33aba8eac348f6" /><Relationship Type="http://schemas.openxmlformats.org/officeDocument/2006/relationships/notesSlide" Target="/ppt/notesSlides/notesSlide5.xml" Id="R85d3bc5327bd4596" /><Relationship Id="rIdModelTypeAnimation1" Type="http://schemas.openxmlformats.org/officeDocument/2006/relationships/image" Target="../media/model-type-1.gif" /><Relationship Id="rIdModelTypeAnimation1Added" Type="http://schemas.openxmlformats.org/officeDocument/2006/relationships/image" Target="../media/model-type-1.gif" /><Relationship Id="rIdModelTypeAnimation1AddedAdded" Type="http://schemas.openxmlformats.org/officeDocument/2006/relationships/image" Target="../media/model-type-1.gif" /><Relationship Id="rIdModelTypeAnimation1AddedAddedAdded" Type="http://schemas.openxmlformats.org/officeDocument/2006/relationships/image" Target="../media/model-type-1.gi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136fa9c13848a1" /><Relationship Type="http://schemas.openxmlformats.org/officeDocument/2006/relationships/image" Target="/ppt/media/image8.png" Id="Rb38c6a7cdc4c4801" /><Relationship Type="http://schemas.openxmlformats.org/officeDocument/2006/relationships/image" Target="/ppt/media/image9.png" Id="R04620de27fb7412d" /><Relationship Type="http://schemas.openxmlformats.org/officeDocument/2006/relationships/notesSlide" Target="/ppt/notesSlides/notesSlide6.xml" Id="R9fc43318012a4d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b13a37cd7044c58" /><Relationship Type="http://schemas.openxmlformats.org/officeDocument/2006/relationships/image" Target="/ppt/media/image10.png" Id="R6d86b51222924018" /><Relationship Type="http://schemas.openxmlformats.org/officeDocument/2006/relationships/notesSlide" Target="/ppt/notesSlides/notesSlide7.xml" Id="R7a0fb656d80c4303" /></Relationships>
</file>

<file path=ppt/slides/_rels/slide8.xml.rels><?xml version='1.0' encoding='utf-8'?>
<Relationships xmlns="http://schemas.openxmlformats.org/package/2006/relationships"><Relationship Type="http://schemas.openxmlformats.org/officeDocument/2006/relationships/slideLayout" Target="/ppt/slideLayouts/slideLayout6.xml" Id="Rf178e7c993a64430" /><Relationship Type="http://schemas.openxmlformats.org/officeDocument/2006/relationships/image" Target="/ppt/media/image11.png" Id="Rcfb6083c5c3747df" /><Relationship Type="http://schemas.openxmlformats.org/officeDocument/2006/relationships/image" Target="/ppt/media/image12.png" Id="Rc9c3cb4f54794788" /><Relationship Type="http://schemas.openxmlformats.org/officeDocument/2006/relationships/notesSlide" Target="/ppt/notesSlides/notesSlide8.xml" Id="Rd315b7c661a545e6" /><Relationship Id="rIdModelTypeAnimation1" Type="http://schemas.openxmlformats.org/officeDocument/2006/relationships/image" Target="../media/model-type-2.gif" /><Relationship Id="rIdModelTypeAnimation1Added" Type="http://schemas.openxmlformats.org/officeDocument/2006/relationships/image" Target="../media/model-type-2.gif" /><Relationship Id="rIdModelTypeAnimation1AddedAdded" Type="http://schemas.openxmlformats.org/officeDocument/2006/relationships/image" Target="../media/model-type-2.gif" /><Relationship Id="rIdModelTypeAnimation1AddedAddedAdded" Type="http://schemas.openxmlformats.org/officeDocument/2006/relationships/image" Target="../media/model-type-2.gi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060bd7654994eaa" /><Relationship Type="http://schemas.openxmlformats.org/officeDocument/2006/relationships/image" Target="/ppt/media/image13.png" Id="R9e5a79f272274da7" /><Relationship Type="http://schemas.openxmlformats.org/officeDocument/2006/relationships/image" Target="/ppt/media/image14.png" Id="R9d09c28f75404b41" /><Relationship Type="http://schemas.openxmlformats.org/officeDocument/2006/relationships/notesSlide" Target="/ppt/notesSlides/notesSlide9.xml" Id="R99bf98209c1d42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ba659e301bd46ec" /><Relationship Type="http://schemas.openxmlformats.org/officeDocument/2006/relationships/image" Target="/ppt/media/image15.png" Id="R7ab691cf552e45be" /><Relationship Type="http://schemas.openxmlformats.org/officeDocument/2006/relationships/notesSlide" Target="/ppt/notesSlides/notesSlide10.xml" Id="Rb1fb9ad85bcc4c34" /></Relationships>
</file>

<file path=ppt/slides/_rels/slide11.xml.rels><?xml version='1.0' encoding='utf-8'?>
<Relationships xmlns="http://schemas.openxmlformats.org/package/2006/relationships"><Relationship Type="http://schemas.openxmlformats.org/officeDocument/2006/relationships/slideLayout" Target="/ppt/slideLayouts/slideLayout6.xml" Id="R59d58e64c00948df" /><Relationship Type="http://schemas.openxmlformats.org/officeDocument/2006/relationships/image" Target="/ppt/media/image16.png" Id="R5e9c4a38f9dd44fc" /><Relationship Type="http://schemas.openxmlformats.org/officeDocument/2006/relationships/image" Target="/ppt/media/image17.png" Id="R5b87ec91b7dd4c0c" /><Relationship Type="http://schemas.openxmlformats.org/officeDocument/2006/relationships/notesSlide" Target="/ppt/notesSlides/notesSlide11.xml" Id="R565ab24fe40f4cd5" /><Relationship Id="rIdModelTypeAnimation1" Type="http://schemas.openxmlformats.org/officeDocument/2006/relationships/image" Target="../media/model-type-3.gif" /><Relationship Id="rIdModelTypeAnimation1Added" Type="http://schemas.openxmlformats.org/officeDocument/2006/relationships/image" Target="../media/model-type-3.gif" /><Relationship Id="rIdModelTypeAnimation1AddedAdded" Type="http://schemas.openxmlformats.org/officeDocument/2006/relationships/image" Target="../media/model-type-3.gif" /><Relationship Id="rIdModelTypeAnimation1AddedAddedAdded" Type="http://schemas.openxmlformats.org/officeDocument/2006/relationships/image" Target="../media/model-type-3.gif" /></Relationships>
</file>

<file path=ppt/slides/_rels/slide12.xml.rels><?xml version='1.0' encoding='utf-8'?>
<Relationships xmlns="http://schemas.openxmlformats.org/package/2006/relationships"><Relationship Type="http://schemas.openxmlformats.org/officeDocument/2006/relationships/slideLayout" Target="../workflow_addition_12_workflow-pptx-4git_c_l/slideLayouts/slideLayout6.xml" Id="R1efc96a20a3f468a" /><Relationship Type="http://schemas.openxmlformats.org/officeDocument/2006/relationships/image" Target="../workflow_addition_12_workflow-pptx-4git_c_l/media/image.png" Id="R0ee1764c72c54082" /><Relationship Type="http://schemas.openxmlformats.org/officeDocument/2006/relationships/image" Target="../workflow_addition_12_workflow-pptx-4git_c_l/media/image2.png" Id="R58a3b5776fc045bc" /><Relationship Type="http://schemas.openxmlformats.org/officeDocument/2006/relationships/image" Target="../workflow_addition_12_workflow-pptx-4git_c_l/media/image3.png" Id="R05d63cba7920407b" /><Relationship Type="http://schemas.openxmlformats.org/officeDocument/2006/relationships/image" Target="../workflow_addition_12_workflow-pptx-4git_c_l/media/image4.png" Id="R27dbf1defebe4423" /><Relationship Type="http://schemas.openxmlformats.org/officeDocument/2006/relationships/notesSlide" Target="../workflow_addition_12_workflow-pptx-4git_c_l/notesSlides/notesSlide1.xml" Id="R927da02958374e23" /></Relationships>
</file>

<file path=ppt/slides/_rels/slide13.xml.rels><?xml version='1.0' encoding='utf-8'?>
<Relationships xmlns="http://schemas.openxmlformats.org/package/2006/relationships"><Relationship Type="http://schemas.openxmlformats.org/officeDocument/2006/relationships/slideLayout" Target="../workflow_addition_13_workflow-pptx-4git_c_l/slideLayouts/slideLayout6.xml" Id="R36d3859f45dc4de9" /><Relationship Type="http://schemas.openxmlformats.org/officeDocument/2006/relationships/chart" Target="../workflow_addition_13_workflow-pptx-4git_c_l/slides/charts/chart1.xml" Id="R40e1258a76834f82" /><Relationship Type="http://schemas.openxmlformats.org/officeDocument/2006/relationships/notesSlide" Target="../workflow_addition_13_workflow-pptx-4git_c_l/notesSlides/notesSlide1.xml" Id="R598049986e554802" /></Relationships>
</file>

<file path=ppt/slides/_rels/slide14.xml.rels><?xml version='1.0' encoding='utf-8'?>
<Relationships xmlns="http://schemas.openxmlformats.org/package/2006/relationships"><Relationship Type="http://schemas.openxmlformats.org/officeDocument/2006/relationships/slideLayout" Target="../tm_heatmap/slideLayouts/slideLayout6.xml" Id="R352d41a7cee042b9" /><Relationship Type="http://schemas.openxmlformats.org/officeDocument/2006/relationships/notesSlide" Target="../tm_heatmap/notesSlides/notesSlide1.xml" Id="R676121f32d024cd0" /></Relationships>
</file>

<file path=ppt/slides/_rels/slide15.xml.rels><?xml version='1.0' encoding='utf-8'?>
<Relationships xmlns="http://schemas.openxmlformats.org/package/2006/relationships"><Relationship Type="http://schemas.openxmlformats.org/officeDocument/2006/relationships/slideLayout" Target="../workflow_addition_15_workflow-pptx-nss143hy/slideLayouts/slideLayout6.xml" Id="Rad875e49496340d8" /><Relationship Type="http://schemas.openxmlformats.org/officeDocument/2006/relationships/image" Target="../workflow_addition_15_workflow-pptx-nss143hy/media/image.png" Id="R63055ae747064754" /><Relationship Type="http://schemas.openxmlformats.org/officeDocument/2006/relationships/image" Target="../workflow_addition_15_workflow-pptx-nss143hy/media/image2.png" Id="R4c6966495b894fdd" /><Relationship Type="http://schemas.openxmlformats.org/officeDocument/2006/relationships/image" Target="../workflow_addition_15_workflow-pptx-nss143hy/media/image3.png" Id="R591a2c85355d41bf" /><Relationship Type="http://schemas.openxmlformats.org/officeDocument/2006/relationships/notesSlide" Target="../workflow_addition_15_workflow-pptx-nss143hy/notesSlides/notesSlide1.xml" Id="Ra9daa04852444f73" /><Relationship Id="rIdBonsaiSource" Type="http://schemas.openxmlformats.org/officeDocument/2006/relationships/hyperlink" Target="https://github.com/dhdegroot/Bonsai-data-representation/tree/b16ef6f0a164610327022c7d0b92de82b3596aad" TargetMode="External" /></Relationships>
</file>

<file path=ppt/slides/_rels/slide16.xml.rels><?xml version='1.0' encoding='utf-8'?>
<Relationships xmlns="http://schemas.openxmlformats.org/package/2006/relationships"><Relationship Id="rId1" Type="http://schemas.openxmlformats.org/officeDocument/2006/relationships/slideLayout" Target="../introduction_title/slideLayouts/slideLayout7.xml" /><Relationship Id="rId2" Type="http://schemas.openxmlformats.org/officeDocument/2006/relationships/notesSlide" Target="../introduction_title/notesSlides/notesSlide1.xml" /></Relationships>
</file>

<file path=ppt/slides/_rels/slide17.xml.rels><?xml version='1.0' encoding='utf-8'?>
<Relationships xmlns="http://schemas.openxmlformats.org/package/2006/relationships"><Relationship Id="rId1" Type="http://schemas.openxmlformats.org/officeDocument/2006/relationships/slideLayout" Target="../introduction_methodology/slideLayouts/slideLayout7.xml" /><Relationship Id="rId2" Type="http://schemas.openxmlformats.org/officeDocument/2006/relationships/hyperlink" Target="https://github.com/wallnerlab/AFsample2" TargetMode="External" /><Relationship Id="rId3" Type="http://schemas.openxmlformats.org/officeDocument/2006/relationships/hyperlink" Target="https://github.com/wallnerlab/afsample3/tree/507e8fd492379cb3996d1ba2e04794e8ce2191df" TargetMode="External" /><Relationship Id="rId4" Type="http://schemas.openxmlformats.org/officeDocument/2006/relationships/hyperlink" Target="https://github.com/microsoft/bioemu" TargetMode="External" /><Relationship Id="rId5" Type="http://schemas.openxmlformats.org/officeDocument/2006/relationships/hyperlink" Target="https://scikit-learn.org/stable/modules/generated/sklearn.decomposition.PCA.html" TargetMode="External" /><Relationship Id="rId6" Type="http://schemas.openxmlformats.org/officeDocument/2006/relationships/hyperlink" Target="https://scikit-learn.org/stable/modules/generated/sklearn.manifold.TSNE.html" TargetMode="External" /><Relationship Id="rId7" Type="http://schemas.openxmlformats.org/officeDocument/2006/relationships/hyperlink" Target="https://github.com/lmcinnes/umap" TargetMode="External" /><Relationship Id="rId8" Type="http://schemas.openxmlformats.org/officeDocument/2006/relationships/hyperlink" Target="https://github.com/pylelab/USalign" TargetMode="External" /><Relationship Id="rId9" Type="http://schemas.openxmlformats.org/officeDocument/2006/relationships/hyperlink" Target="https://github.com/dhdegroot/Bonsai-data-representation/tree/b16ef6f0a164610327022c7d0b92de82b3596aad" TargetMode="External" /><Relationship Id="rId10" Type="http://schemas.openxmlformats.org/officeDocument/2006/relationships/hyperlink" Target="https://jmlr.org/papers/v12/pedregosa11a.html" TargetMode="External" /><Relationship Id="rId11" Type="http://schemas.openxmlformats.org/officeDocument/2006/relationships/hyperlink" Target="https://www.jmlr.org/papers/v9/vandermaaten08a.html" TargetMode="External" /><Relationship Id="rId12" Type="http://schemas.openxmlformats.org/officeDocument/2006/relationships/hyperlink" Target="https://arxiv.org/abs/1802.03426" TargetMode="External" /><Relationship Id="rId13" Type="http://schemas.openxmlformats.org/officeDocument/2006/relationships/notesSlide" Target="../introduction_methodology/notesSlides/notesSlide1.xml" /></Relationships>
</file>

<file path=ppt/slides/_rels/slide18.xml.rels><?xml version='1.0' encoding='utf-8'?>
<Relationships xmlns="http://schemas.openxmlformats.org/package/2006/relationships"><Relationship Id="rId1" Type="http://schemas.openxmlformats.org/officeDocument/2006/relationships/slideLayout" Target="../tm_group_18/slideLayouts/slideLayout7.xml" /><Relationship Id="rId2" Type="http://schemas.openxmlformats.org/officeDocument/2006/relationships/image" Target="../tm_group_18/media/image1.png" /><Relationship Id="rId3" Type="http://schemas.openxmlformats.org/officeDocument/2006/relationships/notesSlide" Target="../tm_group_18/notesSlides/notesSlide1.xml" /></Relationships>
</file>

<file path=ppt/slides/_rels/slide19.xml.rels><?xml version='1.0' encoding='utf-8'?>
<Relationships xmlns="http://schemas.openxmlformats.org/package/2006/relationships"><Relationship Type="http://schemas.openxmlformats.org/officeDocument/2006/relationships/slideLayout" Target="../pooled_animation_1/slideLayouts/slideLayout6.xml" Id="Rcbe3af36a0f247bb" /><Relationship Type="http://schemas.openxmlformats.org/officeDocument/2006/relationships/image" Target="../pooled_animation_1/media/image.png" Id="Rd316083950894f95" /><Relationship Type="http://schemas.openxmlformats.org/officeDocument/2006/relationships/notesSlide" Target="../pooled_animation_1/notesSlides/notesSlide1.xml" Id="R5787360c76354b88" /><Relationship Id="rIdPooledAnimation1" Type="http://schemas.openxmlformats.org/officeDocument/2006/relationships/image" Target="../pooled_animation_1/media/pooled-animation-1.gi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686765C5-5ADC-4431-A325-5A1D95280137}"/>
              </a:ext>
            </a:extLst>
          </p:cNvPr>
          <p:cNvPicPr>
            <a:picLocks xmlns:a="http://schemas.openxmlformats.org/drawingml/2006/main" noChangeAspect="1"/>
          </p:cNvPicPr>
          <p:nvPr/>
        </p:nvPicPr>
        <p:blipFill>
          <a:blip xmlns:r="http://schemas.openxmlformats.org/officeDocument/2006/relationships" xmlns:a="http://schemas.openxmlformats.org/drawingml/2006/main" r:embed="Rd0bb58fc5b854abd"/>
          <a:stretch xmlns:a="http://schemas.openxmlformats.org/drawingml/2006/main"/>
        </p:blipFill>
        <p:spPr>
          <a:xfrm xmlns:a="http://schemas.openxmlformats.org/drawingml/2006/main">
            <a:off x="3354976" y="609600"/>
            <a:ext cx="5482048"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D2DCEB-1C29-4C2E-A5D8-FD96F5C3F64C}"/>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 Median Cα distance between shared residues across the model ensemble.</a:t>
            </a:r>
          </a:p>
        </p:txBody>
      </p:sp>
    </p:spTree>
    <p:extLst>
      <p:ext uri="{BB962C8B-B14F-4D97-AF65-F5344CB8AC3E}">
        <p14:creationId xmlns:p14="http://schemas.microsoft.com/office/powerpoint/2010/main" val="546305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D7B0236C-08EE-4D82-AC71-FFE3AD8AF6DA}"/>
              </a:ext>
            </a:extLst>
          </p:cNvPr>
          <p:cNvPicPr>
            <a:picLocks xmlns:a="http://schemas.openxmlformats.org/drawingml/2006/main" noChangeAspect="1"/>
          </p:cNvPicPr>
          <p:nvPr/>
        </p:nvPicPr>
        <p:blipFill>
          <a:blip xmlns:r="http://schemas.openxmlformats.org/officeDocument/2006/relationships" xmlns:a="http://schemas.openxmlformats.org/drawingml/2006/main" r:embed="R5b5fd07f227742af"/>
          <a:stretch xmlns:a="http://schemas.openxmlformats.org/drawingml/2006/main"/>
        </p:blipFill>
        <p:spPr>
          <a:xfrm xmlns:a="http://schemas.openxmlformats.org/drawingml/2006/main">
            <a:off x="3320996" y="609600"/>
            <a:ext cx="5550007"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2C527AE-9D4A-4855-B3AB-33DE397D876C}"/>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2. Variance of Cα distances between shared residues across the model ensemble.</a:t>
            </a:r>
          </a:p>
        </p:txBody>
      </p:sp>
    </p:spTree>
    <p:extLst>
      <p:ext uri="{BB962C8B-B14F-4D97-AF65-F5344CB8AC3E}">
        <p14:creationId xmlns:p14="http://schemas.microsoft.com/office/powerpoint/2010/main" val="14330560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2D4EF2D9-D330-4151-B209-6A6B942D7B53}"/>
              </a:ext>
            </a:extLst>
          </p:cNvPr>
          <p:cNvPicPr>
            <a:picLocks xmlns:a="http://schemas.openxmlformats.org/drawingml/2006/main" noChangeAspect="1"/>
          </p:cNvPicPr>
          <p:nvPr/>
        </p:nvPicPr>
        <p:blipFill>
          <a:blip xmlns:r="http://schemas.openxmlformats.org/officeDocument/2006/relationships" xmlns:a="http://schemas.openxmlformats.org/drawingml/2006/main" r:embed="Rf4e290f28df84fd2"/>
          <a:stretch xmlns:a="http://schemas.openxmlformats.org/drawingml/2006/main"/>
        </p:blipFill>
        <p:spPr>
          <a:xfrm xmlns:a="http://schemas.openxmlformats.org/drawingml/2006/main">
            <a:off x="457200" y="352727"/>
            <a:ext cx="5486400" cy="4838095"/>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3694671E-3CB2-4055-ACEA-903175FDAC36}"/>
              </a:ext>
            </a:extLst>
          </p:cNvPr>
          <p:cNvPicPr>
            <a:picLocks xmlns:a="http://schemas.openxmlformats.org/drawingml/2006/main" noChangeAspect="1"/>
          </p:cNvPicPr>
          <p:nvPr/>
        </p:nvPicPr>
        <p:blipFill>
          <a:blip xmlns:r="http://schemas.openxmlformats.org/officeDocument/2006/relationships" xmlns:a="http://schemas.openxmlformats.org/drawingml/2006/main" r:embed="Rc9c5d5b1fb864295"/>
          <a:stretch xmlns:a="http://schemas.openxmlformats.org/drawingml/2006/main"/>
        </p:blipFill>
        <p:spPr>
          <a:xfrm xmlns:a="http://schemas.openxmlformats.org/drawingml/2006/main">
            <a:off x="6096000" y="369673"/>
            <a:ext cx="5486400" cy="480420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BE44A61-EFE3-4F87-A67F-47534934A616}"/>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3. PCA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20170020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DDD34FE9-0C78-446D-98DE-57A9F39A8741}"/>
              </a:ext>
            </a:extLst>
          </p:cNvPr>
          <p:cNvPicPr>
            <a:picLocks xmlns:a="http://schemas.openxmlformats.org/drawingml/2006/main" noChangeAspect="1"/>
          </p:cNvPicPr>
          <p:nvPr/>
        </p:nvPicPr>
        <p:blipFill>
          <a:blip xmlns:r="http://schemas.openxmlformats.org/officeDocument/2006/relationships" xmlns:a="http://schemas.openxmlformats.org/drawingml/2006/main" r:embed="R4fa1be79fbca4212"/>
          <a:stretch xmlns:a="http://schemas.openxmlformats.org/drawingml/2006/main"/>
        </p:blipFill>
        <p:spPr>
          <a:xfrm xmlns:a="http://schemas.openxmlformats.org/drawingml/2006/main">
            <a:off x="2197798" y="609600"/>
            <a:ext cx="7796404"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6AD9857-CC37-44EA-BBB7-4B60138C98EE}"/>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4. PCA embedding of shared-residue distograms, colored by AIS Method.</a:t>
            </a:r>
          </a:p>
        </p:txBody>
      </p:sp>
    </p:spTree>
    <p:extLst>
      <p:ext uri="{BB962C8B-B14F-4D97-AF65-F5344CB8AC3E}">
        <p14:creationId xmlns:p14="http://schemas.microsoft.com/office/powerpoint/2010/main" val="943728681"/>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85FB65A5-FBB3-4A3D-91E9-F657B2F80BC6}"/>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BA9A61D1-3EB0-48FF-918F-421D418E62A2}"/>
              </a:ext>
            </a:extLst>
          </p:cNvPr>
          <p:cNvPicPr>
            <a:picLocks noChangeAspect="1"/>
          </p:cNvPicPr>
          <p:nvPr/>
        </p:nvPicPr>
        <p:blipFill>
          <a:blip r:embed="R93348108579f4460"/>
          <a:stretch/>
        </p:blipFill>
        <p:spPr>
          <a:xfrm>
            <a:off x="457200" y="1418612"/>
            <a:ext cx="5486400" cy="3239726"/>
          </a:xfrm>
          <a:prstGeom prst="rect">
            <a:avLst/>
          </a:prstGeom>
        </p:spPr>
      </p:pic>
      <p:sp>
        <p:nvSpPr>
          <p:cNvPr id="3" name="">
            <a:extLst>
              <a:ext uri="{FF2B5EF4-FFF2-40B4-BE49-F238E27FC236}">
                <ns2:creationId id="{ABE13C99-A2E3-47CA-B2F9-6F0B904CD72E}"/>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8D3E7039-ECCE-4A92-BA44-EEA0010A8077}"/>
              </a:ext>
            </a:extLst>
          </p:cNvPr>
          <p:cNvPicPr>
            <a:picLocks noChangeAspect="1"/>
          </p:cNvPicPr>
          <p:nvPr/>
        </p:nvPicPr>
        <p:blipFill>
          <a:blip r:embed="rIdModelTypeAnimation1AddedAddedAdded"/>
          <a:stretch/>
        </p:blipFill>
        <p:spPr>
          <a:xfrm>
            <a:off x="6096000" y="1291383"/>
            <a:ext cx="5486400" cy="3494184"/>
          </a:xfrm>
          <a:prstGeom prst="rect">
            <a:avLst/>
          </a:prstGeom>
        </p:spPr>
      </p:pic>
      <p:sp>
        <p:nvSpPr>
          <p:cNvPr id="5" name="">
            <a:extLst>
              <a:ext uri="{FF2B5EF4-FFF2-40B4-BE49-F238E27FC236}">
                <ns2:creationId id="{A232EEB8-2C8E-4D51-8499-D84763A9780F}"/>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5. PCA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16794171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40E7A4A0-2EE3-4DEC-8392-676723CB4279}"/>
              </a:ext>
            </a:extLst>
          </p:cNvPr>
          <p:cNvPicPr>
            <a:picLocks xmlns:a="http://schemas.openxmlformats.org/drawingml/2006/main" noChangeAspect="1"/>
          </p:cNvPicPr>
          <p:nvPr/>
        </p:nvPicPr>
        <p:blipFill>
          <a:blip xmlns:r="http://schemas.openxmlformats.org/officeDocument/2006/relationships" xmlns:a="http://schemas.openxmlformats.org/drawingml/2006/main" r:embed="Rb38c6a7cdc4c4801"/>
          <a:stretch xmlns:a="http://schemas.openxmlformats.org/drawingml/2006/main"/>
        </p:blipFill>
        <p:spPr>
          <a:xfrm xmlns:a="http://schemas.openxmlformats.org/drawingml/2006/main">
            <a:off x="457200" y="255078"/>
            <a:ext cx="5486400" cy="503339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5F92470B-E6A4-4DCA-94EF-2A4D2B482CC8}"/>
              </a:ext>
            </a:extLst>
          </p:cNvPr>
          <p:cNvPicPr>
            <a:picLocks xmlns:a="http://schemas.openxmlformats.org/drawingml/2006/main" noChangeAspect="1"/>
          </p:cNvPicPr>
          <p:nvPr/>
        </p:nvPicPr>
        <p:blipFill>
          <a:blip xmlns:r="http://schemas.openxmlformats.org/officeDocument/2006/relationships" xmlns:a="http://schemas.openxmlformats.org/drawingml/2006/main" r:embed="R04620de27fb7412d"/>
          <a:stretch xmlns:a="http://schemas.openxmlformats.org/drawingml/2006/main"/>
        </p:blipFill>
        <p:spPr>
          <a:xfrm xmlns:a="http://schemas.openxmlformats.org/drawingml/2006/main">
            <a:off x="6096000" y="273414"/>
            <a:ext cx="5486400" cy="499672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CFA3BF0-2035-4A41-BF1C-B06F44109AC3}"/>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6. UMAP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2126923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C5D968E3-653C-4ADC-9399-4A28DEF883E3}"/>
              </a:ext>
            </a:extLst>
          </p:cNvPr>
          <p:cNvPicPr>
            <a:picLocks xmlns:a="http://schemas.openxmlformats.org/drawingml/2006/main" noChangeAspect="1"/>
          </p:cNvPicPr>
          <p:nvPr/>
        </p:nvPicPr>
        <p:blipFill>
          <a:blip xmlns:r="http://schemas.openxmlformats.org/officeDocument/2006/relationships" xmlns:a="http://schemas.openxmlformats.org/drawingml/2006/main" r:embed="R6d86b51222924018"/>
          <a:stretch xmlns:a="http://schemas.openxmlformats.org/drawingml/2006/main"/>
        </p:blipFill>
        <p:spPr>
          <a:xfrm xmlns:a="http://schemas.openxmlformats.org/drawingml/2006/main">
            <a:off x="2277794" y="609600"/>
            <a:ext cx="7636411"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44D9F4E-F021-457E-83DA-A16B525CEB1A}"/>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7. UMAP embedding of shared-residue distograms, colored by AIS Method.</a:t>
            </a:r>
          </a:p>
        </p:txBody>
      </p:sp>
    </p:spTree>
    <p:extLst>
      <p:ext uri="{BB962C8B-B14F-4D97-AF65-F5344CB8AC3E}">
        <p14:creationId xmlns:p14="http://schemas.microsoft.com/office/powerpoint/2010/main" val="1006978728"/>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388E78BC-BAF3-4888-AC81-D97DD66593AC}"/>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FD6ED157-E3B1-46C2-ADD4-CAA2C2EBBCF8}"/>
              </a:ext>
            </a:extLst>
          </p:cNvPr>
          <p:cNvPicPr>
            <a:picLocks noChangeAspect="1"/>
          </p:cNvPicPr>
          <p:nvPr/>
        </p:nvPicPr>
        <p:blipFill>
          <a:blip r:embed="Rcfb6083c5c3747df"/>
          <a:stretch/>
        </p:blipFill>
        <p:spPr>
          <a:xfrm>
            <a:off x="457200" y="1386354"/>
            <a:ext cx="5486400" cy="3304242"/>
          </a:xfrm>
          <a:prstGeom prst="rect">
            <a:avLst/>
          </a:prstGeom>
        </p:spPr>
      </p:pic>
      <p:sp>
        <p:nvSpPr>
          <p:cNvPr id="3" name="">
            <a:extLst>
              <a:ext uri="{FF2B5EF4-FFF2-40B4-BE49-F238E27FC236}">
                <ns2:creationId id="{F476D1D9-AC73-49D6-940B-EA30BE371A02}"/>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3CA07F2D-36B6-4F35-8561-99E32C04D581}"/>
              </a:ext>
            </a:extLst>
          </p:cNvPr>
          <p:cNvPicPr>
            <a:picLocks noChangeAspect="1"/>
          </p:cNvPicPr>
          <p:nvPr/>
        </p:nvPicPr>
        <p:blipFill>
          <a:blip r:embed="rIdModelTypeAnimation1AddedAddedAdded"/>
          <a:stretch/>
        </p:blipFill>
        <p:spPr>
          <a:xfrm>
            <a:off x="6096000" y="1253800"/>
            <a:ext cx="5486400" cy="3569350"/>
          </a:xfrm>
          <a:prstGeom prst="rect">
            <a:avLst/>
          </a:prstGeom>
        </p:spPr>
      </p:pic>
      <p:sp>
        <p:nvSpPr>
          <p:cNvPr id="5" name="">
            <a:extLst>
              <a:ext uri="{FF2B5EF4-FFF2-40B4-BE49-F238E27FC236}">
                <ns2:creationId id="{56FDF7DE-2928-4BB0-B7C2-6923D86664CA}"/>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8. UMAP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19853546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B7C8227-772F-478B-B859-7AA79527D69B}"/>
              </a:ext>
            </a:extLst>
          </p:cNvPr>
          <p:cNvPicPr>
            <a:picLocks xmlns:a="http://schemas.openxmlformats.org/drawingml/2006/main" noChangeAspect="1"/>
          </p:cNvPicPr>
          <p:nvPr/>
        </p:nvPicPr>
        <p:blipFill>
          <a:blip xmlns:r="http://schemas.openxmlformats.org/officeDocument/2006/relationships" xmlns:a="http://schemas.openxmlformats.org/drawingml/2006/main" r:embed="R9e5a79f272274da7"/>
          <a:stretch xmlns:a="http://schemas.openxmlformats.org/drawingml/2006/main"/>
        </p:blipFill>
        <p:spPr>
          <a:xfrm xmlns:a="http://schemas.openxmlformats.org/drawingml/2006/main">
            <a:off x="457200" y="311506"/>
            <a:ext cx="5486400" cy="4920538"/>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91D40B80-546D-4819-B687-9259205ACD7B}"/>
              </a:ext>
            </a:extLst>
          </p:cNvPr>
          <p:cNvPicPr>
            <a:picLocks xmlns:a="http://schemas.openxmlformats.org/drawingml/2006/main" noChangeAspect="1"/>
          </p:cNvPicPr>
          <p:nvPr/>
        </p:nvPicPr>
        <p:blipFill>
          <a:blip xmlns:r="http://schemas.openxmlformats.org/officeDocument/2006/relationships" xmlns:a="http://schemas.openxmlformats.org/drawingml/2006/main" r:embed="R9d09c28f75404b41"/>
          <a:stretch xmlns:a="http://schemas.openxmlformats.org/drawingml/2006/main"/>
        </p:blipFill>
        <p:spPr>
          <a:xfrm xmlns:a="http://schemas.openxmlformats.org/drawingml/2006/main">
            <a:off x="6096000" y="329032"/>
            <a:ext cx="5486400" cy="48854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14BDAD-6722-4697-8BD6-07835C983578}"/>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9. t-SNE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2639113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911AC3E5-ED61-4780-8417-B9D6BB84ADAE}"/>
              </a:ext>
            </a:extLst>
          </p:cNvPr>
          <p:cNvPicPr>
            <a:picLocks xmlns:a="http://schemas.openxmlformats.org/drawingml/2006/main" noChangeAspect="1"/>
          </p:cNvPicPr>
          <p:nvPr/>
        </p:nvPicPr>
        <p:blipFill>
          <a:blip xmlns:r="http://schemas.openxmlformats.org/officeDocument/2006/relationships" xmlns:a="http://schemas.openxmlformats.org/drawingml/2006/main" r:embed="R7ab691cf552e45be"/>
          <a:stretch xmlns:a="http://schemas.openxmlformats.org/drawingml/2006/main"/>
        </p:blipFill>
        <p:spPr>
          <a:xfrm xmlns:a="http://schemas.openxmlformats.org/drawingml/2006/main">
            <a:off x="2232391" y="609600"/>
            <a:ext cx="7727218"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2607CB-6255-44E3-AC35-5E0FCD258E6A}"/>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10. t-SNE embedding of shared-residue distograms, colored by AIS Method.</a:t>
            </a:r>
          </a:p>
        </p:txBody>
      </p:sp>
    </p:spTree>
    <p:extLst>
      <p:ext uri="{BB962C8B-B14F-4D97-AF65-F5344CB8AC3E}">
        <p14:creationId xmlns:p14="http://schemas.microsoft.com/office/powerpoint/2010/main" val="791803309"/>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2F2E041D-125E-458C-8217-958E4EEFDA36}"/>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F1A1A433-C828-4B92-958D-DAC581F14A1C}"/>
              </a:ext>
            </a:extLst>
          </p:cNvPr>
          <p:cNvPicPr>
            <a:picLocks noChangeAspect="1"/>
          </p:cNvPicPr>
          <p:nvPr/>
        </p:nvPicPr>
        <p:blipFill>
          <a:blip r:embed="R5e9c4a38f9dd44fc"/>
          <a:stretch/>
        </p:blipFill>
        <p:spPr>
          <a:xfrm>
            <a:off x="457200" y="1404818"/>
            <a:ext cx="5486400" cy="3267313"/>
          </a:xfrm>
          <a:prstGeom prst="rect">
            <a:avLst/>
          </a:prstGeom>
        </p:spPr>
      </p:pic>
      <p:sp>
        <p:nvSpPr>
          <p:cNvPr id="3" name="">
            <a:extLst>
              <a:ext uri="{FF2B5EF4-FFF2-40B4-BE49-F238E27FC236}">
                <ns2:creationId id="{0B29873D-7483-4A2D-82B1-1C2727872E9E}"/>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9D135429-594F-4BCD-A7AE-55056545546E}"/>
              </a:ext>
            </a:extLst>
          </p:cNvPr>
          <p:cNvPicPr>
            <a:picLocks noChangeAspect="1"/>
          </p:cNvPicPr>
          <p:nvPr/>
        </p:nvPicPr>
        <p:blipFill>
          <a:blip r:embed="rIdModelTypeAnimation1AddedAddedAdded"/>
          <a:stretch/>
        </p:blipFill>
        <p:spPr>
          <a:xfrm>
            <a:off x="6096000" y="1275327"/>
            <a:ext cx="5486400" cy="3526296"/>
          </a:xfrm>
          <a:prstGeom prst="rect">
            <a:avLst/>
          </a:prstGeom>
        </p:spPr>
      </p:pic>
      <p:sp>
        <p:nvSpPr>
          <p:cNvPr id="5" name="">
            <a:extLst>
              <a:ext uri="{FF2B5EF4-FFF2-40B4-BE49-F238E27FC236}">
                <ns2:creationId id="{13232B8F-499D-49AD-9B02-46E729C1CEE0}"/>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11. t-SNE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696155155"/>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B1EEB63B-0CF7-48D8-BBF3-9E6103BB2F2A}"/>
              </a:ext>
            </a:extLst>
          </p:cNvPr>
          <p:cNvSpPr>
            <a:spLocks noGrp="1"/>
          </p:cNvSpPr>
          <p:nvPr/>
        </p:nvSpPr>
        <p:spPr>
          <a:xfrm>
            <a:off x="457200" y="228600"/>
            <a:ext cx="5486400" cy="323850"/>
          </a:xfrm>
          <a:prstGeom prst="rect">
            <a:avLst/>
          </a:prstGeom>
          <a:noFill/>
          <a:ln w="0">
            <a:noFill/>
          </a:ln>
        </p:spPr>
        <p:txBody>
          <a:bodyPr/>
          <a:lstStyle>
            <a:defPPr>
              <a:defRPr sz="1800">
                <a:solidFill>
                  <a:srgbClr val="1F77B4"/>
                </a:solidFill>
                <a:latin typeface="DejaVu Sans"/>
                <a:ea typeface="DejaVu Sans"/>
                <a:cs typeface="DejaVu Sans"/>
              </a:defRPr>
            </a:defPPr>
            <a:lvl1pPr>
              <a:defRPr sz="1800">
                <a:solidFill>
                  <a:srgbClr val="1F77B4"/>
                </a:solidFill>
                <a:latin typeface="DejaVu Sans"/>
                <a:ea typeface="DejaVu Sans"/>
                <a:cs typeface="DejaVu Sans"/>
              </a:defRPr>
            </a:lvl1pPr>
            <a:lvl2pPr>
              <a:defRPr sz="1800">
                <a:solidFill>
                  <a:srgbClr val="1F77B4"/>
                </a:solidFill>
                <a:latin typeface="DejaVu Sans"/>
                <a:ea typeface="DejaVu Sans"/>
                <a:cs typeface="DejaVu Sans"/>
              </a:defRPr>
            </a:lvl2pPr>
            <a:lvl3pPr>
              <a:defRPr sz="1800">
                <a:solidFill>
                  <a:srgbClr val="1F77B4"/>
                </a:solidFill>
                <a:latin typeface="DejaVu Sans"/>
                <a:ea typeface="DejaVu Sans"/>
                <a:cs typeface="DejaVu Sans"/>
              </a:defRPr>
            </a:lvl3pPr>
            <a:lvl4pPr>
              <a:defRPr sz="1800">
                <a:solidFill>
                  <a:srgbClr val="1F77B4"/>
                </a:solidFill>
                <a:latin typeface="DejaVu Sans"/>
                <a:ea typeface="DejaVu Sans"/>
                <a:cs typeface="DejaVu Sans"/>
              </a:defRPr>
            </a:lvl4pPr>
            <a:lvl5pPr>
              <a:defRPr sz="1800">
                <a:solidFill>
                  <a:srgbClr val="1F77B4"/>
                </a:solidFill>
                <a:latin typeface="DejaVu Sans"/>
                <a:ea typeface="DejaVu Sans"/>
                <a:cs typeface="DejaVu Sans"/>
              </a:defRPr>
            </a:lvl5pPr>
            <a:lvl6pPr>
              <a:defRPr sz="1800">
                <a:solidFill>
                  <a:srgbClr val="1F77B4"/>
                </a:solidFill>
                <a:latin typeface="DejaVu Sans"/>
                <a:ea typeface="DejaVu Sans"/>
                <a:cs typeface="DejaVu Sans"/>
              </a:defRPr>
            </a:lvl6pPr>
            <a:lvl7pPr>
              <a:defRPr sz="1800">
                <a:solidFill>
                  <a:srgbClr val="1F77B4"/>
                </a:solidFill>
                <a:latin typeface="DejaVu Sans"/>
                <a:ea typeface="DejaVu Sans"/>
                <a:cs typeface="DejaVu Sans"/>
              </a:defRPr>
            </a:lvl7pPr>
            <a:lvl8pPr>
              <a:defRPr sz="1800">
                <a:solidFill>
                  <a:srgbClr val="1F77B4"/>
                </a:solidFill>
                <a:latin typeface="DejaVu Sans"/>
                <a:ea typeface="DejaVu Sans"/>
                <a:cs typeface="DejaVu Sans"/>
              </a:defRPr>
            </a:lvl8pPr>
            <a:lvl9pPr>
              <a:defRPr sz="1800">
                <a:solidFill>
                  <a:srgbClr val="1F77B4"/>
                </a:solidFill>
                <a:latin typeface="DejaVu Sans"/>
                <a:ea typeface="DejaVu Sans"/>
                <a:cs typeface="DejaVu Sans"/>
              </a:defRPr>
            </a:lvl9pPr>
          </a:lstStyle>
          <a:p>
            <a:pPr>
              <a:defRPr sz="1800">
                <a:solidFill>
                  <a:srgbClr val="1F77B4"/>
                </a:solidFill>
                <a:latin typeface="DejaVu Sans"/>
                <a:ea typeface="DejaVu Sans"/>
                <a:cs typeface="DejaVu Sans"/>
              </a:defRPr>
            </a:pPr>
            <a:r>
              <a:rPr sz="1800">
                <a:solidFill>
                  <a:srgbClr val="1F77B4"/>
                </a:solidFill>
                <a:latin typeface="DejaVu Sans"/>
                <a:ea typeface="DejaVu Sans"/>
                <a:cs typeface="DejaVu Sans"/>
              </a:rPr>
              <a:t>a. C1.1</a:t>
            </a:r>
          </a:p>
        </p:txBody>
      </p:sp>
      <p:pic>
        <p:nvPicPr>
          <p:cNvPr id="2" name="">
            <a:extLst>
              <a:ext uri="{FF2B5EF4-FFF2-40B4-BE49-F238E27FC236}">
                <ns2:creationId id="{3EE46C13-B11D-4A26-9DC4-2DF82BAB84C9}"/>
              </a:ext>
            </a:extLst>
          </p:cNvPr>
          <p:cNvPicPr>
            <a:picLocks noChangeAspect="1"/>
          </p:cNvPicPr>
          <p:nvPr/>
        </p:nvPicPr>
        <p:blipFill>
          <a:blip r:embed="R0ee1764c72c54082"/>
          <a:srcRect l="21611" t="10636" r="31500" b="6909"/>
          <a:stretch/>
        </p:blipFill>
        <p:spPr>
          <a:xfrm>
            <a:off x="2198836" y="590550"/>
            <a:ext cx="2003127" cy="2152650"/>
          </a:xfrm>
          <a:prstGeom prst="rect">
            <a:avLst/>
          </a:prstGeom>
        </p:spPr>
      </p:pic>
      <p:sp>
        <p:nvSpPr>
          <p:cNvPr id="3" name="">
            <a:extLst>
              <a:ext uri="{FF2B5EF4-FFF2-40B4-BE49-F238E27FC236}">
                <ns2:creationId id="{0D37EEF3-07CF-403E-92F3-F7BFF3CFC03A}"/>
              </a:ext>
            </a:extLst>
          </p:cNvPr>
          <p:cNvSpPr>
            <a:spLocks noGrp="1"/>
          </p:cNvSpPr>
          <p:nvPr/>
        </p:nvSpPr>
        <p:spPr>
          <a:xfrm>
            <a:off x="6096000" y="228600"/>
            <a:ext cx="5486400" cy="323850"/>
          </a:xfrm>
          <a:prstGeom prst="rect">
            <a:avLst/>
          </a:prstGeom>
          <a:noFill/>
          <a:ln w="0">
            <a:noFill/>
          </a:ln>
        </p:spPr>
        <p:txBody>
          <a:bodyPr/>
          <a:lstStyle>
            <a:defPPr>
              <a:defRPr sz="1800">
                <a:solidFill>
                  <a:srgbClr val="FF7F0E"/>
                </a:solidFill>
                <a:latin typeface="DejaVu Sans"/>
                <a:ea typeface="DejaVu Sans"/>
                <a:cs typeface="DejaVu Sans"/>
              </a:defRPr>
            </a:defPPr>
            <a:lvl1pPr>
              <a:defRPr sz="1800">
                <a:solidFill>
                  <a:srgbClr val="FF7F0E"/>
                </a:solidFill>
                <a:latin typeface="DejaVu Sans"/>
                <a:ea typeface="DejaVu Sans"/>
                <a:cs typeface="DejaVu Sans"/>
              </a:defRPr>
            </a:lvl1pPr>
            <a:lvl2pPr>
              <a:defRPr sz="1800">
                <a:solidFill>
                  <a:srgbClr val="FF7F0E"/>
                </a:solidFill>
                <a:latin typeface="DejaVu Sans"/>
                <a:ea typeface="DejaVu Sans"/>
                <a:cs typeface="DejaVu Sans"/>
              </a:defRPr>
            </a:lvl2pPr>
            <a:lvl3pPr>
              <a:defRPr sz="1800">
                <a:solidFill>
                  <a:srgbClr val="FF7F0E"/>
                </a:solidFill>
                <a:latin typeface="DejaVu Sans"/>
                <a:ea typeface="DejaVu Sans"/>
                <a:cs typeface="DejaVu Sans"/>
              </a:defRPr>
            </a:lvl3pPr>
            <a:lvl4pPr>
              <a:defRPr sz="1800">
                <a:solidFill>
                  <a:srgbClr val="FF7F0E"/>
                </a:solidFill>
                <a:latin typeface="DejaVu Sans"/>
                <a:ea typeface="DejaVu Sans"/>
                <a:cs typeface="DejaVu Sans"/>
              </a:defRPr>
            </a:lvl4pPr>
            <a:lvl5pPr>
              <a:defRPr sz="1800">
                <a:solidFill>
                  <a:srgbClr val="FF7F0E"/>
                </a:solidFill>
                <a:latin typeface="DejaVu Sans"/>
                <a:ea typeface="DejaVu Sans"/>
                <a:cs typeface="DejaVu Sans"/>
              </a:defRPr>
            </a:lvl5pPr>
            <a:lvl6pPr>
              <a:defRPr sz="1800">
                <a:solidFill>
                  <a:srgbClr val="FF7F0E"/>
                </a:solidFill>
                <a:latin typeface="DejaVu Sans"/>
                <a:ea typeface="DejaVu Sans"/>
                <a:cs typeface="DejaVu Sans"/>
              </a:defRPr>
            </a:lvl6pPr>
            <a:lvl7pPr>
              <a:defRPr sz="1800">
                <a:solidFill>
                  <a:srgbClr val="FF7F0E"/>
                </a:solidFill>
                <a:latin typeface="DejaVu Sans"/>
                <a:ea typeface="DejaVu Sans"/>
                <a:cs typeface="DejaVu Sans"/>
              </a:defRPr>
            </a:lvl7pPr>
            <a:lvl8pPr>
              <a:defRPr sz="1800">
                <a:solidFill>
                  <a:srgbClr val="FF7F0E"/>
                </a:solidFill>
                <a:latin typeface="DejaVu Sans"/>
                <a:ea typeface="DejaVu Sans"/>
                <a:cs typeface="DejaVu Sans"/>
              </a:defRPr>
            </a:lvl8pPr>
            <a:lvl9pPr>
              <a:defRPr sz="1800">
                <a:solidFill>
                  <a:srgbClr val="FF7F0E"/>
                </a:solidFill>
                <a:latin typeface="DejaVu Sans"/>
                <a:ea typeface="DejaVu Sans"/>
                <a:cs typeface="DejaVu Sans"/>
              </a:defRPr>
            </a:lvl9pPr>
          </a:lstStyle>
          <a:p>
            <a:pPr>
              <a:defRPr sz="1800">
                <a:solidFill>
                  <a:srgbClr val="FF7F0E"/>
                </a:solidFill>
                <a:latin typeface="DejaVu Sans"/>
                <a:ea typeface="DejaVu Sans"/>
                <a:cs typeface="DejaVu Sans"/>
              </a:defRPr>
            </a:pPr>
            <a:r>
              <a:rPr sz="1800">
                <a:solidFill>
                  <a:srgbClr val="FF7F0E"/>
                </a:solidFill>
                <a:latin typeface="DejaVu Sans"/>
                <a:ea typeface="DejaVu Sans"/>
                <a:cs typeface="DejaVu Sans"/>
              </a:rPr>
              <a:t>b. C1.2</a:t>
            </a:r>
          </a:p>
        </p:txBody>
      </p:sp>
      <p:pic>
        <p:nvPicPr>
          <p:cNvPr id="4" name="">
            <a:extLst>
              <a:ext uri="{FF2B5EF4-FFF2-40B4-BE49-F238E27FC236}">
                <ns2:creationId id="{9B065E58-B649-46F2-9952-08C870216F42}"/>
              </a:ext>
            </a:extLst>
          </p:cNvPr>
          <p:cNvPicPr>
            <a:picLocks noChangeAspect="1"/>
          </p:cNvPicPr>
          <p:nvPr/>
        </p:nvPicPr>
        <p:blipFill>
          <a:blip r:embed="R58a3b5776fc045bc"/>
          <a:srcRect l="21611" t="10636" r="31500" b="6909"/>
          <a:stretch/>
        </p:blipFill>
        <p:spPr>
          <a:xfrm>
            <a:off x="7837636" y="590550"/>
            <a:ext cx="2003127" cy="2152650"/>
          </a:xfrm>
          <a:prstGeom prst="rect">
            <a:avLst/>
          </a:prstGeom>
        </p:spPr>
      </p:pic>
      <p:sp>
        <p:nvSpPr>
          <p:cNvPr id="5" name="">
            <a:extLst>
              <a:ext uri="{FF2B5EF4-FFF2-40B4-BE49-F238E27FC236}">
                <ns2:creationId id="{F8BBB9E8-0354-4C12-A84F-AA9A6BC7830A}"/>
              </a:ext>
            </a:extLst>
          </p:cNvPr>
          <p:cNvSpPr>
            <a:spLocks noGrp="1"/>
          </p:cNvSpPr>
          <p:nvPr/>
        </p:nvSpPr>
        <p:spPr>
          <a:xfrm>
            <a:off x="457200" y="2838450"/>
            <a:ext cx="5486400" cy="323850"/>
          </a:xfrm>
          <a:prstGeom prst="rect">
            <a:avLst/>
          </a:prstGeom>
          <a:noFill/>
          <a:ln w="0">
            <a:noFill/>
          </a:ln>
        </p:spPr>
        <p:txBody>
          <a:bodyPr/>
          <a:lstStyle>
            <a:defPPr>
              <a:defRPr sz="1800">
                <a:solidFill>
                  <a:srgbClr val="2CA02C"/>
                </a:solidFill>
                <a:latin typeface="DejaVu Sans"/>
                <a:ea typeface="DejaVu Sans"/>
                <a:cs typeface="DejaVu Sans"/>
              </a:defRPr>
            </a:defPPr>
            <a:lvl1pPr>
              <a:defRPr sz="1800">
                <a:solidFill>
                  <a:srgbClr val="2CA02C"/>
                </a:solidFill>
                <a:latin typeface="DejaVu Sans"/>
                <a:ea typeface="DejaVu Sans"/>
                <a:cs typeface="DejaVu Sans"/>
              </a:defRPr>
            </a:lvl1pPr>
            <a:lvl2pPr>
              <a:defRPr sz="1800">
                <a:solidFill>
                  <a:srgbClr val="2CA02C"/>
                </a:solidFill>
                <a:latin typeface="DejaVu Sans"/>
                <a:ea typeface="DejaVu Sans"/>
                <a:cs typeface="DejaVu Sans"/>
              </a:defRPr>
            </a:lvl2pPr>
            <a:lvl3pPr>
              <a:defRPr sz="1800">
                <a:solidFill>
                  <a:srgbClr val="2CA02C"/>
                </a:solidFill>
                <a:latin typeface="DejaVu Sans"/>
                <a:ea typeface="DejaVu Sans"/>
                <a:cs typeface="DejaVu Sans"/>
              </a:defRPr>
            </a:lvl3pPr>
            <a:lvl4pPr>
              <a:defRPr sz="1800">
                <a:solidFill>
                  <a:srgbClr val="2CA02C"/>
                </a:solidFill>
                <a:latin typeface="DejaVu Sans"/>
                <a:ea typeface="DejaVu Sans"/>
                <a:cs typeface="DejaVu Sans"/>
              </a:defRPr>
            </a:lvl4pPr>
            <a:lvl5pPr>
              <a:defRPr sz="1800">
                <a:solidFill>
                  <a:srgbClr val="2CA02C"/>
                </a:solidFill>
                <a:latin typeface="DejaVu Sans"/>
                <a:ea typeface="DejaVu Sans"/>
                <a:cs typeface="DejaVu Sans"/>
              </a:defRPr>
            </a:lvl5pPr>
            <a:lvl6pPr>
              <a:defRPr sz="1800">
                <a:solidFill>
                  <a:srgbClr val="2CA02C"/>
                </a:solidFill>
                <a:latin typeface="DejaVu Sans"/>
                <a:ea typeface="DejaVu Sans"/>
                <a:cs typeface="DejaVu Sans"/>
              </a:defRPr>
            </a:lvl6pPr>
            <a:lvl7pPr>
              <a:defRPr sz="1800">
                <a:solidFill>
                  <a:srgbClr val="2CA02C"/>
                </a:solidFill>
                <a:latin typeface="DejaVu Sans"/>
                <a:ea typeface="DejaVu Sans"/>
                <a:cs typeface="DejaVu Sans"/>
              </a:defRPr>
            </a:lvl7pPr>
            <a:lvl8pPr>
              <a:defRPr sz="1800">
                <a:solidFill>
                  <a:srgbClr val="2CA02C"/>
                </a:solidFill>
                <a:latin typeface="DejaVu Sans"/>
                <a:ea typeface="DejaVu Sans"/>
                <a:cs typeface="DejaVu Sans"/>
              </a:defRPr>
            </a:lvl8pPr>
            <a:lvl9pPr>
              <a:defRPr sz="1800">
                <a:solidFill>
                  <a:srgbClr val="2CA02C"/>
                </a:solidFill>
                <a:latin typeface="DejaVu Sans"/>
                <a:ea typeface="DejaVu Sans"/>
                <a:cs typeface="DejaVu Sans"/>
              </a:defRPr>
            </a:lvl9pPr>
          </a:lstStyle>
          <a:p>
            <a:pPr>
              <a:defRPr sz="1800">
                <a:solidFill>
                  <a:srgbClr val="2CA02C"/>
                </a:solidFill>
                <a:latin typeface="DejaVu Sans"/>
                <a:ea typeface="DejaVu Sans"/>
                <a:cs typeface="DejaVu Sans"/>
              </a:defRPr>
            </a:pPr>
            <a:r>
              <a:rPr sz="1800">
                <a:solidFill>
                  <a:srgbClr val="2CA02C"/>
                </a:solidFill>
                <a:latin typeface="DejaVu Sans"/>
                <a:ea typeface="DejaVu Sans"/>
                <a:cs typeface="DejaVu Sans"/>
              </a:rPr>
              <a:t>c. C1.3</a:t>
            </a:r>
          </a:p>
        </p:txBody>
      </p:sp>
      <p:pic>
        <p:nvPicPr>
          <p:cNvPr id="6" name="">
            <a:extLst>
              <a:ext uri="{FF2B5EF4-FFF2-40B4-BE49-F238E27FC236}">
                <ns2:creationId id="{B16BC063-5411-470F-A100-FE7933968B31}"/>
              </a:ext>
            </a:extLst>
          </p:cNvPr>
          <p:cNvPicPr>
            <a:picLocks noChangeAspect="1"/>
          </p:cNvPicPr>
          <p:nvPr/>
        </p:nvPicPr>
        <p:blipFill>
          <a:blip r:embed="R05d63cba7920407b"/>
          <a:srcRect l="21611" t="10636" r="31500" b="6909"/>
          <a:stretch/>
        </p:blipFill>
        <p:spPr>
          <a:xfrm>
            <a:off x="2198836" y="3200400"/>
            <a:ext cx="2003127" cy="2152650"/>
          </a:xfrm>
          <a:prstGeom prst="rect">
            <a:avLst/>
          </a:prstGeom>
        </p:spPr>
      </p:pic>
      <p:sp>
        <p:nvSpPr>
          <p:cNvPr id="7" name="">
            <a:extLst>
              <a:ext uri="{FF2B5EF4-FFF2-40B4-BE49-F238E27FC236}">
                <ns2:creationId id="{DA8FC6C5-463A-4F94-B20C-DCC4092000F1}"/>
              </a:ext>
            </a:extLst>
          </p:cNvPr>
          <p:cNvSpPr>
            <a:spLocks noGrp="1"/>
          </p:cNvSpPr>
          <p:nvPr/>
        </p:nvSpPr>
        <p:spPr>
          <a:xfrm>
            <a:off x="6096000" y="2838450"/>
            <a:ext cx="5486400" cy="323850"/>
          </a:xfrm>
          <a:prstGeom prst="rect">
            <a:avLst/>
          </a:prstGeom>
          <a:noFill/>
          <a:ln w="0">
            <a:noFill/>
          </a:ln>
        </p:spPr>
        <p:txBody>
          <a:bodyPr/>
          <a:lstStyle>
            <a:defPPr>
              <a:defRPr sz="1800">
                <a:solidFill>
                  <a:srgbClr val="D62728"/>
                </a:solidFill>
                <a:latin typeface="DejaVu Sans"/>
                <a:ea typeface="DejaVu Sans"/>
                <a:cs typeface="DejaVu Sans"/>
              </a:defRPr>
            </a:defPPr>
            <a:lvl1pPr>
              <a:defRPr sz="1800">
                <a:solidFill>
                  <a:srgbClr val="D62728"/>
                </a:solidFill>
                <a:latin typeface="DejaVu Sans"/>
                <a:ea typeface="DejaVu Sans"/>
                <a:cs typeface="DejaVu Sans"/>
              </a:defRPr>
            </a:lvl1pPr>
            <a:lvl2pPr>
              <a:defRPr sz="1800">
                <a:solidFill>
                  <a:srgbClr val="D62728"/>
                </a:solidFill>
                <a:latin typeface="DejaVu Sans"/>
                <a:ea typeface="DejaVu Sans"/>
                <a:cs typeface="DejaVu Sans"/>
              </a:defRPr>
            </a:lvl2pPr>
            <a:lvl3pPr>
              <a:defRPr sz="1800">
                <a:solidFill>
                  <a:srgbClr val="D62728"/>
                </a:solidFill>
                <a:latin typeface="DejaVu Sans"/>
                <a:ea typeface="DejaVu Sans"/>
                <a:cs typeface="DejaVu Sans"/>
              </a:defRPr>
            </a:lvl3pPr>
            <a:lvl4pPr>
              <a:defRPr sz="1800">
                <a:solidFill>
                  <a:srgbClr val="D62728"/>
                </a:solidFill>
                <a:latin typeface="DejaVu Sans"/>
                <a:ea typeface="DejaVu Sans"/>
                <a:cs typeface="DejaVu Sans"/>
              </a:defRPr>
            </a:lvl4pPr>
            <a:lvl5pPr>
              <a:defRPr sz="1800">
                <a:solidFill>
                  <a:srgbClr val="D62728"/>
                </a:solidFill>
                <a:latin typeface="DejaVu Sans"/>
                <a:ea typeface="DejaVu Sans"/>
                <a:cs typeface="DejaVu Sans"/>
              </a:defRPr>
            </a:lvl5pPr>
            <a:lvl6pPr>
              <a:defRPr sz="1800">
                <a:solidFill>
                  <a:srgbClr val="D62728"/>
                </a:solidFill>
                <a:latin typeface="DejaVu Sans"/>
                <a:ea typeface="DejaVu Sans"/>
                <a:cs typeface="DejaVu Sans"/>
              </a:defRPr>
            </a:lvl6pPr>
            <a:lvl7pPr>
              <a:defRPr sz="1800">
                <a:solidFill>
                  <a:srgbClr val="D62728"/>
                </a:solidFill>
                <a:latin typeface="DejaVu Sans"/>
                <a:ea typeface="DejaVu Sans"/>
                <a:cs typeface="DejaVu Sans"/>
              </a:defRPr>
            </a:lvl7pPr>
            <a:lvl8pPr>
              <a:defRPr sz="1800">
                <a:solidFill>
                  <a:srgbClr val="D62728"/>
                </a:solidFill>
                <a:latin typeface="DejaVu Sans"/>
                <a:ea typeface="DejaVu Sans"/>
                <a:cs typeface="DejaVu Sans"/>
              </a:defRPr>
            </a:lvl8pPr>
            <a:lvl9pPr>
              <a:defRPr sz="1800">
                <a:solidFill>
                  <a:srgbClr val="D62728"/>
                </a:solidFill>
                <a:latin typeface="DejaVu Sans"/>
                <a:ea typeface="DejaVu Sans"/>
                <a:cs typeface="DejaVu Sans"/>
              </a:defRPr>
            </a:lvl9pPr>
          </a:lstStyle>
          <a:p>
            <a:pPr>
              <a:defRPr sz="1800">
                <a:solidFill>
                  <a:srgbClr val="D62728"/>
                </a:solidFill>
                <a:latin typeface="DejaVu Sans"/>
                <a:ea typeface="DejaVu Sans"/>
                <a:cs typeface="DejaVu Sans"/>
              </a:defRPr>
            </a:pPr>
            <a:r>
              <a:rPr sz="1800">
                <a:solidFill>
                  <a:srgbClr val="D62728"/>
                </a:solidFill>
                <a:latin typeface="DejaVu Sans"/>
                <a:ea typeface="DejaVu Sans"/>
                <a:cs typeface="DejaVu Sans"/>
              </a:rPr>
              <a:t>d. C1.4</a:t>
            </a:r>
          </a:p>
        </p:txBody>
      </p:sp>
      <p:pic>
        <p:nvPicPr>
          <p:cNvPr id="8" name="">
            <a:extLst>
              <a:ext uri="{FF2B5EF4-FFF2-40B4-BE49-F238E27FC236}">
                <ns2:creationId id="{EF4E3F42-3ECE-45E9-AA48-1F50E5A396CD}"/>
              </a:ext>
            </a:extLst>
          </p:cNvPr>
          <p:cNvPicPr>
            <a:picLocks noChangeAspect="1"/>
          </p:cNvPicPr>
          <p:nvPr/>
        </p:nvPicPr>
        <p:blipFill>
          <a:blip r:embed="R27dbf1defebe4423"/>
          <a:srcRect l="21611" t="10636" r="31500" b="6909"/>
          <a:stretch/>
        </p:blipFill>
        <p:spPr>
          <a:xfrm>
            <a:off x="7837636" y="3200400"/>
            <a:ext cx="2003127" cy="2152650"/>
          </a:xfrm>
          <a:prstGeom prst="rect">
            <a:avLst/>
          </a:prstGeom>
        </p:spPr>
      </p:pic>
      <p:sp>
        <p:nvSpPr>
          <p:cNvPr id="9" name="">
            <a:extLst>
              <a:ext uri="{FF2B5EF4-FFF2-40B4-BE49-F238E27FC236}">
                <ns2:creationId id="{5880A19A-8C19-407C-A1C6-DDDC9613BAD5}"/>
              </a:ext>
            </a:extLst>
          </p:cNvPr>
          <p:cNvSpPr>
            <a:spLocks noGrp="1"/>
          </p:cNvSpPr>
          <p:nvPr/>
        </p:nvSpPr>
        <p:spPr>
          <a:xfrm>
            <a:off x="457200" y="5619750"/>
            <a:ext cx="11277600" cy="1009650"/>
          </a:xfrm>
          <a:prstGeom prst="rect">
            <a:avLst/>
          </a:prstGeom>
          <a:noFill/>
          <a:ln w="0">
            <a:noFill/>
          </a:ln>
        </p:spPr>
        <p:txBody>
          <a:bodyPr>
            <a:normAutofit fontScale="10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12. Cluster ensembles (up to 5 models each), aligned to each full-cluster Cα RMSD medoid. Eligible models ranked by &lt;pLDDT&gt;; representative selection follows the recorded source scope.</a:t>
            </a:r>
          </a:p>
        </p:txBody>
      </p:sp>
    </p:spTree>
    <p:extLst>
      <p:ext uri="{BB962C8B-B14F-4D97-AF65-F5344CB8AC3E}">
        <ns4:creationId val="518049307"/>
      </p:ext>
    </p:extLst>
  </p:cSld>
</p:sld>
</file>

<file path=ppt/slides/slide13.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8" name="">
            <a:extLst>
              <a:ext uri="{FF2B5EF4-FFF2-40B4-BE49-F238E27FC236}">
                <ns2:creationId id="{DB62DED3-13C7-4EC5-B599-4F1D0F21B51A}"/>
              </a:ext>
            </a:extLst>
          </p:cNvPr>
          <p:cNvSpPr>
            <a:spLocks noGrp="1"/>
          </p:cNvSpPr>
          <p:nvPr/>
        </p:nvSpPr>
        <p:spPr>
          <a:xfrm>
            <a:off x="457200" y="228600"/>
            <a:ext cx="11277600" cy="361950"/>
          </a:xfrm>
          <a:prstGeom prst="rect">
            <a:avLst/>
          </a:prstGeom>
          <a:noFill/>
          <a:ln w="0">
            <a:noFill/>
          </a:ln>
        </p:spPr>
        <p:txBody>
          <a:bodyPr/>
          <a:lstStyle>
            <a:defPPr>
              <a:defRPr sz="2250">
                <a:solidFill>
                  <a:srgbClr val="222222"/>
                </a:solidFill>
                <a:latin typeface="DejaVu Sans"/>
                <a:ea typeface="DejaVu Sans"/>
                <a:cs typeface="DejaVu Sans"/>
              </a:defRPr>
            </a:defPPr>
            <a:lvl1pPr>
              <a:defRPr sz="2250">
                <a:solidFill>
                  <a:srgbClr val="222222"/>
                </a:solidFill>
                <a:latin typeface="DejaVu Sans"/>
                <a:ea typeface="DejaVu Sans"/>
                <a:cs typeface="DejaVu Sans"/>
              </a:defRPr>
            </a:lvl1pPr>
            <a:lvl2pPr>
              <a:defRPr sz="2250">
                <a:solidFill>
                  <a:srgbClr val="222222"/>
                </a:solidFill>
                <a:latin typeface="DejaVu Sans"/>
                <a:ea typeface="DejaVu Sans"/>
                <a:cs typeface="DejaVu Sans"/>
              </a:defRPr>
            </a:lvl2pPr>
            <a:lvl3pPr>
              <a:defRPr sz="2250">
                <a:solidFill>
                  <a:srgbClr val="222222"/>
                </a:solidFill>
                <a:latin typeface="DejaVu Sans"/>
                <a:ea typeface="DejaVu Sans"/>
                <a:cs typeface="DejaVu Sans"/>
              </a:defRPr>
            </a:lvl3pPr>
            <a:lvl4pPr>
              <a:defRPr sz="2250">
                <a:solidFill>
                  <a:srgbClr val="222222"/>
                </a:solidFill>
                <a:latin typeface="DejaVu Sans"/>
                <a:ea typeface="DejaVu Sans"/>
                <a:cs typeface="DejaVu Sans"/>
              </a:defRPr>
            </a:lvl4pPr>
            <a:lvl5pPr>
              <a:defRPr sz="2250">
                <a:solidFill>
                  <a:srgbClr val="222222"/>
                </a:solidFill>
                <a:latin typeface="DejaVu Sans"/>
                <a:ea typeface="DejaVu Sans"/>
                <a:cs typeface="DejaVu Sans"/>
              </a:defRPr>
            </a:lvl5pPr>
            <a:lvl6pPr>
              <a:defRPr sz="2250">
                <a:solidFill>
                  <a:srgbClr val="222222"/>
                </a:solidFill>
                <a:latin typeface="DejaVu Sans"/>
                <a:ea typeface="DejaVu Sans"/>
                <a:cs typeface="DejaVu Sans"/>
              </a:defRPr>
            </a:lvl6pPr>
            <a:lvl7pPr>
              <a:defRPr sz="2250">
                <a:solidFill>
                  <a:srgbClr val="222222"/>
                </a:solidFill>
                <a:latin typeface="DejaVu Sans"/>
                <a:ea typeface="DejaVu Sans"/>
                <a:cs typeface="DejaVu Sans"/>
              </a:defRPr>
            </a:lvl7pPr>
            <a:lvl8pPr>
              <a:defRPr sz="2250">
                <a:solidFill>
                  <a:srgbClr val="222222"/>
                </a:solidFill>
                <a:latin typeface="DejaVu Sans"/>
                <a:ea typeface="DejaVu Sans"/>
                <a:cs typeface="DejaVu Sans"/>
              </a:defRPr>
            </a:lvl8pPr>
            <a:lvl9pPr>
              <a:defRPr sz="2250">
                <a:solidFill>
                  <a:srgbClr val="222222"/>
                </a:solidFill>
                <a:latin typeface="DejaVu Sans"/>
                <a:ea typeface="DejaVu Sans"/>
                <a:cs typeface="DejaVu Sans"/>
              </a:defRPr>
            </a:lvl9pPr>
          </a:lstStyle>
          <a:p>
            <a:pPr>
              <a:defRPr sz="2250">
                <a:solidFill>
                  <a:srgbClr val="222222"/>
                </a:solidFill>
                <a:latin typeface="DejaVu Sans"/>
                <a:ea typeface="DejaVu Sans"/>
                <a:cs typeface="DejaVu Sans"/>
              </a:defRPr>
            </a:pPr>
            <a:r>
              <a:rPr sz="2250">
                <a:solidFill>
                  <a:srgbClr val="222222"/>
                </a:solidFill>
                <a:latin typeface="DejaVu Sans"/>
                <a:ea typeface="DejaVu Sans"/>
                <a:cs typeface="DejaVu Sans"/>
              </a:rPr>
              <a:t>Cluster confidence distributions</a:t>
            </a:r>
          </a:p>
        </p:txBody>
      </p:sp>
      <p:graphicFrame>
        <p:nvGraphicFramePr>
          <p:cNvPr id="2" name="Chart">
            <a:extLst>
              <a:ext uri="{FF2B5EF4-FFF2-40B4-BE49-F238E27FC236}">
                <ns2:creationId id="{FBF3EC73-2A3A-49C2-99B5-3E1A0A2854A4}"/>
              </a:ext>
            </a:extLst>
          </p:cNvPr>
          <p:cNvGraphicFramePr/>
          <p:nvPr/>
        </p:nvGraphicFramePr>
        <p:xfrm>
          <a:off x="457200" y="666750"/>
          <a:ext cx="11277600" cy="4572000"/>
        </p:xfrm>
        <a:graphic>
          <a:graphicData uri="http://schemas.openxmlformats.org/drawingml/2006/chart">
            <c:chart r:id="R40e1258a76834f82"/>
          </a:graphicData>
        </a:graphic>
      </p:graphicFrame>
      <p:sp>
        <p:nvSpPr>
          <p:cNvPr id="3" name="">
            <a:extLst>
              <a:ext uri="{FF2B5EF4-FFF2-40B4-BE49-F238E27FC236}">
                <ns2:creationId id="{ABC15C5A-4806-41CC-8D98-07D586BDD717}"/>
              </a:ext>
            </a:extLst>
          </p:cNvPr>
          <p:cNvSpPr>
            <a:spLocks noGrp="1"/>
          </p:cNvSpPr>
          <p:nvPr/>
        </p:nvSpPr>
        <p:spPr>
          <a:xfrm>
            <a:off x="2359046"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C1.1</a:t>
            </a:r>
          </a:p>
        </p:txBody>
      </p:sp>
      <p:sp>
        <p:nvSpPr>
          <p:cNvPr id="4" name="">
            <a:extLst>
              <a:ext uri="{FF2B5EF4-FFF2-40B4-BE49-F238E27FC236}">
                <ns2:creationId id="{D291FD46-0C1D-4259-BADE-EF6E2C846EF1}"/>
              </a:ext>
            </a:extLst>
          </p:cNvPr>
          <p:cNvSpPr>
            <a:spLocks noGrp="1"/>
          </p:cNvSpPr>
          <p:nvPr/>
        </p:nvSpPr>
        <p:spPr>
          <a:xfrm>
            <a:off x="4745701"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C1.2</a:t>
            </a:r>
          </a:p>
        </p:txBody>
      </p:sp>
      <p:sp>
        <p:nvSpPr>
          <p:cNvPr id="5" name="">
            <a:extLst>
              <a:ext uri="{FF2B5EF4-FFF2-40B4-BE49-F238E27FC236}">
                <ns2:creationId id="{8A1D8C57-7206-421A-A9E7-AC02A8D1EA61}"/>
              </a:ext>
            </a:extLst>
          </p:cNvPr>
          <p:cNvSpPr>
            <a:spLocks noGrp="1"/>
          </p:cNvSpPr>
          <p:nvPr/>
        </p:nvSpPr>
        <p:spPr>
          <a:xfrm>
            <a:off x="7132355"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C1.3</a:t>
            </a:r>
          </a:p>
        </p:txBody>
      </p:sp>
      <p:sp>
        <p:nvSpPr>
          <p:cNvPr id="6" name="">
            <a:extLst>
              <a:ext uri="{FF2B5EF4-FFF2-40B4-BE49-F238E27FC236}">
                <ns2:creationId id="{D485F94B-71EA-4AA1-B031-1E30D90EAA77}"/>
              </a:ext>
            </a:extLst>
          </p:cNvPr>
          <p:cNvSpPr>
            <a:spLocks noGrp="1"/>
          </p:cNvSpPr>
          <p:nvPr/>
        </p:nvSpPr>
        <p:spPr>
          <a:xfrm>
            <a:off x="9519010"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C1.4</a:t>
            </a:r>
          </a:p>
        </p:txBody>
      </p:sp>
      <p:sp>
        <p:nvSpPr>
          <p:cNvPr id="7" name="">
            <a:extLst>
              <a:ext uri="{FF2B5EF4-FFF2-40B4-BE49-F238E27FC236}">
                <ns2:creationId id="{2E83ACC0-9DA6-47BC-A7EB-DAA5DA75A1DE}"/>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13. Cluster confidence distributions. Colored outlines show eligible cluster members with confidence scores; black dots mark the displayed models. Eligible models ranked by &lt;pLDDT&gt;; representative selection follows the recorded source scope.</a:t>
            </a:r>
          </a:p>
        </p:txBody>
      </p:sp>
    </p:spTree>
    <p:extLst>
      <p:ext uri="{BB962C8B-B14F-4D97-AF65-F5344CB8AC3E}">
        <ns5:creationId val="12022699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148746-3A15-49F4-BD2E-2792DEEBAF7B}"/>
              </a:ext>
            </a:extLst>
          </p:cNvPr>
          <p:cNvSpPr>
            <a:spLocks xmlns:a="http://schemas.openxmlformats.org/drawingml/2006/main" noGrp="1"/>
          </p:cNvSpPr>
          <p:nvPr/>
        </p:nvSpPr>
        <p:spPr>
          <a:xfrm xmlns:a="http://schemas.openxmlformats.org/drawingml/2006/main">
            <a:off x="457200" y="266700"/>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a:solidFill>
                  <a:srgbClr val="222222"/>
                </a:solidFill>
                <a:latin typeface="Helvetica Neue"/>
                <a:ea typeface="Helvetica Neue"/>
                <a:cs typeface="Helvetica Neue"/>
              </a:defRPr>
            </a:defPPr>
            <a:lvl1pPr>
              <a:defRPr sz="2250">
                <a:solidFill>
                  <a:srgbClr val="222222"/>
                </a:solidFill>
                <a:latin typeface="Helvetica Neue"/>
                <a:ea typeface="Helvetica Neue"/>
                <a:cs typeface="Helvetica Neue"/>
              </a:defRPr>
            </a:lvl1pPr>
            <a:lvl2pPr>
              <a:defRPr sz="2250">
                <a:solidFill>
                  <a:srgbClr val="222222"/>
                </a:solidFill>
                <a:latin typeface="Helvetica Neue"/>
                <a:ea typeface="Helvetica Neue"/>
                <a:cs typeface="Helvetica Neue"/>
              </a:defRPr>
            </a:lvl2pPr>
            <a:lvl3pPr>
              <a:defRPr sz="2250">
                <a:solidFill>
                  <a:srgbClr val="222222"/>
                </a:solidFill>
                <a:latin typeface="Helvetica Neue"/>
                <a:ea typeface="Helvetica Neue"/>
                <a:cs typeface="Helvetica Neue"/>
              </a:defRPr>
            </a:lvl3pPr>
            <a:lvl4pPr>
              <a:defRPr sz="2250">
                <a:solidFill>
                  <a:srgbClr val="222222"/>
                </a:solidFill>
                <a:latin typeface="Helvetica Neue"/>
                <a:ea typeface="Helvetica Neue"/>
                <a:cs typeface="Helvetica Neue"/>
              </a:defRPr>
            </a:lvl4pPr>
            <a:lvl5pPr>
              <a:defRPr sz="2250">
                <a:solidFill>
                  <a:srgbClr val="222222"/>
                </a:solidFill>
                <a:latin typeface="Helvetica Neue"/>
                <a:ea typeface="Helvetica Neue"/>
                <a:cs typeface="Helvetica Neue"/>
              </a:defRPr>
            </a:lvl5pPr>
            <a:lvl6pPr>
              <a:defRPr sz="2250">
                <a:solidFill>
                  <a:srgbClr val="222222"/>
                </a:solidFill>
                <a:latin typeface="Helvetica Neue"/>
                <a:ea typeface="Helvetica Neue"/>
                <a:cs typeface="Helvetica Neue"/>
              </a:defRPr>
            </a:lvl6pPr>
            <a:lvl7pPr>
              <a:defRPr sz="2250">
                <a:solidFill>
                  <a:srgbClr val="222222"/>
                </a:solidFill>
                <a:latin typeface="Helvetica Neue"/>
                <a:ea typeface="Helvetica Neue"/>
                <a:cs typeface="Helvetica Neue"/>
              </a:defRPr>
            </a:lvl7pPr>
            <a:lvl8pPr>
              <a:defRPr sz="2250">
                <a:solidFill>
                  <a:srgbClr val="222222"/>
                </a:solidFill>
                <a:latin typeface="Helvetica Neue"/>
                <a:ea typeface="Helvetica Neue"/>
                <a:cs typeface="Helvetica Neue"/>
              </a:defRPr>
            </a:lvl8pPr>
            <a:lvl9pPr>
              <a:defRPr sz="2250">
                <a:solidFill>
                  <a:srgbClr val="222222"/>
                </a:solidFill>
                <a:latin typeface="Helvetica Neue"/>
                <a:ea typeface="Helvetica Neue"/>
                <a:cs typeface="Helvetica Neue"/>
              </a:defRPr>
            </a:lvl9pPr>
          </a:lstStyle>
          <a:p xmlns:a="http://schemas.openxmlformats.org/drawingml/2006/main">
            <a:pPr>
              <a:defRPr sz="2250">
                <a:solidFill>
                  <a:srgbClr val="222222"/>
                </a:solidFill>
                <a:latin typeface="Helvetica Neue"/>
                <a:ea typeface="Helvetica Neue"/>
                <a:cs typeface="Helvetica Neue"/>
              </a:defRPr>
            </a:pPr>
            <a:r>
              <a:rPr sz="2250">
                <a:solidFill>
                  <a:srgbClr val="222222"/>
                </a:solidFill>
                <a:latin typeface="Helvetica Neue"/>
                <a:ea typeface="Helvetica Neue"/>
                <a:cs typeface="Helvetica Neue"/>
              </a:rPr>
              <a:t>Selected-model medoid TM-scores</a:t>
            </a:r>
          </a:p>
        </p:txBody>
      </p:sp>
      <p:sp>
        <p:nvSpPr>
          <p:cNvPr id="2" name="">
            <a:extLst xmlns:a="http://schemas.openxmlformats.org/drawingml/2006/main">
              <a:ext uri="{FF2B5EF4-FFF2-40B4-BE49-F238E27FC236}">
                <a16:creationId xmlns:a16="http://schemas.microsoft.com/office/drawing/2014/main" id="{08D0FE0F-EF8F-4BE9-9D2F-48A6A193BDE0}"/>
              </a:ext>
            </a:extLst>
          </p:cNvPr>
          <p:cNvSpPr>
            <a:spLocks xmlns:a="http://schemas.openxmlformats.org/drawingml/2006/main" noGrp="1"/>
          </p:cNvSpPr>
          <p:nvPr/>
        </p:nvSpPr>
        <p:spPr>
          <a:xfrm xmlns:a="http://schemas.openxmlformats.org/drawingml/2006/main">
            <a:off x="952500" y="723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Rows and columns identify the same clusters</a:t>
            </a:r>
          </a:p>
        </p:txBody>
      </p:sp>
      <p:graphicFrame>
        <p:nvGraphicFramePr>
          <p:cNvPr id="3" name="">
            <a:extLst xmlns:a="http://schemas.openxmlformats.org/drawingml/2006/main">
              <a:ext uri="{FF2B5EF4-FFF2-40B4-BE49-F238E27FC236}">
                <a16:creationId xmlns:a16="http://schemas.microsoft.com/office/drawing/2014/main" id="{9545A05F-FA05-4BF7-A3CC-354979C940FC}"/>
              </a:ext>
            </a:extLst>
          </p:cNvPr>
          <p:cNvGraphicFramePr/>
          <p:nvPr/>
        </p:nvGraphicFramePr>
        <p:xfrm>
          <a:off xmlns:a="http://schemas.openxmlformats.org/drawingml/2006/main" x="952500" y="1066800"/>
          <a:ext xmlns:a="http://schemas.openxmlformats.org/drawingml/2006/main" cx="7239000" cy="4476750"/>
        </p:xfrm>
        <a:graphic xmlns:a="http://schemas.openxmlformats.org/drawingml/2006/main">
          <a:graphicData uri="http://schemas.openxmlformats.org/drawingml/2006/table">
            <a:tbl>
              <a:tblPr firstRow="0" firstCol="0" bandRow="0" bandCol="0"/>
              <a:tblGrid>
                <a:gridCol w="1447800"/>
                <a:gridCol w="1447800"/>
                <a:gridCol w="1447800"/>
                <a:gridCol w="1447800"/>
                <a:gridCol w="1447800"/>
              </a:tblGrid>
              <a:tr h="895350">
                <a:tc>
                  <a:txBody>
                    <a:bodyPr/>
                    <a:lstStyle/>
                    <a:p>
                      <a:pPr algn="ctr"/>
                      <a:r>
                        <a:rPr sz="1275">
                          <a:solidFill>
                            <a:srgbClr val="222222"/>
                          </a:solidFill>
                          <a:latin typeface="Helvetica Neue"/>
                          <a:ea typeface="Helvetica Neue"/>
                          <a:cs typeface="Helvetica Neue"/>
                        </a:rPr>
                        <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C1.1</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C1.2</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C1.3</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C1.4</a:t>
                      </a:r>
                    </a:p>
                  </a:txBody>
                  <a:tcPr marL="0" marR="0" marT="0" marB="0" anchor="ctr">
                    <a:solidFill>
                      <a:srgbClr val="FFFFFF"/>
                    </a:solidFill>
                  </a:tcPr>
                </a:tc>
              </a:tr>
              <a:tr h="895350">
                <a:tc>
                  <a:txBody>
                    <a:bodyPr/>
                    <a:lstStyle/>
                    <a:p>
                      <a:pPr algn="ctr"/>
                      <a:r>
                        <a:rPr sz="1275">
                          <a:solidFill>
                            <a:srgbClr val="222222"/>
                          </a:solidFill>
                          <a:latin typeface="Helvetica Neue"/>
                          <a:ea typeface="Helvetica Neue"/>
                          <a:cs typeface="Helvetica Neue"/>
                        </a:rPr>
                        <a:t>C1.1</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172435"/>
                          </a:solidFill>
                          <a:latin typeface="Helvetica Neue"/>
                          <a:ea typeface="Helvetica Neue"/>
                          <a:cs typeface="Helvetica Neue"/>
                        </a:rPr>
                        <a:t>0.65</a:t>
                      </a:r>
                    </a:p>
                  </a:txBody>
                  <a:tcPr marL="0" marR="0" marT="0" marB="0" anchor="ctr">
                    <a:solidFill>
                      <a:srgbClr val="4D87B5"/>
                    </a:solidFill>
                  </a:tcPr>
                </a:tc>
                <a:tc>
                  <a:txBody>
                    <a:bodyPr/>
                    <a:lstStyle/>
                    <a:p>
                      <a:pPr algn="ctr"/>
                      <a:r>
                        <a:rPr sz="1125">
                          <a:solidFill>
                            <a:srgbClr val="172435"/>
                          </a:solidFill>
                          <a:latin typeface="Helvetica Neue"/>
                          <a:ea typeface="Helvetica Neue"/>
                          <a:cs typeface="Helvetica Neue"/>
                        </a:rPr>
                        <a:t>0.62</a:t>
                      </a:r>
                    </a:p>
                  </a:txBody>
                  <a:tcPr marL="0" marR="0" marT="0" marB="0" anchor="ctr">
                    <a:solidFill>
                      <a:srgbClr val="5490BD"/>
                    </a:solidFill>
                  </a:tcPr>
                </a:tc>
                <a:tc>
                  <a:txBody>
                    <a:bodyPr/>
                    <a:lstStyle/>
                    <a:p>
                      <a:pPr algn="ctr"/>
                      <a:r>
                        <a:rPr sz="1125">
                          <a:solidFill>
                            <a:srgbClr val="172435"/>
                          </a:solidFill>
                          <a:latin typeface="Helvetica Neue"/>
                          <a:ea typeface="Helvetica Neue"/>
                          <a:cs typeface="Helvetica Neue"/>
                        </a:rPr>
                        <a:t>0.60</a:t>
                      </a:r>
                    </a:p>
                  </a:txBody>
                  <a:tcPr marL="0" marR="0" marT="0" marB="0" anchor="ctr">
                    <a:solidFill>
                      <a:srgbClr val="5794C0"/>
                    </a:solidFill>
                  </a:tcPr>
                </a:tc>
              </a:tr>
              <a:tr h="895350">
                <a:tc>
                  <a:txBody>
                    <a:bodyPr/>
                    <a:lstStyle/>
                    <a:p>
                      <a:pPr algn="ctr"/>
                      <a:r>
                        <a:rPr sz="1275">
                          <a:solidFill>
                            <a:srgbClr val="222222"/>
                          </a:solidFill>
                          <a:latin typeface="Helvetica Neue"/>
                          <a:ea typeface="Helvetica Neue"/>
                          <a:cs typeface="Helvetica Neue"/>
                        </a:rPr>
                        <a:t>C1.2</a:t>
                      </a:r>
                    </a:p>
                  </a:txBody>
                  <a:tcPr marL="0" marR="0" marT="0" marB="0" anchor="ctr">
                    <a:solidFill>
                      <a:srgbClr val="FFFFFF"/>
                    </a:solidFill>
                  </a:tcPr>
                </a:tc>
                <a:tc>
                  <a:txBody>
                    <a:bodyPr/>
                    <a:lstStyle/>
                    <a:p>
                      <a:pPr algn="ctr"/>
                      <a:r>
                        <a:rPr sz="1125">
                          <a:solidFill>
                            <a:srgbClr val="172435"/>
                          </a:solidFill>
                          <a:latin typeface="Helvetica Neue"/>
                          <a:ea typeface="Helvetica Neue"/>
                          <a:cs typeface="Helvetica Neue"/>
                        </a:rPr>
                        <a:t>0.65</a:t>
                      </a:r>
                    </a:p>
                  </a:txBody>
                  <a:tcPr marL="0" marR="0" marT="0" marB="0" anchor="ctr">
                    <a:solidFill>
                      <a:srgbClr val="4D87B5"/>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0.78</a:t>
                      </a:r>
                    </a:p>
                  </a:txBody>
                  <a:tcPr marL="0" marR="0" marT="0" marB="0" anchor="ctr">
                    <a:solidFill>
                      <a:srgbClr val="34689A"/>
                    </a:solidFill>
                  </a:tcPr>
                </a:tc>
                <a:tc>
                  <a:txBody>
                    <a:bodyPr/>
                    <a:lstStyle/>
                    <a:p>
                      <a:pPr algn="ctr"/>
                      <a:r>
                        <a:rPr sz="1125">
                          <a:solidFill>
                            <a:srgbClr val="FFFFFF"/>
                          </a:solidFill>
                          <a:latin typeface="Helvetica Neue"/>
                          <a:ea typeface="Helvetica Neue"/>
                          <a:cs typeface="Helvetica Neue"/>
                        </a:rPr>
                        <a:t>0.77</a:t>
                      </a:r>
                    </a:p>
                  </a:txBody>
                  <a:tcPr marL="0" marR="0" marT="0" marB="0" anchor="ctr">
                    <a:solidFill>
                      <a:srgbClr val="366B9D"/>
                    </a:solidFill>
                  </a:tcPr>
                </a:tc>
              </a:tr>
              <a:tr h="895350">
                <a:tc>
                  <a:txBody>
                    <a:bodyPr/>
                    <a:lstStyle/>
                    <a:p>
                      <a:pPr algn="ctr"/>
                      <a:r>
                        <a:rPr sz="1275">
                          <a:solidFill>
                            <a:srgbClr val="222222"/>
                          </a:solidFill>
                          <a:latin typeface="Helvetica Neue"/>
                          <a:ea typeface="Helvetica Neue"/>
                          <a:cs typeface="Helvetica Neue"/>
                        </a:rPr>
                        <a:t>C1.3</a:t>
                      </a:r>
                    </a:p>
                  </a:txBody>
                  <a:tcPr marL="0" marR="0" marT="0" marB="0" anchor="ctr">
                    <a:solidFill>
                      <a:srgbClr val="FFFFFF"/>
                    </a:solidFill>
                  </a:tcPr>
                </a:tc>
                <a:tc>
                  <a:txBody>
                    <a:bodyPr/>
                    <a:lstStyle/>
                    <a:p>
                      <a:pPr algn="ctr"/>
                      <a:r>
                        <a:rPr sz="1125">
                          <a:solidFill>
                            <a:srgbClr val="172435"/>
                          </a:solidFill>
                          <a:latin typeface="Helvetica Neue"/>
                          <a:ea typeface="Helvetica Neue"/>
                          <a:cs typeface="Helvetica Neue"/>
                        </a:rPr>
                        <a:t>0.62</a:t>
                      </a:r>
                    </a:p>
                  </a:txBody>
                  <a:tcPr marL="0" marR="0" marT="0" marB="0" anchor="ctr">
                    <a:solidFill>
                      <a:srgbClr val="5490BD"/>
                    </a:solidFill>
                  </a:tcPr>
                </a:tc>
                <a:tc>
                  <a:txBody>
                    <a:bodyPr/>
                    <a:lstStyle/>
                    <a:p>
                      <a:pPr algn="ctr"/>
                      <a:r>
                        <a:rPr sz="1125">
                          <a:solidFill>
                            <a:srgbClr val="FFFFFF"/>
                          </a:solidFill>
                          <a:latin typeface="Helvetica Neue"/>
                          <a:ea typeface="Helvetica Neue"/>
                          <a:cs typeface="Helvetica Neue"/>
                        </a:rPr>
                        <a:t>0.78</a:t>
                      </a:r>
                    </a:p>
                  </a:txBody>
                  <a:tcPr marL="0" marR="0" marT="0" marB="0" anchor="ctr">
                    <a:solidFill>
                      <a:srgbClr val="34689A"/>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0.86</a:t>
                      </a:r>
                    </a:p>
                  </a:txBody>
                  <a:tcPr marL="0" marR="0" marT="0" marB="0" anchor="ctr">
                    <a:solidFill>
                      <a:srgbClr val="235288"/>
                    </a:solidFill>
                  </a:tcPr>
                </a:tc>
              </a:tr>
              <a:tr h="895350">
                <a:tc>
                  <a:txBody>
                    <a:bodyPr/>
                    <a:lstStyle/>
                    <a:p>
                      <a:pPr algn="ctr"/>
                      <a:r>
                        <a:rPr sz="1275">
                          <a:solidFill>
                            <a:srgbClr val="222222"/>
                          </a:solidFill>
                          <a:latin typeface="Helvetica Neue"/>
                          <a:ea typeface="Helvetica Neue"/>
                          <a:cs typeface="Helvetica Neue"/>
                        </a:rPr>
                        <a:t>C1.4</a:t>
                      </a:r>
                    </a:p>
                  </a:txBody>
                  <a:tcPr marL="0" marR="0" marT="0" marB="0" anchor="ctr">
                    <a:solidFill>
                      <a:srgbClr val="FFFFFF"/>
                    </a:solidFill>
                  </a:tcPr>
                </a:tc>
                <a:tc>
                  <a:txBody>
                    <a:bodyPr/>
                    <a:lstStyle/>
                    <a:p>
                      <a:pPr algn="ctr"/>
                      <a:r>
                        <a:rPr sz="1125">
                          <a:solidFill>
                            <a:srgbClr val="172435"/>
                          </a:solidFill>
                          <a:latin typeface="Helvetica Neue"/>
                          <a:ea typeface="Helvetica Neue"/>
                          <a:cs typeface="Helvetica Neue"/>
                        </a:rPr>
                        <a:t>0.60</a:t>
                      </a:r>
                    </a:p>
                  </a:txBody>
                  <a:tcPr marL="0" marR="0" marT="0" marB="0" anchor="ctr">
                    <a:solidFill>
                      <a:srgbClr val="5794C0"/>
                    </a:solidFill>
                  </a:tcPr>
                </a:tc>
                <a:tc>
                  <a:txBody>
                    <a:bodyPr/>
                    <a:lstStyle/>
                    <a:p>
                      <a:pPr algn="ctr"/>
                      <a:r>
                        <a:rPr sz="1125">
                          <a:solidFill>
                            <a:srgbClr val="FFFFFF"/>
                          </a:solidFill>
                          <a:latin typeface="Helvetica Neue"/>
                          <a:ea typeface="Helvetica Neue"/>
                          <a:cs typeface="Helvetica Neue"/>
                        </a:rPr>
                        <a:t>0.77</a:t>
                      </a:r>
                    </a:p>
                  </a:txBody>
                  <a:tcPr marL="0" marR="0" marT="0" marB="0" anchor="ctr">
                    <a:solidFill>
                      <a:srgbClr val="366B9D"/>
                    </a:solidFill>
                  </a:tcPr>
                </a:tc>
                <a:tc>
                  <a:txBody>
                    <a:bodyPr/>
                    <a:lstStyle/>
                    <a:p>
                      <a:pPr algn="ctr"/>
                      <a:r>
                        <a:rPr sz="1125">
                          <a:solidFill>
                            <a:srgbClr val="FFFFFF"/>
                          </a:solidFill>
                          <a:latin typeface="Helvetica Neue"/>
                          <a:ea typeface="Helvetica Neue"/>
                          <a:cs typeface="Helvetica Neue"/>
                        </a:rPr>
                        <a:t>0.86</a:t>
                      </a:r>
                    </a:p>
                  </a:txBody>
                  <a:tcPr marL="0" marR="0" marT="0" marB="0" anchor="ctr">
                    <a:solidFill>
                      <a:srgbClr val="235288"/>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r>
            </a:tbl>
          </a:graphicData>
        </a:graphic>
      </p:graphicFrame>
      <p:sp>
        <p:nvSpPr>
          <p:cNvPr id="4" name="">
            <a:extLst xmlns:a="http://schemas.openxmlformats.org/drawingml/2006/main">
              <a:ext uri="{FF2B5EF4-FFF2-40B4-BE49-F238E27FC236}">
                <a16:creationId xmlns:a16="http://schemas.microsoft.com/office/drawing/2014/main" id="{97E5B207-90DA-4596-B800-8DC5E9F3674F}"/>
              </a:ext>
            </a:extLst>
          </p:cNvPr>
          <p:cNvSpPr>
            <a:spLocks xmlns:a="http://schemas.openxmlformats.org/drawingml/2006/main" noGrp="1"/>
          </p:cNvSpPr>
          <p:nvPr/>
        </p:nvSpPr>
        <p:spPr>
          <a:xfrm xmlns:a="http://schemas.openxmlformats.org/drawingml/2006/main">
            <a:off x="8429625" y="7239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TM-score</a:t>
            </a:r>
          </a:p>
        </p:txBody>
      </p:sp>
      <p:graphicFrame>
        <p:nvGraphicFramePr>
          <p:cNvPr id="5" name="">
            <a:extLst xmlns:a="http://schemas.openxmlformats.org/drawingml/2006/main">
              <a:ext uri="{FF2B5EF4-FFF2-40B4-BE49-F238E27FC236}">
                <a16:creationId xmlns:a16="http://schemas.microsoft.com/office/drawing/2014/main" id="{E130DAE9-49AB-4512-A12D-B330E9634AAC}"/>
              </a:ext>
            </a:extLst>
          </p:cNvPr>
          <p:cNvGraphicFramePr/>
          <p:nvPr/>
        </p:nvGraphicFramePr>
        <p:xfrm>
          <a:off xmlns:a="http://schemas.openxmlformats.org/drawingml/2006/main" x="8429625" y="1066800"/>
          <a:ext xmlns:a="http://schemas.openxmlformats.org/drawingml/2006/main" cx="714375" cy="4476750"/>
        </p:xfrm>
        <a:graphic xmlns:a="http://schemas.openxmlformats.org/drawingml/2006/main">
          <a:graphicData uri="http://schemas.openxmlformats.org/drawingml/2006/table">
            <a:tbl>
              <a:tblPr firstRow="0" bandRow="0"/>
              <a:tblGrid>
                <a:gridCol w="714375"/>
              </a:tblGrid>
              <a:tr h="406977">
                <a:tc>
                  <a:txBody>
                    <a:bodyPr/>
                    <a:lstStyle/>
                    <a:p>
                      <a:pPr algn="ctr"/>
                      <a:r>
                        <a:rPr sz="1350">
                          <a:solidFill>
                            <a:srgbClr val="FFFFFF"/>
                          </a:solidFill>
                          <a:latin typeface="Helvetica Neue"/>
                          <a:ea typeface="Helvetica Neue"/>
                          <a:cs typeface="Helvetica Neue"/>
                        </a:rPr>
                        <a:t>1.0</a:t>
                      </a:r>
                    </a:p>
                  </a:txBody>
                  <a:tcPr marL="0" marR="0" marT="0" marB="0" anchor="ctr">
                    <a:solidFill>
                      <a:srgbClr val="08306B"/>
                    </a:solidFill>
                  </a:tcPr>
                </a:tc>
              </a:tr>
              <a:tr h="406977">
                <a:tc>
                  <a:txBody>
                    <a:bodyPr/>
                    <a:lstStyle/>
                    <a:p>
                      <a:pPr algn="ctr"/>
                      <a:r>
                        <a:rPr sz="1350">
                          <a:solidFill>
                            <a:srgbClr val="FFFFFF"/>
                          </a:solidFill>
                          <a:latin typeface="Helvetica Neue"/>
                          <a:ea typeface="Helvetica Neue"/>
                          <a:cs typeface="Helvetica Neue"/>
                        </a:rPr>
                        <a:t>0.9</a:t>
                      </a:r>
                    </a:p>
                  </a:txBody>
                  <a:tcPr marL="0" marR="0" marT="0" marB="0" anchor="ctr">
                    <a:solidFill>
                      <a:srgbClr val="1C4980"/>
                    </a:solidFill>
                  </a:tcPr>
                </a:tc>
              </a:tr>
              <a:tr h="406977">
                <a:tc>
                  <a:txBody>
                    <a:bodyPr/>
                    <a:lstStyle/>
                    <a:p>
                      <a:pPr algn="ctr"/>
                      <a:r>
                        <a:rPr sz="1350">
                          <a:solidFill>
                            <a:srgbClr val="FFFFFF"/>
                          </a:solidFill>
                          <a:latin typeface="Helvetica Neue"/>
                          <a:ea typeface="Helvetica Neue"/>
                          <a:cs typeface="Helvetica Neue"/>
                        </a:rPr>
                        <a:t>0.8</a:t>
                      </a:r>
                    </a:p>
                  </a:txBody>
                  <a:tcPr marL="0" marR="0" marT="0" marB="0" anchor="ctr">
                    <a:solidFill>
                      <a:srgbClr val="306296"/>
                    </a:solidFill>
                  </a:tcPr>
                </a:tc>
              </a:tr>
              <a:tr h="406977">
                <a:tc>
                  <a:txBody>
                    <a:bodyPr/>
                    <a:lstStyle/>
                    <a:p>
                      <a:pPr algn="ctr"/>
                      <a:r>
                        <a:rPr sz="1350">
                          <a:solidFill>
                            <a:srgbClr val="FFFFFF"/>
                          </a:solidFill>
                          <a:latin typeface="Helvetica Neue"/>
                          <a:ea typeface="Helvetica Neue"/>
                          <a:cs typeface="Helvetica Neue"/>
                        </a:rPr>
                        <a:t>0.7</a:t>
                      </a:r>
                    </a:p>
                  </a:txBody>
                  <a:tcPr marL="0" marR="0" marT="0" marB="0" anchor="ctr">
                    <a:solidFill>
                      <a:srgbClr val="437CAB"/>
                    </a:solidFill>
                  </a:tcPr>
                </a:tc>
              </a:tr>
              <a:tr h="406977">
                <a:tc>
                  <a:txBody>
                    <a:bodyPr/>
                    <a:lstStyle/>
                    <a:p>
                      <a:pPr algn="ctr"/>
                      <a:r>
                        <a:rPr sz="1350">
                          <a:solidFill>
                            <a:srgbClr val="172435"/>
                          </a:solidFill>
                          <a:latin typeface="Helvetica Neue"/>
                          <a:ea typeface="Helvetica Neue"/>
                          <a:cs typeface="Helvetica Neue"/>
                        </a:rPr>
                        <a:t>0.6</a:t>
                      </a:r>
                    </a:p>
                  </a:txBody>
                  <a:tcPr marL="0" marR="0" marT="0" marB="0" anchor="ctr">
                    <a:solidFill>
                      <a:srgbClr val="5795C1"/>
                    </a:solidFill>
                  </a:tcPr>
                </a:tc>
              </a:tr>
              <a:tr h="406977">
                <a:tc>
                  <a:txBody>
                    <a:bodyPr/>
                    <a:lstStyle/>
                    <a:p>
                      <a:pPr algn="ctr"/>
                      <a:r>
                        <a:rPr sz="1350">
                          <a:solidFill>
                            <a:srgbClr val="172435"/>
                          </a:solidFill>
                          <a:latin typeface="Helvetica Neue"/>
                          <a:ea typeface="Helvetica Neue"/>
                          <a:cs typeface="Helvetica Neue"/>
                        </a:rPr>
                        <a:t>0.5</a:t>
                      </a:r>
                    </a:p>
                  </a:txBody>
                  <a:tcPr marL="0" marR="0" marT="0" marB="0" anchor="ctr">
                    <a:solidFill>
                      <a:srgbClr val="6BAED6"/>
                    </a:solidFill>
                  </a:tcPr>
                </a:tc>
              </a:tr>
              <a:tr h="406977">
                <a:tc>
                  <a:txBody>
                    <a:bodyPr/>
                    <a:lstStyle/>
                    <a:p>
                      <a:pPr algn="ctr"/>
                      <a:r>
                        <a:rPr sz="1350">
                          <a:solidFill>
                            <a:srgbClr val="172435"/>
                          </a:solidFill>
                          <a:latin typeface="Helvetica Neue"/>
                          <a:ea typeface="Helvetica Neue"/>
                          <a:cs typeface="Helvetica Neue"/>
                        </a:rPr>
                        <a:t>0.4</a:t>
                      </a:r>
                    </a:p>
                  </a:txBody>
                  <a:tcPr marL="0" marR="0" marT="0" marB="0" anchor="ctr">
                    <a:solidFill>
                      <a:srgbClr val="87BDDE"/>
                    </a:solidFill>
                  </a:tcPr>
                </a:tc>
              </a:tr>
              <a:tr h="406977">
                <a:tc>
                  <a:txBody>
                    <a:bodyPr/>
                    <a:lstStyle/>
                    <a:p>
                      <a:pPr algn="ctr"/>
                      <a:r>
                        <a:rPr sz="1350">
                          <a:solidFill>
                            <a:srgbClr val="172435"/>
                          </a:solidFill>
                          <a:latin typeface="Helvetica Neue"/>
                          <a:ea typeface="Helvetica Neue"/>
                          <a:cs typeface="Helvetica Neue"/>
                        </a:rPr>
                        <a:t>0.3</a:t>
                      </a:r>
                    </a:p>
                  </a:txBody>
                  <a:tcPr marL="0" marR="0" marT="0" marB="0" anchor="ctr">
                    <a:solidFill>
                      <a:srgbClr val="A3CDE6"/>
                    </a:solidFill>
                  </a:tcPr>
                </a:tc>
              </a:tr>
              <a:tr h="406977">
                <a:tc>
                  <a:txBody>
                    <a:bodyPr/>
                    <a:lstStyle/>
                    <a:p>
                      <a:pPr algn="ctr"/>
                      <a:r>
                        <a:rPr sz="1350">
                          <a:solidFill>
                            <a:srgbClr val="172435"/>
                          </a:solidFill>
                          <a:latin typeface="Helvetica Neue"/>
                          <a:ea typeface="Helvetica Neue"/>
                          <a:cs typeface="Helvetica Neue"/>
                        </a:rPr>
                        <a:t>0.2</a:t>
                      </a:r>
                    </a:p>
                  </a:txBody>
                  <a:tcPr marL="0" marR="0" marT="0" marB="0" anchor="ctr">
                    <a:solidFill>
                      <a:srgbClr val="BFDCEF"/>
                    </a:solidFill>
                  </a:tcPr>
                </a:tc>
              </a:tr>
              <a:tr h="406977">
                <a:tc>
                  <a:txBody>
                    <a:bodyPr/>
                    <a:lstStyle/>
                    <a:p>
                      <a:pPr algn="ctr"/>
                      <a:r>
                        <a:rPr sz="1350">
                          <a:solidFill>
                            <a:srgbClr val="172435"/>
                          </a:solidFill>
                          <a:latin typeface="Helvetica Neue"/>
                          <a:ea typeface="Helvetica Neue"/>
                          <a:cs typeface="Helvetica Neue"/>
                        </a:rPr>
                        <a:t>0.1</a:t>
                      </a:r>
                    </a:p>
                  </a:txBody>
                  <a:tcPr marL="0" marR="0" marT="0" marB="0" anchor="ctr">
                    <a:solidFill>
                      <a:srgbClr val="DBECF7"/>
                    </a:solidFill>
                  </a:tcPr>
                </a:tc>
              </a:tr>
              <a:tr h="406977">
                <a:tc>
                  <a:txBody>
                    <a:bodyPr/>
                    <a:lstStyle/>
                    <a:p>
                      <a:pPr algn="ctr"/>
                      <a:r>
                        <a:rPr sz="1350">
                          <a:solidFill>
                            <a:srgbClr val="172435"/>
                          </a:solidFill>
                          <a:latin typeface="Helvetica Neue"/>
                          <a:ea typeface="Helvetica Neue"/>
                          <a:cs typeface="Helvetica Neue"/>
                        </a:rPr>
                        <a:t>0.0</a:t>
                      </a:r>
                    </a:p>
                  </a:txBody>
                  <a:tcPr marL="0" marR="0" marT="0" marB="0" anchor="ctr">
                    <a:solidFill>
                      <a:srgbClr val="F7FBFF"/>
                    </a:solidFill>
                  </a:tcPr>
                </a:tc>
              </a:tr>
            </a:tbl>
          </a:graphicData>
        </a:graphic>
      </p:graphicFrame>
      <p:sp>
        <p:nvSpPr>
          <p:cNvPr id="6" name="">
            <a:extLst xmlns:a="http://schemas.openxmlformats.org/drawingml/2006/main">
              <a:ext uri="{FF2B5EF4-FFF2-40B4-BE49-F238E27FC236}">
                <a16:creationId xmlns:a16="http://schemas.microsoft.com/office/drawing/2014/main" id="{FF5E5540-EF2A-4485-A4AD-6861CA3A6F3D}"/>
              </a:ext>
            </a:extLst>
          </p:cNvPr>
          <p:cNvSpPr>
            <a:spLocks xmlns:a="http://schemas.openxmlformats.org/drawingml/2006/main" noGrp="1"/>
          </p:cNvSpPr>
          <p:nvPr/>
        </p:nvSpPr>
        <p:spPr>
          <a:xfrm xmlns:a="http://schemas.openxmlformats.org/drawingml/2006/main">
            <a:off x="9525000" y="723900"/>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Cluster groups</a:t>
            </a:r>
          </a:p>
        </p:txBody>
      </p:sp>
      <p:sp>
        <p:nvSpPr>
          <p:cNvPr id="7" name="">
            <a:extLst xmlns:a="http://schemas.openxmlformats.org/drawingml/2006/main">
              <a:ext uri="{FF2B5EF4-FFF2-40B4-BE49-F238E27FC236}">
                <a16:creationId xmlns:a16="http://schemas.microsoft.com/office/drawing/2014/main" id="{CE85653E-2302-4BD5-84F3-ECF9C0CCEB1F}"/>
              </a:ext>
            </a:extLst>
          </p:cNvPr>
          <p:cNvSpPr>
            <a:spLocks xmlns:a="http://schemas.openxmlformats.org/drawingml/2006/main" noGrp="1"/>
          </p:cNvSpPr>
          <p:nvPr/>
        </p:nvSpPr>
        <p:spPr>
          <a:xfrm xmlns:a="http://schemas.openxmlformats.org/drawingml/2006/main">
            <a:off x="9525000" y="1066800"/>
            <a:ext cx="2209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a:solidFill>
                  <a:srgbClr val="222222"/>
                </a:solidFill>
                <a:latin typeface="Helvetica Neue"/>
                <a:ea typeface="Helvetica Neue"/>
                <a:cs typeface="Helvetica Neue"/>
              </a:defRPr>
            </a:defPPr>
            <a:lvl1pPr>
              <a:defRPr sz="1350">
                <a:solidFill>
                  <a:srgbClr val="222222"/>
                </a:solidFill>
                <a:latin typeface="Helvetica Neue"/>
                <a:ea typeface="Helvetica Neue"/>
                <a:cs typeface="Helvetica Neue"/>
              </a:defRPr>
            </a:lvl1pPr>
            <a:lvl2pPr>
              <a:defRPr sz="1350">
                <a:solidFill>
                  <a:srgbClr val="222222"/>
                </a:solidFill>
                <a:latin typeface="Helvetica Neue"/>
                <a:ea typeface="Helvetica Neue"/>
                <a:cs typeface="Helvetica Neue"/>
              </a:defRPr>
            </a:lvl2pPr>
            <a:lvl3pPr>
              <a:defRPr sz="1350">
                <a:solidFill>
                  <a:srgbClr val="222222"/>
                </a:solidFill>
                <a:latin typeface="Helvetica Neue"/>
                <a:ea typeface="Helvetica Neue"/>
                <a:cs typeface="Helvetica Neue"/>
              </a:defRPr>
            </a:lvl3pPr>
            <a:lvl4pPr>
              <a:defRPr sz="1350">
                <a:solidFill>
                  <a:srgbClr val="222222"/>
                </a:solidFill>
                <a:latin typeface="Helvetica Neue"/>
                <a:ea typeface="Helvetica Neue"/>
                <a:cs typeface="Helvetica Neue"/>
              </a:defRPr>
            </a:lvl4pPr>
            <a:lvl5pPr>
              <a:defRPr sz="1350">
                <a:solidFill>
                  <a:srgbClr val="222222"/>
                </a:solidFill>
                <a:latin typeface="Helvetica Neue"/>
                <a:ea typeface="Helvetica Neue"/>
                <a:cs typeface="Helvetica Neue"/>
              </a:defRPr>
            </a:lvl5pPr>
            <a:lvl6pPr>
              <a:defRPr sz="1350">
                <a:solidFill>
                  <a:srgbClr val="222222"/>
                </a:solidFill>
                <a:latin typeface="Helvetica Neue"/>
                <a:ea typeface="Helvetica Neue"/>
                <a:cs typeface="Helvetica Neue"/>
              </a:defRPr>
            </a:lvl6pPr>
            <a:lvl7pPr>
              <a:defRPr sz="1350">
                <a:solidFill>
                  <a:srgbClr val="222222"/>
                </a:solidFill>
                <a:latin typeface="Helvetica Neue"/>
                <a:ea typeface="Helvetica Neue"/>
                <a:cs typeface="Helvetica Neue"/>
              </a:defRPr>
            </a:lvl7pPr>
            <a:lvl8pPr>
              <a:defRPr sz="1350">
                <a:solidFill>
                  <a:srgbClr val="222222"/>
                </a:solidFill>
                <a:latin typeface="Helvetica Neue"/>
                <a:ea typeface="Helvetica Neue"/>
                <a:cs typeface="Helvetica Neue"/>
              </a:defRPr>
            </a:lvl8pPr>
            <a:lvl9pPr>
              <a:defRPr sz="1350">
                <a:solidFill>
                  <a:srgbClr val="222222"/>
                </a:solidFill>
                <a:latin typeface="Helvetica Neue"/>
                <a:ea typeface="Helvetica Neue"/>
                <a:cs typeface="Helvetica Neue"/>
              </a:defRPr>
            </a:lvl9pPr>
          </a:lstStyle>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Group 1: C1.3, C1.4</a:t>
            </a:r>
          </a:p>
        </p:txBody>
      </p:sp>
      <p:sp>
        <p:nvSpPr>
          <p:cNvPr id="8" name="">
            <a:extLst xmlns:a="http://schemas.openxmlformats.org/drawingml/2006/main">
              <a:ext uri="{FF2B5EF4-FFF2-40B4-BE49-F238E27FC236}">
                <a16:creationId xmlns:a16="http://schemas.microsoft.com/office/drawing/2014/main" id="{10C20E01-0F1A-43D6-9711-EEA54DDD5ECB}"/>
              </a:ext>
            </a:extLst>
          </p:cNvPr>
          <p:cNvSpPr>
            <a:spLocks xmlns:a="http://schemas.openxmlformats.org/drawingml/2006/main" noGrp="1"/>
          </p:cNvSpPr>
          <p:nvPr/>
        </p:nvSpPr>
        <p:spPr>
          <a:xfrm xmlns:a="http://schemas.openxmlformats.org/drawingml/2006/main">
            <a:off x="9525000" y="4972050"/>
            <a:ext cx="220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a:solidFill>
                  <a:srgbClr val="222222"/>
                </a:solidFill>
                <a:latin typeface="Helvetica Neue"/>
                <a:ea typeface="Helvetica Neue"/>
                <a:cs typeface="Helvetica Neue"/>
              </a:defRPr>
            </a:defPPr>
            <a:lvl1pPr>
              <a:defRPr sz="1200">
                <a:solidFill>
                  <a:srgbClr val="222222"/>
                </a:solidFill>
                <a:latin typeface="Helvetica Neue"/>
                <a:ea typeface="Helvetica Neue"/>
                <a:cs typeface="Helvetica Neue"/>
              </a:defRPr>
            </a:lvl1pPr>
            <a:lvl2pPr>
              <a:defRPr sz="1200">
                <a:solidFill>
                  <a:srgbClr val="222222"/>
                </a:solidFill>
                <a:latin typeface="Helvetica Neue"/>
                <a:ea typeface="Helvetica Neue"/>
                <a:cs typeface="Helvetica Neue"/>
              </a:defRPr>
            </a:lvl2pPr>
            <a:lvl3pPr>
              <a:defRPr sz="1200">
                <a:solidFill>
                  <a:srgbClr val="222222"/>
                </a:solidFill>
                <a:latin typeface="Helvetica Neue"/>
                <a:ea typeface="Helvetica Neue"/>
                <a:cs typeface="Helvetica Neue"/>
              </a:defRPr>
            </a:lvl3pPr>
            <a:lvl4pPr>
              <a:defRPr sz="1200">
                <a:solidFill>
                  <a:srgbClr val="222222"/>
                </a:solidFill>
                <a:latin typeface="Helvetica Neue"/>
                <a:ea typeface="Helvetica Neue"/>
                <a:cs typeface="Helvetica Neue"/>
              </a:defRPr>
            </a:lvl4pPr>
            <a:lvl5pPr>
              <a:defRPr sz="1200">
                <a:solidFill>
                  <a:srgbClr val="222222"/>
                </a:solidFill>
                <a:latin typeface="Helvetica Neue"/>
                <a:ea typeface="Helvetica Neue"/>
                <a:cs typeface="Helvetica Neue"/>
              </a:defRPr>
            </a:lvl5pPr>
            <a:lvl6pPr>
              <a:defRPr sz="1200">
                <a:solidFill>
                  <a:srgbClr val="222222"/>
                </a:solidFill>
                <a:latin typeface="Helvetica Neue"/>
                <a:ea typeface="Helvetica Neue"/>
                <a:cs typeface="Helvetica Neue"/>
              </a:defRPr>
            </a:lvl6pPr>
            <a:lvl7pPr>
              <a:defRPr sz="1200">
                <a:solidFill>
                  <a:srgbClr val="222222"/>
                </a:solidFill>
                <a:latin typeface="Helvetica Neue"/>
                <a:ea typeface="Helvetica Neue"/>
                <a:cs typeface="Helvetica Neue"/>
              </a:defRPr>
            </a:lvl7pPr>
            <a:lvl8pPr>
              <a:defRPr sz="1200">
                <a:solidFill>
                  <a:srgbClr val="222222"/>
                </a:solidFill>
                <a:latin typeface="Helvetica Neue"/>
                <a:ea typeface="Helvetica Neue"/>
                <a:cs typeface="Helvetica Neue"/>
              </a:defRPr>
            </a:lvl8pPr>
            <a:lvl9pPr>
              <a:defRPr sz="1200">
                <a:solidFill>
                  <a:srgbClr val="222222"/>
                </a:solidFill>
                <a:latin typeface="Helvetica Neue"/>
                <a:ea typeface="Helvetica Neue"/>
                <a:cs typeface="Helvetica Neue"/>
              </a:defRPr>
            </a:lvl9pPr>
          </a:lstStyle>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All pairs ≥ 0.80</a:t>
            </a:r>
          </a:p>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Groups may overlap</a:t>
            </a:r>
          </a:p>
        </p:txBody>
      </p:sp>
      <p:sp>
        <p:nvSpPr>
          <p:cNvPr id="9" name="">
            <a:extLst xmlns:a="http://schemas.openxmlformats.org/drawingml/2006/main">
              <a:ext uri="{FF2B5EF4-FFF2-40B4-BE49-F238E27FC236}">
                <a16:creationId xmlns:a16="http://schemas.microsoft.com/office/drawing/2014/main" id="{17F12702-7F3D-4655-8889-D3BB4F262B9F}"/>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a:solidFill>
                  <a:srgbClr val="222222"/>
                </a:solidFill>
                <a:latin typeface="Helvetica Neue"/>
                <a:ea typeface="Helvetica Neue"/>
                <a:cs typeface="Helvetica Neue"/>
              </a:defRPr>
            </a:defPPr>
            <a:lvl1pPr>
              <a:defRPr sz="1575">
                <a:solidFill>
                  <a:srgbClr val="222222"/>
                </a:solidFill>
                <a:latin typeface="Helvetica Neue"/>
                <a:ea typeface="Helvetica Neue"/>
                <a:cs typeface="Helvetica Neue"/>
              </a:defRPr>
            </a:lvl1pPr>
            <a:lvl2pPr>
              <a:defRPr sz="1575">
                <a:solidFill>
                  <a:srgbClr val="222222"/>
                </a:solidFill>
                <a:latin typeface="Helvetica Neue"/>
                <a:ea typeface="Helvetica Neue"/>
                <a:cs typeface="Helvetica Neue"/>
              </a:defRPr>
            </a:lvl2pPr>
            <a:lvl3pPr>
              <a:defRPr sz="1575">
                <a:solidFill>
                  <a:srgbClr val="222222"/>
                </a:solidFill>
                <a:latin typeface="Helvetica Neue"/>
                <a:ea typeface="Helvetica Neue"/>
                <a:cs typeface="Helvetica Neue"/>
              </a:defRPr>
            </a:lvl3pPr>
            <a:lvl4pPr>
              <a:defRPr sz="1575">
                <a:solidFill>
                  <a:srgbClr val="222222"/>
                </a:solidFill>
                <a:latin typeface="Helvetica Neue"/>
                <a:ea typeface="Helvetica Neue"/>
                <a:cs typeface="Helvetica Neue"/>
              </a:defRPr>
            </a:lvl4pPr>
            <a:lvl5pPr>
              <a:defRPr sz="1575">
                <a:solidFill>
                  <a:srgbClr val="222222"/>
                </a:solidFill>
                <a:latin typeface="Helvetica Neue"/>
                <a:ea typeface="Helvetica Neue"/>
                <a:cs typeface="Helvetica Neue"/>
              </a:defRPr>
            </a:lvl5pPr>
            <a:lvl6pPr>
              <a:defRPr sz="1575">
                <a:solidFill>
                  <a:srgbClr val="222222"/>
                </a:solidFill>
                <a:latin typeface="Helvetica Neue"/>
                <a:ea typeface="Helvetica Neue"/>
                <a:cs typeface="Helvetica Neue"/>
              </a:defRPr>
            </a:lvl6pPr>
            <a:lvl7pPr>
              <a:defRPr sz="1575">
                <a:solidFill>
                  <a:srgbClr val="222222"/>
                </a:solidFill>
                <a:latin typeface="Helvetica Neue"/>
                <a:ea typeface="Helvetica Neue"/>
                <a:cs typeface="Helvetica Neue"/>
              </a:defRPr>
            </a:lvl7pPr>
            <a:lvl8pPr>
              <a:defRPr sz="1575">
                <a:solidFill>
                  <a:srgbClr val="222222"/>
                </a:solidFill>
                <a:latin typeface="Helvetica Neue"/>
                <a:ea typeface="Helvetica Neue"/>
                <a:cs typeface="Helvetica Neue"/>
              </a:defRPr>
            </a:lvl8pPr>
            <a:lvl9pPr>
              <a:defRPr sz="1575">
                <a:solidFill>
                  <a:srgbClr val="222222"/>
                </a:solidFill>
                <a:latin typeface="Helvetica Neue"/>
                <a:ea typeface="Helvetica Neue"/>
                <a:cs typeface="Helvetica Neue"/>
              </a:defRPr>
            </a:lvl9pPr>
          </a:lstStyle>
          <a:p xmlns:a="http://schemas.openxmlformats.org/drawingml/2006/main">
            <a:pPr>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Figure 14. Whole-chain TM-scores between medoids of the selected models in each cluster.</a:t>
            </a:r>
          </a:p>
          <a:p xmlns:a="http://schemas.openxmlformats.org/drawingml/2006/main">
            <a:pPr>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Average-length normalization, mean of both directions. Higher scores indicate greater structural similarity.</a:t>
            </a:r>
          </a:p>
        </p:txBody>
      </p:sp>
    </p:spTree>
    <p:extLst>
      <p:ext uri="{BB962C8B-B14F-4D97-AF65-F5344CB8AC3E}">
        <p14:creationId xmlns:p14="http://schemas.microsoft.com/office/powerpoint/2010/main" val="1030623574"/>
      </p:ext>
    </p:extLst>
  </p:cSld>
</p:sld>
</file>

<file path=ppt/slides/slide15.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TextBox 1"/>
          <p:cNvSpPr txBox="1"/>
          <p:nvPr/>
        </p:nvSpPr>
        <p:spPr>
          <a:xfrm>
            <a:off x="457200" y="228600"/>
            <a:ext cx="11277600" cy="381000"/>
          </a:xfrm>
          <a:prstGeom prst="rect">
            <a:avLst/>
          </a:prstGeom>
          <a:noFill/>
        </p:spPr>
        <p:txBody>
          <a:bodyPr wrap="none" lIns="0" rIns="0" tIns="0" bIns="0">
            <a:noAutofit/>
          </a:bodyPr>
          <a:lstStyle/>
          <a:p>
            <a:pPr>
              <a:lnSpc>
                <a:spcPts val="2475"/>
              </a:lnSpc>
              <a:spcBef>
                <a:spcPts val="0"/>
              </a:spcBef>
              <a:spcAft>
                <a:spcPts val="0"/>
              </a:spcAft>
              <a:defRPr sz="2250">
                <a:solidFill>
                  <a:srgbClr val="222222"/>
                </a:solidFill>
                <a:latin typeface="Arial"/>
              </a:defRPr>
            </a:pPr>
            <a:r>
              <a:rPr sz="2250">
                <a:solidFill>
                  <a:srgbClr val="245BA7"/>
                </a:solidFill>
                <a:latin typeface="Arial"/>
                <a:hlinkClick r:id="rIdBonsaiSource"/>
              </a:rPr>
              <a:t>Bonsai · selected cluster ensembles (native engine b16ef6f)</a:t>
            </a:r>
          </a:p>
        </p:txBody>
      </p:sp>
      <p:pic>
        <p:nvPicPr>
          <p:cNvPr id="2" name="">
            <a:extLst>
              <a:ext uri="{FF2B5EF4-FFF2-40B4-BE49-F238E27FC236}">
                <ns3:creationId id="{FEA0FEA8-88F7-4341-9D3D-2807515F9C85}"/>
              </a:ext>
            </a:extLst>
          </p:cNvPr>
          <p:cNvPicPr>
            <a:picLocks noChangeAspect="1"/>
          </p:cNvPicPr>
          <p:nvPr/>
        </p:nvPicPr>
        <p:blipFill>
          <a:blip r:embed="R63055ae747064754"/>
          <a:stretch/>
        </p:blipFill>
        <p:spPr>
          <a:xfrm>
            <a:off x="457200" y="1511379"/>
            <a:ext cx="3657600" cy="2997043"/>
          </a:xfrm>
          <a:prstGeom prst="rect">
            <a:avLst/>
          </a:prstGeom>
        </p:spPr>
      </p:pic>
      <p:pic>
        <p:nvPicPr>
          <p:cNvPr id="3" name="">
            <a:extLst>
              <a:ext uri="{FF2B5EF4-FFF2-40B4-BE49-F238E27FC236}">
                <ns3:creationId id="{844F4E0B-C924-4BD2-A324-BAE57CAE95BF}"/>
              </a:ext>
            </a:extLst>
          </p:cNvPr>
          <p:cNvPicPr>
            <a:picLocks noChangeAspect="1"/>
          </p:cNvPicPr>
          <p:nvPr/>
        </p:nvPicPr>
        <p:blipFill>
          <a:blip r:embed="R4c6966495b894fdd"/>
          <a:stretch/>
        </p:blipFill>
        <p:spPr>
          <a:xfrm>
            <a:off x="4267200" y="1511379"/>
            <a:ext cx="3657600" cy="2997043"/>
          </a:xfrm>
          <a:prstGeom prst="rect">
            <a:avLst/>
          </a:prstGeom>
        </p:spPr>
      </p:pic>
      <p:pic>
        <p:nvPicPr>
          <p:cNvPr id="4" name="">
            <a:extLst>
              <a:ext uri="{FF2B5EF4-FFF2-40B4-BE49-F238E27FC236}">
                <ns3:creationId id="{24D3D5C9-D266-4035-B58B-9000B45EB796}"/>
              </a:ext>
            </a:extLst>
          </p:cNvPr>
          <p:cNvPicPr>
            <a:picLocks noChangeAspect="1"/>
          </p:cNvPicPr>
          <p:nvPr/>
        </p:nvPicPr>
        <p:blipFill>
          <a:blip r:embed="R591a2c85355d41bf"/>
          <a:stretch/>
        </p:blipFill>
        <p:spPr>
          <a:xfrm>
            <a:off x="8077200" y="1386816"/>
            <a:ext cx="3657600" cy="3246167"/>
          </a:xfrm>
          <a:prstGeom prst="rect">
            <a:avLst/>
          </a:prstGeom>
        </p:spPr>
      </p:pic>
      <p:sp>
        <p:nvSpPr>
          <p:cNvPr id="5" name="">
            <a:extLst>
              <a:ext uri="{FF2B5EF4-FFF2-40B4-BE49-F238E27FC236}">
                <ns3:creationId id="{DB420A30-924C-4077-B560-832AE73C8BC9}"/>
              </a:ext>
            </a:extLst>
          </p:cNvPr>
          <p:cNvSpPr>
            <a:spLocks noGrp="1"/>
          </p:cNvSpPr>
          <p:nvPr/>
        </p:nvSpPr>
        <p:spPr>
          <a:xfrm>
            <a:off x="457200" y="5314950"/>
            <a:ext cx="1123950" cy="228600"/>
          </a:xfrm>
          <a:prstGeom prst="rect">
            <a:avLst/>
          </a:prstGeom>
          <a:noFill/>
          <a:ln w="0">
            <a:noFill/>
          </a:ln>
        </p:spPr>
        <p:txBody>
          <a:bodyPr>
            <a:normAutofit fontScale="75000"/>
          </a:bodyPr>
          <a:lstStyle>
            <a:defPPr>
              <a:defRPr sz="1200">
                <a:solidFill>
                  <a:srgbClr val="0072B2"/>
                </a:solidFill>
                <a:latin typeface="DejaVu Sans"/>
                <a:ea typeface="DejaVu Sans"/>
                <a:cs typeface="DejaVu Sans"/>
              </a:defRPr>
            </a:defPPr>
            <a:lvl1pPr>
              <a:defRPr sz="1200">
                <a:solidFill>
                  <a:srgbClr val="0072B2"/>
                </a:solidFill>
                <a:latin typeface="DejaVu Sans"/>
                <a:ea typeface="DejaVu Sans"/>
                <a:cs typeface="DejaVu Sans"/>
              </a:defRPr>
            </a:lvl1pPr>
            <a:lvl2pPr>
              <a:defRPr sz="1200">
                <a:solidFill>
                  <a:srgbClr val="0072B2"/>
                </a:solidFill>
                <a:latin typeface="DejaVu Sans"/>
                <a:ea typeface="DejaVu Sans"/>
                <a:cs typeface="DejaVu Sans"/>
              </a:defRPr>
            </a:lvl2pPr>
            <a:lvl3pPr>
              <a:defRPr sz="1200">
                <a:solidFill>
                  <a:srgbClr val="0072B2"/>
                </a:solidFill>
                <a:latin typeface="DejaVu Sans"/>
                <a:ea typeface="DejaVu Sans"/>
                <a:cs typeface="DejaVu Sans"/>
              </a:defRPr>
            </a:lvl3pPr>
            <a:lvl4pPr>
              <a:defRPr sz="1200">
                <a:solidFill>
                  <a:srgbClr val="0072B2"/>
                </a:solidFill>
                <a:latin typeface="DejaVu Sans"/>
                <a:ea typeface="DejaVu Sans"/>
                <a:cs typeface="DejaVu Sans"/>
              </a:defRPr>
            </a:lvl4pPr>
            <a:lvl5pPr>
              <a:defRPr sz="1200">
                <a:solidFill>
                  <a:srgbClr val="0072B2"/>
                </a:solidFill>
                <a:latin typeface="DejaVu Sans"/>
                <a:ea typeface="DejaVu Sans"/>
                <a:cs typeface="DejaVu Sans"/>
              </a:defRPr>
            </a:lvl5pPr>
            <a:lvl6pPr>
              <a:defRPr sz="1200">
                <a:solidFill>
                  <a:srgbClr val="0072B2"/>
                </a:solidFill>
                <a:latin typeface="DejaVu Sans"/>
                <a:ea typeface="DejaVu Sans"/>
                <a:cs typeface="DejaVu Sans"/>
              </a:defRPr>
            </a:lvl6pPr>
            <a:lvl7pPr>
              <a:defRPr sz="1200">
                <a:solidFill>
                  <a:srgbClr val="0072B2"/>
                </a:solidFill>
                <a:latin typeface="DejaVu Sans"/>
                <a:ea typeface="DejaVu Sans"/>
                <a:cs typeface="DejaVu Sans"/>
              </a:defRPr>
            </a:lvl7pPr>
            <a:lvl8pPr>
              <a:defRPr sz="1200">
                <a:solidFill>
                  <a:srgbClr val="0072B2"/>
                </a:solidFill>
                <a:latin typeface="DejaVu Sans"/>
                <a:ea typeface="DejaVu Sans"/>
                <a:cs typeface="DejaVu Sans"/>
              </a:defRPr>
            </a:lvl8pPr>
            <a:lvl9pPr>
              <a:defRPr sz="1200">
                <a:solidFill>
                  <a:srgbClr val="0072B2"/>
                </a:solidFill>
                <a:latin typeface="DejaVu Sans"/>
                <a:ea typeface="DejaVu Sans"/>
                <a:cs typeface="DejaVu Sans"/>
              </a:defRPr>
            </a:lvl9pPr>
          </a:lstStyle>
          <a:p>
            <a:pPr>
              <a:defRPr sz="1200">
                <a:solidFill>
                  <a:srgbClr val="0072B2"/>
                </a:solidFill>
                <a:latin typeface="DejaVu Sans"/>
                <a:ea typeface="DejaVu Sans"/>
                <a:cs typeface="DejaVu Sans"/>
              </a:defRPr>
            </a:pPr>
            <a:r>
              <a:rPr sz="1200">
                <a:solidFill>
                  <a:srgbClr val="0072B2"/>
                </a:solidFill>
                <a:latin typeface="DejaVu Sans"/>
                <a:ea typeface="DejaVu Sans"/>
                <a:cs typeface="DejaVu Sans"/>
              </a:rPr>
              <a:t>B1</a:t>
            </a:r>
          </a:p>
        </p:txBody>
      </p:sp>
      <p:sp>
        <p:nvSpPr>
          <p:cNvPr id="6" name="">
            <a:extLst>
              <a:ext uri="{FF2B5EF4-FFF2-40B4-BE49-F238E27FC236}">
                <ns3:creationId id="{BB40F2FC-D70F-48AE-A739-8C0E27AA997A}"/>
              </a:ext>
            </a:extLst>
          </p:cNvPr>
          <p:cNvSpPr>
            <a:spLocks noGrp="1"/>
          </p:cNvSpPr>
          <p:nvPr/>
        </p:nvSpPr>
        <p:spPr>
          <a:xfrm>
            <a:off x="1584960" y="5314950"/>
            <a:ext cx="1123950" cy="228600"/>
          </a:xfrm>
          <a:prstGeom prst="rect">
            <a:avLst/>
          </a:prstGeom>
          <a:noFill/>
          <a:ln w="0">
            <a:noFill/>
          </a:ln>
        </p:spPr>
        <p:txBody>
          <a:bodyPr>
            <a:normAutofit fontScale="75000"/>
          </a:bodyPr>
          <a:lstStyle>
            <a:defPPr>
              <a:defRPr sz="1200">
                <a:solidFill>
                  <a:srgbClr val="D55E00"/>
                </a:solidFill>
                <a:latin typeface="DejaVu Sans"/>
                <a:ea typeface="DejaVu Sans"/>
                <a:cs typeface="DejaVu Sans"/>
              </a:defRPr>
            </a:defPPr>
            <a:lvl1pPr>
              <a:defRPr sz="1200">
                <a:solidFill>
                  <a:srgbClr val="D55E00"/>
                </a:solidFill>
                <a:latin typeface="DejaVu Sans"/>
                <a:ea typeface="DejaVu Sans"/>
                <a:cs typeface="DejaVu Sans"/>
              </a:defRPr>
            </a:lvl1pPr>
            <a:lvl2pPr>
              <a:defRPr sz="1200">
                <a:solidFill>
                  <a:srgbClr val="D55E00"/>
                </a:solidFill>
                <a:latin typeface="DejaVu Sans"/>
                <a:ea typeface="DejaVu Sans"/>
                <a:cs typeface="DejaVu Sans"/>
              </a:defRPr>
            </a:lvl2pPr>
            <a:lvl3pPr>
              <a:defRPr sz="1200">
                <a:solidFill>
                  <a:srgbClr val="D55E00"/>
                </a:solidFill>
                <a:latin typeface="DejaVu Sans"/>
                <a:ea typeface="DejaVu Sans"/>
                <a:cs typeface="DejaVu Sans"/>
              </a:defRPr>
            </a:lvl3pPr>
            <a:lvl4pPr>
              <a:defRPr sz="1200">
                <a:solidFill>
                  <a:srgbClr val="D55E00"/>
                </a:solidFill>
                <a:latin typeface="DejaVu Sans"/>
                <a:ea typeface="DejaVu Sans"/>
                <a:cs typeface="DejaVu Sans"/>
              </a:defRPr>
            </a:lvl4pPr>
            <a:lvl5pPr>
              <a:defRPr sz="1200">
                <a:solidFill>
                  <a:srgbClr val="D55E00"/>
                </a:solidFill>
                <a:latin typeface="DejaVu Sans"/>
                <a:ea typeface="DejaVu Sans"/>
                <a:cs typeface="DejaVu Sans"/>
              </a:defRPr>
            </a:lvl5pPr>
            <a:lvl6pPr>
              <a:defRPr sz="1200">
                <a:solidFill>
                  <a:srgbClr val="D55E00"/>
                </a:solidFill>
                <a:latin typeface="DejaVu Sans"/>
                <a:ea typeface="DejaVu Sans"/>
                <a:cs typeface="DejaVu Sans"/>
              </a:defRPr>
            </a:lvl6pPr>
            <a:lvl7pPr>
              <a:defRPr sz="1200">
                <a:solidFill>
                  <a:srgbClr val="D55E00"/>
                </a:solidFill>
                <a:latin typeface="DejaVu Sans"/>
                <a:ea typeface="DejaVu Sans"/>
                <a:cs typeface="DejaVu Sans"/>
              </a:defRPr>
            </a:lvl7pPr>
            <a:lvl8pPr>
              <a:defRPr sz="1200">
                <a:solidFill>
                  <a:srgbClr val="D55E00"/>
                </a:solidFill>
                <a:latin typeface="DejaVu Sans"/>
                <a:ea typeface="DejaVu Sans"/>
                <a:cs typeface="DejaVu Sans"/>
              </a:defRPr>
            </a:lvl8pPr>
            <a:lvl9pPr>
              <a:defRPr sz="1200">
                <a:solidFill>
                  <a:srgbClr val="D55E00"/>
                </a:solidFill>
                <a:latin typeface="DejaVu Sans"/>
                <a:ea typeface="DejaVu Sans"/>
                <a:cs typeface="DejaVu Sans"/>
              </a:defRPr>
            </a:lvl9pPr>
          </a:lstStyle>
          <a:p>
            <a:pPr>
              <a:defRPr sz="1200">
                <a:solidFill>
                  <a:srgbClr val="D55E00"/>
                </a:solidFill>
                <a:latin typeface="DejaVu Sans"/>
                <a:ea typeface="DejaVu Sans"/>
                <a:cs typeface="DejaVu Sans"/>
              </a:defRPr>
            </a:pPr>
            <a:r>
              <a:rPr sz="1200">
                <a:solidFill>
                  <a:srgbClr val="D55E00"/>
                </a:solidFill>
                <a:latin typeface="DejaVu Sans"/>
                <a:ea typeface="DejaVu Sans"/>
                <a:cs typeface="DejaVu Sans"/>
              </a:rPr>
              <a:t>B2</a:t>
            </a:r>
          </a:p>
        </p:txBody>
      </p:sp>
      <p:sp>
        <p:nvSpPr>
          <p:cNvPr id="7" name="">
            <a:extLst>
              <a:ext uri="{FF2B5EF4-FFF2-40B4-BE49-F238E27FC236}">
                <ns3:creationId id="{7D6B2778-04EE-43A1-BCB3-CACF99EF697C}"/>
              </a:ext>
            </a:extLst>
          </p:cNvPr>
          <p:cNvSpPr>
            <a:spLocks noGrp="1"/>
          </p:cNvSpPr>
          <p:nvPr/>
        </p:nvSpPr>
        <p:spPr>
          <a:xfrm>
            <a:off x="457200" y="5829300"/>
            <a:ext cx="11277600" cy="800100"/>
          </a:xfrm>
          <a:prstGeom prst="rect">
            <a:avLst/>
          </a:prstGeom>
          <a:noFill/>
          <a:ln w="0">
            <a:noFill/>
          </a:ln>
        </p:spPr>
        <p:txBody>
          <a:bodyPr>
            <a:normAutofit fontScale="95387"/>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15. Bonsai of 16 representatives; 15 nonzero PCs, variance scaling off. a: equal-angle; b: equal-daylight; c: dendrogram. Bonsai-derived groups: native edge cuts, k=2 (tree-distance silhouette 0.896). Cx.y retains original identity; B groups apply only to selected models. Other slides retain UMAP labels. Paths encode distance; root is arbitrary.</a:t>
            </a:r>
          </a:p>
        </p:txBody>
      </p:sp>
    </p:spTree>
    <p:extLst>
      <p:ext uri="{BB962C8B-B14F-4D97-AF65-F5344CB8AC3E}">
        <ns4:creationId val="1125869463"/>
      </p:ext>
    </p:extLst>
  </p:cSld>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24125"/>
            <a:ext cx="11277600" cy="609600"/>
          </a:xfrm>
          <a:prstGeom prst="rect">
            <a:avLst/>
          </a:prstGeom>
          <a:noFill/>
        </p:spPr>
        <p:txBody>
          <a:bodyPr wrap="square" lIns="0" rIns="0" tIns="0" bIns="0">
            <a:noAutofit/>
          </a:bodyPr>
          <a:lstStyle/>
          <a:p>
            <a:pPr algn="ctr">
              <a:defRPr sz="3600">
                <a:solidFill>
                  <a:srgbClr val="222222"/>
                </a:solidFill>
                <a:latin typeface="Arial"/>
              </a:defRPr>
            </a:pPr>
            <a:r>
              <a:t>BhR2 bmr6717 largest child</a:t>
            </a:r>
          </a:p>
        </p:txBody>
      </p:sp>
      <p:sp>
        <p:nvSpPr>
          <p:cNvPr id="3" name="TextBox 2"/>
          <p:cNvSpPr txBox="1"/>
          <p:nvPr/>
        </p:nvSpPr>
        <p:spPr>
          <a:xfrm>
            <a:off x="457200" y="3209925"/>
            <a:ext cx="11277600" cy="609600"/>
          </a:xfrm>
          <a:prstGeom prst="rect">
            <a:avLst/>
          </a:prstGeom>
          <a:noFill/>
        </p:spPr>
        <p:txBody>
          <a:bodyPr wrap="square" lIns="0" rIns="0" tIns="0" bIns="0">
            <a:noAutofit/>
          </a:bodyPr>
          <a:lstStyle/>
          <a:p>
            <a:pPr algn="ctr">
              <a:defRPr sz="2550">
                <a:solidFill>
                  <a:srgbClr val="222222"/>
                </a:solidFill>
                <a:latin typeface="Arial"/>
              </a:defRPr>
            </a:pPr>
            <a:r>
              <a:t>11 AIS methods · 9,856 selected models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600" cy="381000"/>
          </a:xfrm>
          <a:prstGeom prst="rect">
            <a:avLst/>
          </a:prstGeom>
          <a:noFill/>
        </p:spPr>
        <p:txBody>
          <a:bodyPr wrap="square" lIns="0" rIns="0" tIns="0" bIns="0">
            <a:normAutofit/>
          </a:bodyPr>
          <a:lstStyle/>
          <a:p>
            <a:pPr>
              <a:defRPr sz="2250">
                <a:solidFill>
                  <a:srgbClr val="222222"/>
                </a:solidFill>
                <a:latin typeface="Arial"/>
              </a:defRPr>
            </a:pPr>
            <a:r>
              <a:t>Methodology</a:t>
            </a:r>
          </a:p>
        </p:txBody>
      </p:sp>
      <p:sp>
        <p:nvSpPr>
          <p:cNvPr id="3" name="TextBox 2"/>
          <p:cNvSpPr txBox="1"/>
          <p:nvPr/>
        </p:nvSpPr>
        <p:spPr>
          <a:xfrm>
            <a:off x="457200" y="838200"/>
            <a:ext cx="5410200" cy="285750"/>
          </a:xfrm>
          <a:prstGeom prst="rect">
            <a:avLst/>
          </a:prstGeom>
          <a:noFill/>
        </p:spPr>
        <p:txBody>
          <a:bodyPr wrap="square" lIns="0" rIns="0" tIns="0" bIns="0">
            <a:normAutofit/>
          </a:bodyPr>
          <a:lstStyle/>
          <a:p>
            <a:pPr>
              <a:defRPr sz="1650">
                <a:solidFill>
                  <a:srgbClr val="222222"/>
                </a:solidFill>
                <a:latin typeface="Arial"/>
              </a:defRPr>
            </a:pPr>
            <a:r>
              <a:t>Sampling methods analyzed</a:t>
            </a:r>
          </a:p>
        </p:txBody>
      </p:sp>
      <p:sp>
        <p:nvSpPr>
          <p:cNvPr id="4" name="TextBox 3"/>
          <p:cNvSpPr txBox="1"/>
          <p:nvPr/>
        </p:nvSpPr>
        <p:spPr>
          <a:xfrm>
            <a:off x="457200" y="118110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11 AIS methods; 9,856 selected models.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AFSample2; AFSample3; Boltz2; OpenDDE.</a:t>
            </a:r>
          </a:p>
          <a:p>
            <a:pPr>
              <a:lnSpc>
                <a:spcPts val="1650"/>
              </a:lnSpc>
              <a:spcBef>
                <a:spcPts val="0"/>
              </a:spcBef>
              <a:spcAft>
                <a:spcPts val="0"/>
              </a:spcAft>
              <a:defRPr sz="1500">
                <a:solidFill>
                  <a:srgbClr val="222222"/>
                </a:solidFill>
                <a:latin typeface="Arial"/>
              </a:defRPr>
            </a:pPr>
            <a:r>
              <a:rPr sz="1500">
                <a:solidFill>
                  <a:srgbClr val="222222"/>
                </a:solidFill>
                <a:latin typeface="Arial"/>
              </a:rPr>
              <a:t>BioEMU; BioEMU2; AFCluster; SPEACH_AF.</a:t>
            </a:r>
          </a:p>
          <a:p>
            <a:pPr>
              <a:lnSpc>
                <a:spcPts val="1650"/>
              </a:lnSpc>
              <a:spcBef>
                <a:spcPts val="0"/>
              </a:spcBef>
              <a:spcAft>
                <a:spcPts val="0"/>
              </a:spcAft>
              <a:defRPr sz="1500">
                <a:solidFill>
                  <a:srgbClr val="222222"/>
                </a:solidFill>
                <a:latin typeface="Arial"/>
              </a:defRPr>
            </a:pPr>
            <a:r>
              <a:rPr sz="1500">
                <a:solidFill>
                  <a:srgbClr val="222222"/>
                </a:solidFill>
                <a:latin typeface="Arial"/>
              </a:rPr>
              <a:t>AlphaFlow MD; AlphaFlow PDB; ESMFlow PDB.</a:t>
            </a:r>
          </a:p>
        </p:txBody>
      </p:sp>
      <p:sp>
        <p:nvSpPr>
          <p:cNvPr id="5" name="TextBox 4"/>
          <p:cNvSpPr txBox="1"/>
          <p:nvPr/>
        </p:nvSpPr>
        <p:spPr>
          <a:xfrm>
            <a:off x="457200" y="2543175"/>
            <a:ext cx="5410200" cy="285750"/>
          </a:xfrm>
          <a:prstGeom prst="rect">
            <a:avLst/>
          </a:prstGeom>
          <a:noFill/>
        </p:spPr>
        <p:txBody>
          <a:bodyPr wrap="square" lIns="0" rIns="0" tIns="0" bIns="0">
            <a:normAutofit/>
          </a:bodyPr>
          <a:lstStyle/>
          <a:p>
            <a:pPr>
              <a:defRPr sz="1650">
                <a:solidFill>
                  <a:srgbClr val="222222"/>
                </a:solidFill>
                <a:latin typeface="Arial"/>
              </a:defRPr>
            </a:pPr>
            <a:r>
              <a:t>Shared structural feature input</a:t>
            </a:r>
          </a:p>
        </p:txBody>
      </p:sp>
      <p:sp>
        <p:nvSpPr>
          <p:cNvPr id="6" name="TextBox 5"/>
          <p:cNvSpPr txBox="1"/>
          <p:nvPr/>
        </p:nvSpPr>
        <p:spPr>
          <a:xfrm>
            <a:off x="457200" y="2886075"/>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Second pass: only primary Cluster 1 models.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Use the frozen parent residue/pair mask.</a:t>
            </a:r>
          </a:p>
          <a:p>
            <a:pPr>
              <a:lnSpc>
                <a:spcPts val="1650"/>
              </a:lnSpc>
              <a:spcBef>
                <a:spcPts val="0"/>
              </a:spcBef>
              <a:spcAft>
                <a:spcPts val="0"/>
              </a:spcAft>
              <a:defRPr sz="1500">
                <a:solidFill>
                  <a:srgbClr val="222222"/>
                </a:solidFill>
                <a:latin typeface="Arial"/>
              </a:defRPr>
            </a:pPr>
            <a:r>
              <a:rPr sz="1500">
                <a:solidFill>
                  <a:srgbClr val="222222"/>
                </a:solidFill>
                <a:latin typeface="Arial"/>
              </a:rPr>
              <a:t>107 retained residues; 5,671 Cα distance pairs.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Fresh PCA, UMAP and t-SNE fit this subset.</a:t>
            </a:r>
          </a:p>
          <a:p>
            <a:pPr>
              <a:lnSpc>
                <a:spcPts val="1650"/>
              </a:lnSpc>
              <a:spcBef>
                <a:spcPts val="0"/>
              </a:spcBef>
              <a:spcAft>
                <a:spcPts val="0"/>
              </a:spcAft>
              <a:defRPr sz="1500">
                <a:solidFill>
                  <a:srgbClr val="222222"/>
                </a:solidFill>
                <a:latin typeface="Arial"/>
              </a:defRPr>
            </a:pPr>
            <a:r>
              <a:rPr sz="1500">
                <a:solidFill>
                  <a:srgbClr val="222222"/>
                </a:solidFill>
                <a:latin typeface="Arial"/>
              </a:rPr>
              <a:t>Primary labels and native structures are preserved.</a:t>
            </a:r>
          </a:p>
          <a:p>
            <a:pPr>
              <a:lnSpc>
                <a:spcPts val="1650"/>
              </a:lnSpc>
              <a:spcBef>
                <a:spcPts val="0"/>
              </a:spcBef>
              <a:spcAft>
                <a:spcPts val="0"/>
              </a:spcAft>
              <a:defRPr sz="1500">
                <a:solidFill>
                  <a:srgbClr val="222222"/>
                </a:solidFill>
                <a:latin typeface="Arial"/>
              </a:defRPr>
            </a:pPr>
            <a:r>
              <a:rPr sz="1500">
                <a:solidFill>
                  <a:srgbClr val="222222"/>
                </a:solidFill>
                <a:latin typeface="Arial"/>
              </a:rPr>
              <a:t>Final child-count review remains open.</a:t>
            </a:r>
          </a:p>
        </p:txBody>
      </p:sp>
      <p:sp>
        <p:nvSpPr>
          <p:cNvPr id="7" name="TextBox 6"/>
          <p:cNvSpPr txBox="1"/>
          <p:nvPr/>
        </p:nvSpPr>
        <p:spPr>
          <a:xfrm>
            <a:off x="457200" y="4248150"/>
            <a:ext cx="5410200" cy="285750"/>
          </a:xfrm>
          <a:prstGeom prst="rect">
            <a:avLst/>
          </a:prstGeom>
          <a:noFill/>
        </p:spPr>
        <p:txBody>
          <a:bodyPr wrap="square" lIns="0" rIns="0" tIns="0" bIns="0">
            <a:normAutofit/>
          </a:bodyPr>
          <a:lstStyle/>
          <a:p>
            <a:pPr>
              <a:defRPr sz="1650">
                <a:solidFill>
                  <a:srgbClr val="222222"/>
                </a:solidFill>
                <a:latin typeface="Arial"/>
              </a:defRPr>
            </a:pPr>
            <a:r>
              <a:t>Two-dimensional projections</a:t>
            </a:r>
          </a:p>
        </p:txBody>
      </p:sp>
      <p:sp>
        <p:nvSpPr>
          <p:cNvPr id="8" name="TextBox 7"/>
          <p:cNvSpPr txBox="1"/>
          <p:nvPr/>
        </p:nvSpPr>
        <p:spPr>
          <a:xfrm>
            <a:off x="457200" y="459105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45BA7"/>
                </a:solidFill>
                <a:latin typeface="Arial"/>
                <a:hlinkClick r:id="rId5"/>
              </a:rPr>
              <a:t>PCA: scikit-learn 1.7.1</a:t>
            </a:r>
            <a:r>
              <a:rPr sz="1500">
                <a:solidFill>
                  <a:srgbClr val="222222"/>
                </a:solidFill>
                <a:latin typeface="Arial"/>
              </a:rPr>
              <a:t>; centered SVD.</a:t>
            </a:r>
          </a:p>
          <a:p>
            <a:pPr>
              <a:lnSpc>
                <a:spcPts val="1650"/>
              </a:lnSpc>
              <a:spcBef>
                <a:spcPts val="0"/>
              </a:spcBef>
              <a:spcAft>
                <a:spcPts val="0"/>
              </a:spcAft>
            </a:pPr>
            <a:r>
              <a:rPr sz="1500">
                <a:solidFill>
                  <a:srgbClr val="245BA7"/>
                </a:solidFill>
                <a:latin typeface="Arial"/>
                <a:hlinkClick r:id="rId6"/>
              </a:rPr>
              <a:t>t-SNE: scikit-learn 1.7.1</a:t>
            </a:r>
            <a:r>
              <a:rPr sz="1500">
                <a:solidFill>
                  <a:srgbClr val="222222"/>
                </a:solidFill>
                <a:latin typeface="Arial"/>
              </a:rPr>
              <a:t>; Barnes–Hut,</a:t>
            </a:r>
          </a:p>
          <a:p>
            <a:pPr>
              <a:lnSpc>
                <a:spcPts val="1650"/>
              </a:lnSpc>
              <a:spcBef>
                <a:spcPts val="0"/>
              </a:spcBef>
              <a:spcAft>
                <a:spcPts val="0"/>
              </a:spcAft>
            </a:pPr>
            <a:r>
              <a:rPr sz="1500">
                <a:solidFill>
                  <a:srgbClr val="222222"/>
                </a:solidFill>
                <a:latin typeface="Arial"/>
              </a:rPr>
              <a:t>perplexity 30; the workflow uses Python t-SNE.</a:t>
            </a:r>
          </a:p>
          <a:p>
            <a:pPr>
              <a:lnSpc>
                <a:spcPts val="1650"/>
              </a:lnSpc>
              <a:spcBef>
                <a:spcPts val="0"/>
              </a:spcBef>
              <a:spcAft>
                <a:spcPts val="0"/>
              </a:spcAft>
            </a:pPr>
            <a:r>
              <a:rPr sz="1500">
                <a:solidFill>
                  <a:srgbClr val="245BA7"/>
                </a:solidFill>
                <a:latin typeface="Arial"/>
                <a:hlinkClick r:id="rId7"/>
              </a:rPr>
              <a:t>UMAP: umap-learn 0.5.11</a:t>
            </a:r>
            <a:r>
              <a:rPr sz="1500">
                <a:solidFill>
                  <a:srgbClr val="222222"/>
                </a:solidFill>
                <a:latin typeface="Arial"/>
              </a:rPr>
              <a:t>; neighbors 15,</a:t>
            </a:r>
          </a:p>
          <a:p>
            <a:pPr>
              <a:lnSpc>
                <a:spcPts val="1650"/>
              </a:lnSpc>
              <a:spcBef>
                <a:spcPts val="0"/>
              </a:spcBef>
              <a:spcAft>
                <a:spcPts val="0"/>
              </a:spcAft>
            </a:pPr>
            <a:r>
              <a:rPr sz="1500">
                <a:solidFill>
                  <a:srgbClr val="222222"/>
                </a:solidFill>
                <a:latin typeface="Arial"/>
              </a:rPr>
              <a:t>min_dist 0.1; Euclidean distance. Random seed 42.</a:t>
            </a:r>
          </a:p>
        </p:txBody>
      </p:sp>
      <p:sp>
        <p:nvSpPr>
          <p:cNvPr id="9" name="TextBox 8"/>
          <p:cNvSpPr txBox="1"/>
          <p:nvPr/>
        </p:nvSpPr>
        <p:spPr>
          <a:xfrm>
            <a:off x="6324600" y="838200"/>
            <a:ext cx="5410200" cy="285750"/>
          </a:xfrm>
          <a:prstGeom prst="rect">
            <a:avLst/>
          </a:prstGeom>
          <a:noFill/>
        </p:spPr>
        <p:txBody>
          <a:bodyPr wrap="square" lIns="0" rIns="0" tIns="0" bIns="0">
            <a:normAutofit/>
          </a:bodyPr>
          <a:lstStyle/>
          <a:p>
            <a:pPr>
              <a:defRPr sz="1650">
                <a:solidFill>
                  <a:srgbClr val="222222"/>
                </a:solidFill>
                <a:latin typeface="Arial"/>
              </a:defRPr>
            </a:pPr>
            <a:r>
              <a:t>Clusters and displayed representatives</a:t>
            </a:r>
          </a:p>
        </p:txBody>
      </p:sp>
      <p:sp>
        <p:nvSpPr>
          <p:cNvPr id="10" name="TextBox 9"/>
          <p:cNvSpPr txBox="1"/>
          <p:nvPr/>
        </p:nvSpPr>
        <p:spPr>
          <a:xfrm>
            <a:off x="6324600" y="118110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Preserve UMAP components; seeds 42/7/123.</a:t>
            </a:r>
          </a:p>
          <a:p>
            <a:pPr>
              <a:lnSpc>
                <a:spcPts val="1650"/>
              </a:lnSpc>
              <a:spcBef>
                <a:spcPts val="0"/>
              </a:spcBef>
              <a:spcAft>
                <a:spcPts val="0"/>
              </a:spcAft>
              <a:defRPr sz="1500">
                <a:solidFill>
                  <a:srgbClr val="222222"/>
                </a:solidFill>
                <a:latin typeface="Arial"/>
              </a:defRPr>
            </a:pPr>
            <a:r>
              <a:rPr sz="1500">
                <a:solidFill>
                  <a:srgbClr val="222222"/>
                </a:solidFill>
                <a:latin typeface="Arial"/>
              </a:rPr>
              <a:t>Ward splits: feature silhouette ≥0.15; ARI ≥0.80.</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Up to 5 models per cluster by mean pLDDT.</a:t>
            </a:r>
          </a:p>
          <a:p>
            <a:pPr>
              <a:lnSpc>
                <a:spcPts val="1650"/>
              </a:lnSpc>
              <a:spcBef>
                <a:spcPts val="0"/>
              </a:spcBef>
              <a:spcAft>
                <a:spcPts val="0"/>
              </a:spcAft>
              <a:defRPr sz="1500">
                <a:solidFill>
                  <a:srgbClr val="222222"/>
                </a:solidFill>
                <a:latin typeface="Arial"/>
              </a:defRPr>
            </a:pPr>
            <a:r>
              <a:rPr sz="1500">
                <a:solidFill>
                  <a:srgbClr val="222222"/>
                </a:solidFill>
                <a:latin typeface="Arial"/>
              </a:rPr>
              <a:t>7,858 selected models have native confidence.</a:t>
            </a:r>
          </a:p>
          <a:p>
            <a:pPr>
              <a:lnSpc>
                <a:spcPts val="1650"/>
              </a:lnSpc>
              <a:spcBef>
                <a:spcPts val="0"/>
              </a:spcBef>
              <a:spcAft>
                <a:spcPts val="0"/>
              </a:spcAft>
              <a:defRPr sz="1500">
                <a:solidFill>
                  <a:srgbClr val="222222"/>
                </a:solidFill>
                <a:latin typeface="Arial"/>
              </a:defRPr>
            </a:pPr>
            <a:r>
              <a:rPr sz="1500">
                <a:solidFill>
                  <a:srgbClr val="222222"/>
                </a:solidFill>
                <a:latin typeface="Arial"/>
              </a:rPr>
              <a:t>BioEMU/BioEMU2 stay unscored in clustering.</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Unscored-only clusters use structural medoids.</a:t>
            </a:r>
          </a:p>
        </p:txBody>
      </p:sp>
      <p:sp>
        <p:nvSpPr>
          <p:cNvPr id="11" name="TextBox 10"/>
          <p:cNvSpPr txBox="1"/>
          <p:nvPr/>
        </p:nvSpPr>
        <p:spPr>
          <a:xfrm>
            <a:off x="6324600" y="2543175"/>
            <a:ext cx="5410200" cy="285750"/>
          </a:xfrm>
          <a:prstGeom prst="rect">
            <a:avLst/>
          </a:prstGeom>
          <a:noFill/>
        </p:spPr>
        <p:txBody>
          <a:bodyPr wrap="square" lIns="0" rIns="0" tIns="0" bIns="0">
            <a:normAutofit/>
          </a:bodyPr>
          <a:lstStyle/>
          <a:p>
            <a:pPr>
              <a:defRPr sz="1650">
                <a:solidFill>
                  <a:srgbClr val="222222"/>
                </a:solidFill>
                <a:latin typeface="Arial"/>
              </a:defRPr>
            </a:pPr>
            <a:r>
              <a:t>Medoid TM-similarity grid</a:t>
            </a:r>
          </a:p>
        </p:txBody>
      </p:sp>
      <p:sp>
        <p:nvSpPr>
          <p:cNvPr id="12" name="TextBox 11"/>
          <p:cNvSpPr txBox="1"/>
          <p:nvPr/>
        </p:nvSpPr>
        <p:spPr>
          <a:xfrm>
            <a:off x="6324600" y="2886075"/>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Among the displayed models in each cluster, the</a:t>
            </a:r>
          </a:p>
          <a:p>
            <a:pPr>
              <a:lnSpc>
                <a:spcPts val="1650"/>
              </a:lnSpc>
              <a:spcBef>
                <a:spcPts val="0"/>
              </a:spcBef>
              <a:spcAft>
                <a:spcPts val="0"/>
              </a:spcAft>
            </a:pPr>
            <a:r>
              <a:rPr sz="1500">
                <a:solidFill>
                  <a:srgbClr val="222222"/>
                </a:solidFill>
                <a:latin typeface="Arial"/>
              </a:rPr>
              <a:t>medoid minimizes mean pairwise aligned Cα RMSD</a:t>
            </a:r>
          </a:p>
          <a:p>
            <a:pPr>
              <a:lnSpc>
                <a:spcPts val="1650"/>
              </a:lnSpc>
              <a:spcBef>
                <a:spcPts val="0"/>
              </a:spcBef>
              <a:spcAft>
                <a:spcPts val="0"/>
              </a:spcAft>
            </a:pPr>
            <a:r>
              <a:rPr sz="1500">
                <a:solidFill>
                  <a:srgbClr val="222222"/>
                </a:solidFill>
                <a:latin typeface="Arial"/>
              </a:rPr>
              <a:t>over shared, chain-corresponded residues.</a:t>
            </a:r>
          </a:p>
          <a:p>
            <a:pPr>
              <a:lnSpc>
                <a:spcPts val="1650"/>
              </a:lnSpc>
              <a:spcBef>
                <a:spcPts val="0"/>
              </a:spcBef>
              <a:spcAft>
                <a:spcPts val="0"/>
              </a:spcAft>
            </a:pPr>
            <a:r>
              <a:rPr sz="1500">
                <a:solidFill>
                  <a:srgbClr val="245BA7"/>
                </a:solidFill>
                <a:latin typeface="Arial"/>
                <a:hlinkClick r:id="rId8"/>
              </a:rPr>
              <a:t>US-align</a:t>
            </a:r>
            <a:r>
              <a:rPr sz="1500">
                <a:solidFill>
                  <a:srgbClr val="222222"/>
                </a:solidFill>
                <a:latin typeface="Arial"/>
              </a:rPr>
              <a:t> scores each medoid pair in both directions;</a:t>
            </a:r>
          </a:p>
          <a:p>
            <a:pPr>
              <a:lnSpc>
                <a:spcPts val="1650"/>
              </a:lnSpc>
              <a:spcBef>
                <a:spcPts val="0"/>
              </a:spcBef>
              <a:spcAft>
                <a:spcPts val="0"/>
              </a:spcAft>
            </a:pPr>
            <a:r>
              <a:rPr sz="1500">
                <a:solidFill>
                  <a:srgbClr val="222222"/>
                </a:solidFill>
                <a:latin typeface="Arial"/>
              </a:rPr>
              <a:t>average-length normalization and directional mean</a:t>
            </a:r>
          </a:p>
          <a:p>
            <a:pPr>
              <a:lnSpc>
                <a:spcPts val="1650"/>
              </a:lnSpc>
              <a:spcBef>
                <a:spcPts val="0"/>
              </a:spcBef>
              <a:spcAft>
                <a:spcPts val="0"/>
              </a:spcAft>
            </a:pPr>
            <a:r>
              <a:rPr sz="1500">
                <a:solidFill>
                  <a:srgbClr val="222222"/>
                </a:solidFill>
                <a:latin typeface="Arial"/>
              </a:rPr>
              <a:t>give a symmetric grid (0–1; higher is more similar).</a:t>
            </a:r>
          </a:p>
        </p:txBody>
      </p:sp>
      <p:sp>
        <p:nvSpPr>
          <p:cNvPr id="13" name="TextBox 12"/>
          <p:cNvSpPr txBox="1"/>
          <p:nvPr/>
        </p:nvSpPr>
        <p:spPr>
          <a:xfrm>
            <a:off x="6324600" y="4248150"/>
            <a:ext cx="5410200" cy="285750"/>
          </a:xfrm>
          <a:prstGeom prst="rect">
            <a:avLst/>
          </a:prstGeom>
          <a:noFill/>
        </p:spPr>
        <p:txBody>
          <a:bodyPr wrap="square" lIns="0" rIns="0" tIns="0" bIns="0">
            <a:normAutofit/>
          </a:bodyPr>
          <a:lstStyle/>
          <a:p>
            <a:pPr>
              <a:defRPr sz="1650">
                <a:solidFill>
                  <a:srgbClr val="222222"/>
                </a:solidFill>
                <a:latin typeface="Arial"/>
              </a:defRPr>
            </a:pPr>
            <a:r>
              <a:t>Bonsai of the selected ensembles</a:t>
            </a:r>
          </a:p>
        </p:txBody>
      </p:sp>
      <p:sp>
        <p:nvSpPr>
          <p:cNvPr id="14" name="TextBox 13"/>
          <p:cNvSpPr txBox="1"/>
          <p:nvPr/>
        </p:nvSpPr>
        <p:spPr>
          <a:xfrm>
            <a:off x="6324600" y="459105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45BA7"/>
                </a:solidFill>
                <a:latin typeface="Arial"/>
                <a:hlinkClick r:id="rId9"/>
              </a:rPr>
              <a:t>Bonsai / Bonsai Scout</a:t>
            </a:r>
            <a:r>
              <a:rPr sz="1500">
                <a:solidFill>
                  <a:srgbClr val="222222"/>
                </a:solidFill>
                <a:latin typeface="Arial"/>
              </a:rPr>
              <a:t>: native engine b16ef6f.</a:t>
            </a:r>
          </a:p>
          <a:p>
            <a:pPr>
              <a:lnSpc>
                <a:spcPts val="1650"/>
              </a:lnSpc>
              <a:spcBef>
                <a:spcPts val="0"/>
              </a:spcBef>
              <a:spcAft>
                <a:spcPts val="0"/>
              </a:spcAft>
            </a:pPr>
            <a:r>
              <a:rPr sz="1500">
                <a:solidFill>
                  <a:srgbClr val="222222"/>
                </a:solidFill>
                <a:latin typeface="Arial"/>
              </a:rPr>
              <a:t>16 representatives; 15 nonzero PCA axes.</a:t>
            </a:r>
          </a:p>
          <a:p>
            <a:pPr>
              <a:lnSpc>
                <a:spcPts val="1650"/>
              </a:lnSpc>
              <a:spcBef>
                <a:spcPts val="0"/>
              </a:spcBef>
              <a:spcAft>
                <a:spcPts val="0"/>
              </a:spcAft>
            </a:pPr>
            <a:r>
              <a:rPr sz="1500">
                <a:solidFill>
                  <a:srgbClr val="222222"/>
                </a:solidFill>
                <a:latin typeface="Arial"/>
              </a:rPr>
              <a:t>Variance scaling off; tree paths encode distance.</a:t>
            </a:r>
          </a:p>
          <a:p>
            <a:pPr>
              <a:lnSpc>
                <a:spcPts val="1650"/>
              </a:lnSpc>
              <a:spcBef>
                <a:spcPts val="0"/>
              </a:spcBef>
              <a:spcAft>
                <a:spcPts val="0"/>
              </a:spcAft>
            </a:pPr>
            <a:r>
              <a:rPr sz="1500">
                <a:solidFill>
                  <a:srgbClr val="222222"/>
                </a:solidFill>
                <a:latin typeface="Arial"/>
              </a:rPr>
              <a:t>Native edge cuts select 2 groups by silhouette.</a:t>
            </a:r>
          </a:p>
          <a:p>
            <a:pPr>
              <a:lnSpc>
                <a:spcPts val="1650"/>
              </a:lnSpc>
              <a:spcBef>
                <a:spcPts val="0"/>
              </a:spcBef>
              <a:spcAft>
                <a:spcPts val="0"/>
              </a:spcAft>
            </a:pPr>
            <a:r>
              <a:rPr sz="1500">
                <a:solidFill>
                  <a:srgbClr val="222222"/>
                </a:solidFill>
                <a:latin typeface="Arial"/>
              </a:rPr>
              <a:t>B labels apply only to selected representatives.</a:t>
            </a:r>
          </a:p>
          <a:p>
            <a:pPr>
              <a:lnSpc>
                <a:spcPts val="1650"/>
              </a:lnSpc>
              <a:spcBef>
                <a:spcPts val="0"/>
              </a:spcBef>
              <a:spcAft>
                <a:spcPts val="0"/>
              </a:spcAft>
            </a:pPr>
            <a:r>
              <a:rPr sz="1500">
                <a:solidFill>
                  <a:srgbClr val="222222"/>
                </a:solidFill>
                <a:latin typeface="Arial"/>
              </a:rPr>
              <a:t>Circular views and dendrogram; root is arbitrary.</a:t>
            </a:r>
          </a:p>
        </p:txBody>
      </p:sp>
      <p:sp>
        <p:nvSpPr>
          <p:cNvPr id="15" name="TextBox 14"/>
          <p:cNvSpPr txBox="1"/>
          <p:nvPr/>
        </p:nvSpPr>
        <p:spPr>
          <a:xfrm>
            <a:off x="45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0"/>
              </a:rPr>
              <a:t>PCA / scikit-learn: Pedregosa et al., 2011</a:t>
            </a:r>
          </a:p>
        </p:txBody>
      </p:sp>
      <p:sp>
        <p:nvSpPr>
          <p:cNvPr id="16" name="TextBox 15"/>
          <p:cNvSpPr txBox="1"/>
          <p:nvPr/>
        </p:nvSpPr>
        <p:spPr>
          <a:xfrm>
            <a:off x="426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1"/>
              </a:rPr>
              <a:t>t-SNE: van der Maaten &amp; Hinton, 2008</a:t>
            </a:r>
          </a:p>
        </p:txBody>
      </p:sp>
      <p:sp>
        <p:nvSpPr>
          <p:cNvPr id="17" name="TextBox 16"/>
          <p:cNvSpPr txBox="1"/>
          <p:nvPr/>
        </p:nvSpPr>
        <p:spPr>
          <a:xfrm>
            <a:off x="807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2"/>
              </a:rPr>
              <a:t>UMAP: McInnes, Healy &amp; Melville, 2018</a:t>
            </a:r>
          </a:p>
        </p:txBody>
      </p:sp>
      <p:sp>
        <p:nvSpPr>
          <p:cNvPr id="18" name="TextBox 17"/>
          <p:cNvSpPr txBox="1"/>
          <p:nvPr/>
        </p:nvSpPr>
        <p:spPr>
          <a:xfrm>
            <a:off x="457200" y="6419850"/>
            <a:ext cx="11277600" cy="266700"/>
          </a:xfrm>
          <a:prstGeom prst="rect">
            <a:avLst/>
          </a:prstGeom>
          <a:noFill/>
        </p:spPr>
        <p:txBody>
          <a:bodyPr wrap="square" lIns="0" rIns="0" tIns="0" bIns="0">
            <a:normAutofit/>
          </a:bodyPr>
          <a:lstStyle/>
          <a:p>
            <a:pPr>
              <a:defRPr sz="1200">
                <a:solidFill>
                  <a:srgbClr val="222222"/>
                </a:solidFill>
                <a:latin typeface="Arial"/>
              </a:defRPr>
            </a:pPr>
            <a:r>
              <a:t>Only nine confidence-producing methods are ranked; BioEMU/BioEMU2 remain in every structural analysis. Unscored-only clusters retain their structural medoid.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9550"/>
            <a:ext cx="11277600" cy="419100"/>
          </a:xfrm>
          <a:prstGeom prst="rect">
            <a:avLst/>
          </a:prstGeom>
          <a:noFill/>
        </p:spPr>
        <p:txBody>
          <a:bodyPr wrap="square" lIns="0" rIns="0" tIns="0" bIns="0">
            <a:normAutofit/>
          </a:bodyPr>
          <a:lstStyle/>
          <a:p>
            <a:pPr>
              <a:defRPr sz="2250">
                <a:solidFill>
                  <a:srgbClr val="222222"/>
                </a:solidFill>
                <a:latin typeface="Arial"/>
              </a:defRPr>
            </a:pPr>
            <a:r>
              <a:t>TM-similar cluster ensembles</a:t>
            </a:r>
          </a:p>
        </p:txBody>
      </p:sp>
      <p:sp>
        <p:nvSpPr>
          <p:cNvPr id="3" name="TextBox 2"/>
          <p:cNvSpPr txBox="1"/>
          <p:nvPr/>
        </p:nvSpPr>
        <p:spPr>
          <a:xfrm>
            <a:off x="457200" y="742950"/>
            <a:ext cx="11087100" cy="266700"/>
          </a:xfrm>
          <a:prstGeom prst="rect">
            <a:avLst/>
          </a:prstGeom>
          <a:noFill/>
        </p:spPr>
        <p:txBody>
          <a:bodyPr wrap="square" lIns="0" rIns="0" tIns="0" bIns="0">
            <a:normAutofit/>
          </a:bodyPr>
          <a:lstStyle/>
          <a:p>
            <a:pPr>
              <a:defRPr sz="1725">
                <a:solidFill>
                  <a:srgbClr val="222222"/>
                </a:solidFill>
                <a:latin typeface="Arial"/>
              </a:defRPr>
            </a:pPr>
            <a:r>
              <a:t>a. Group 1: C1.3, C1.4</a:t>
            </a:r>
          </a:p>
        </p:txBody>
      </p:sp>
      <p:pic>
        <p:nvPicPr>
          <p:cNvPr id="4" name="TM group 1: cluster overlay" descr="ensemble.png"/>
          <p:cNvPicPr>
            <a:picLocks noChangeAspect="1"/>
          </p:cNvPicPr>
          <p:nvPr/>
        </p:nvPicPr>
        <p:blipFill>
          <a:blip r:embed="rId2"/>
          <a:srcRect l="34643" t="13111" r="36929" b="18778"/>
          <a:stretch>
            <a:fillRect/>
          </a:stretch>
        </p:blipFill>
        <p:spPr>
          <a:xfrm>
            <a:off x="4720608" y="1047750"/>
            <a:ext cx="2560282" cy="3943350"/>
          </a:xfrm>
          <a:prstGeom prst="rect">
            <a:avLst/>
          </a:prstGeom>
        </p:spPr>
      </p:pic>
      <p:sp>
        <p:nvSpPr>
          <p:cNvPr id="5" name="Rectangle 4"/>
          <p:cNvSpPr/>
          <p:nvPr/>
        </p:nvSpPr>
        <p:spPr>
          <a:xfrm>
            <a:off x="4514850" y="5105400"/>
            <a:ext cx="209550" cy="152400"/>
          </a:xfrm>
          <a:prstGeom prst="rect">
            <a:avLst/>
          </a:prstGeom>
          <a:solidFill>
            <a:srgbClr val="2C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00600" y="5048250"/>
            <a:ext cx="1238250" cy="285750"/>
          </a:xfrm>
          <a:prstGeom prst="rect">
            <a:avLst/>
          </a:prstGeom>
          <a:noFill/>
        </p:spPr>
        <p:txBody>
          <a:bodyPr wrap="square" lIns="0" rIns="0" tIns="0" bIns="0">
            <a:normAutofit/>
          </a:bodyPr>
          <a:lstStyle/>
          <a:p>
            <a:pPr>
              <a:defRPr sz="1500">
                <a:solidFill>
                  <a:srgbClr val="222222"/>
                </a:solidFill>
                <a:latin typeface="Arial"/>
              </a:defRPr>
            </a:pPr>
            <a:r>
              <a:t>C1.3</a:t>
            </a:r>
          </a:p>
        </p:txBody>
      </p:sp>
      <p:sp>
        <p:nvSpPr>
          <p:cNvPr id="7" name="Rectangle 6"/>
          <p:cNvSpPr/>
          <p:nvPr/>
        </p:nvSpPr>
        <p:spPr>
          <a:xfrm>
            <a:off x="6096000" y="5105400"/>
            <a:ext cx="209550" cy="15240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1750" y="5048250"/>
            <a:ext cx="1238250" cy="285750"/>
          </a:xfrm>
          <a:prstGeom prst="rect">
            <a:avLst/>
          </a:prstGeom>
          <a:noFill/>
        </p:spPr>
        <p:txBody>
          <a:bodyPr wrap="square" lIns="0" rIns="0" tIns="0" bIns="0">
            <a:normAutofit/>
          </a:bodyPr>
          <a:lstStyle/>
          <a:p>
            <a:pPr>
              <a:defRPr sz="1500">
                <a:solidFill>
                  <a:srgbClr val="222222"/>
                </a:solidFill>
                <a:latin typeface="Arial"/>
              </a:defRPr>
            </a:pPr>
            <a:r>
              <a:t>C1.4</a:t>
            </a:r>
          </a:p>
        </p:txBody>
      </p:sp>
      <p:sp>
        <p:nvSpPr>
          <p:cNvPr id="9" name="TextBox 8"/>
          <p:cNvSpPr txBox="1"/>
          <p:nvPr/>
        </p:nvSpPr>
        <p:spPr>
          <a:xfrm>
            <a:off x="457200" y="5505450"/>
            <a:ext cx="11277600" cy="1123950"/>
          </a:xfrm>
          <a:prstGeom prst="rect">
            <a:avLst/>
          </a:prstGeom>
          <a:noFill/>
        </p:spPr>
        <p:txBody>
          <a:bodyPr wrap="square" lIns="0" rIns="0" tIns="0" bIns="0">
            <a:normAutofit/>
          </a:bodyPr>
          <a:lstStyle/>
          <a:p>
            <a:pPr>
              <a:defRPr sz="1425">
                <a:solidFill>
                  <a:srgbClr val="222222"/>
                </a:solidFill>
                <a:latin typeface="Arial"/>
              </a:defRPr>
            </a:pPr>
            <a:r>
              <a:t>Figure 16. Maximal groups whose every cluster-medoid pair has TM-score &gt; 0.8 (group 1: 6 models, TM 0.8641–0.8641). All displayed representatives are pooled and aligned to the pooled Cα RMSD medoid using the recorded alignment residues, without outlier rejection. Detected terminal exclusions also apply to fitting. Colors match PCA, UMAP and t-SNE clusters; saved camera orientation is reused. Groups may overlap.</a:t>
            </a:r>
          </a:p>
        </p:txBody>
      </p:sp>
    </p:spTree>
  </p:cSld>
  <p:clrMapOvr>
    <a:masterClrMapping/>
  </p:clrMapOvr>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5" name="">
            <a:extLst>
              <a:ext uri="{FF2B5EF4-FFF2-40B4-BE49-F238E27FC236}">
                <ns2:creationId id="{9C179B6F-2950-4E35-9DC0-2FC548CCDF4F}"/>
              </a:ext>
            </a:extLst>
          </p:cNvPr>
          <p:cNvSpPr>
            <a:spLocks noGrp="1"/>
          </p:cNvSpPr>
          <p:nvPr/>
        </p:nvSpPr>
        <p:spPr>
          <a:xfrm>
            <a:off x="457200" y="209550"/>
            <a:ext cx="11277600" cy="514350"/>
          </a:xfrm>
          <a:prstGeom prst="rect">
            <a:avLst/>
          </a:prstGeom>
          <a:noFill/>
          <a:ln w="0">
            <a:noFill/>
          </a:ln>
        </p:spPr>
        <p:txBody>
          <a:bodyPr>
            <a:noAutofit/>
          </a:bodyPr>
          <a:lstStyle>
            <a:defPPr>
              <a:defRPr sz="2100">
                <a:solidFill>
                  <a:srgbClr val="222222"/>
                </a:solidFill>
                <a:latin typeface="DejaVu Sans"/>
                <a:ea typeface="DejaVu Sans"/>
                <a:cs typeface="DejaVu Sans"/>
              </a:defRPr>
            </a:defPPr>
            <a:lvl1pPr>
              <a:defRPr sz="2100">
                <a:solidFill>
                  <a:srgbClr val="222222"/>
                </a:solidFill>
                <a:latin typeface="DejaVu Sans"/>
                <a:ea typeface="DejaVu Sans"/>
                <a:cs typeface="DejaVu Sans"/>
              </a:defRPr>
            </a:lvl1pPr>
            <a:lvl2pPr>
              <a:defRPr sz="2100">
                <a:solidFill>
                  <a:srgbClr val="222222"/>
                </a:solidFill>
                <a:latin typeface="DejaVu Sans"/>
                <a:ea typeface="DejaVu Sans"/>
                <a:cs typeface="DejaVu Sans"/>
              </a:defRPr>
            </a:lvl2pPr>
            <a:lvl3pPr>
              <a:defRPr sz="2100">
                <a:solidFill>
                  <a:srgbClr val="222222"/>
                </a:solidFill>
                <a:latin typeface="DejaVu Sans"/>
                <a:ea typeface="DejaVu Sans"/>
                <a:cs typeface="DejaVu Sans"/>
              </a:defRPr>
            </a:lvl3pPr>
            <a:lvl4pPr>
              <a:defRPr sz="2100">
                <a:solidFill>
                  <a:srgbClr val="222222"/>
                </a:solidFill>
                <a:latin typeface="DejaVu Sans"/>
                <a:ea typeface="DejaVu Sans"/>
                <a:cs typeface="DejaVu Sans"/>
              </a:defRPr>
            </a:lvl4pPr>
            <a:lvl5pPr>
              <a:defRPr sz="2100">
                <a:solidFill>
                  <a:srgbClr val="222222"/>
                </a:solidFill>
                <a:latin typeface="DejaVu Sans"/>
                <a:ea typeface="DejaVu Sans"/>
                <a:cs typeface="DejaVu Sans"/>
              </a:defRPr>
            </a:lvl5pPr>
            <a:lvl6pPr>
              <a:defRPr sz="2100">
                <a:solidFill>
                  <a:srgbClr val="222222"/>
                </a:solidFill>
                <a:latin typeface="DejaVu Sans"/>
                <a:ea typeface="DejaVu Sans"/>
                <a:cs typeface="DejaVu Sans"/>
              </a:defRPr>
            </a:lvl6pPr>
            <a:lvl7pPr>
              <a:defRPr sz="2100">
                <a:solidFill>
                  <a:srgbClr val="222222"/>
                </a:solidFill>
                <a:latin typeface="DejaVu Sans"/>
                <a:ea typeface="DejaVu Sans"/>
                <a:cs typeface="DejaVu Sans"/>
              </a:defRPr>
            </a:lvl7pPr>
            <a:lvl8pPr>
              <a:defRPr sz="2100">
                <a:solidFill>
                  <a:srgbClr val="222222"/>
                </a:solidFill>
                <a:latin typeface="DejaVu Sans"/>
                <a:ea typeface="DejaVu Sans"/>
                <a:cs typeface="DejaVu Sans"/>
              </a:defRPr>
            </a:lvl8pPr>
            <a:lvl9pPr>
              <a:defRPr sz="2100">
                <a:solidFill>
                  <a:srgbClr val="222222"/>
                </a:solidFill>
                <a:latin typeface="DejaVu Sans"/>
                <a:ea typeface="DejaVu Sans"/>
                <a:cs typeface="DejaVu Sans"/>
              </a:defRPr>
            </a:lvl9pPr>
          </a:lstStyle>
          <a:p>
            <a:pPr>
              <a:defRPr sz="2100">
                <a:solidFill>
                  <a:srgbClr val="222222"/>
                </a:solidFill>
                <a:latin typeface="DejaVu Sans"/>
                <a:ea typeface="DejaVu Sans"/>
                <a:cs typeface="DejaVu Sans"/>
              </a:defRPr>
            </a:pPr>
            <a:r>
              <a:rPr sz="2100">
                <a:solidFill>
                  <a:srgbClr val="222222"/>
                </a:solidFill>
                <a:latin typeface="DejaVu Sans"/>
                <a:ea typeface="DejaVu Sans"/>
                <a:cs typeface="DejaVu Sans"/>
              </a:rPr>
              <a:t>Pooled group 1 · one model per frame</a:t>
            </a:r>
          </a:p>
        </p:txBody>
      </p:sp>
      <p:sp>
        <p:nvSpPr>
          <p:cNvPr id="2" name="">
            <a:extLst>
              <a:ext uri="{FF2B5EF4-FFF2-40B4-BE49-F238E27FC236}">
                <ns2:creationId id="{A7DEEF55-B068-4CC0-8D6C-912500945EBE}"/>
              </a:ext>
            </a:extLst>
          </p:cNvPr>
          <p:cNvSpPr>
            <a:spLocks noGrp="1"/>
          </p:cNvSpPr>
          <p:nvPr/>
        </p:nvSpPr>
        <p:spPr>
          <a:xfrm>
            <a:off x="457200" y="714375"/>
            <a:ext cx="11049000" cy="400050"/>
          </a:xfrm>
          <a:prstGeom prst="rect">
            <a:avLst/>
          </a:prstGeom>
          <a:noFill/>
          <a:ln w="0">
            <a:noFill/>
          </a:ln>
        </p:spPr>
        <p:txBody>
          <a:bodyPr>
            <a:noAutofit/>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Whole-structure fit</a:t>
            </a:r>
          </a:p>
        </p:txBody>
      </p:sp>
      <p:pic>
        <p:nvPicPr>
          <p:cNvPr id="3" name="" descr="Pooled group 1 | whole_structure">
            <a:extLst>
              <a:ext uri="{FF2B5EF4-FFF2-40B4-BE49-F238E27FC236}">
                <ns2:creationId id="{1A3337F4-7DD5-4382-ABC9-51E74C4001A5}"/>
              </a:ext>
            </a:extLst>
          </p:cNvPr>
          <p:cNvPicPr>
            <a:picLocks noChangeAspect="1"/>
          </p:cNvPicPr>
          <p:nvPr/>
        </p:nvPicPr>
        <p:blipFill>
          <a:blip r:embed="rIdPooledAnimation1"/>
          <a:stretch/>
        </p:blipFill>
        <p:spPr>
          <a:xfrm>
            <a:off x="4778006" y="1162050"/>
            <a:ext cx="2407388" cy="4191000"/>
          </a:xfrm>
          <a:prstGeom prst="rect">
            <a:avLst/>
          </a:prstGeom>
        </p:spPr>
      </p:pic>
      <p:sp>
        <p:nvSpPr>
          <p:cNvPr id="4" name="">
            <a:extLst>
              <a:ext uri="{FF2B5EF4-FFF2-40B4-BE49-F238E27FC236}">
                <ns2:creationId id="{60595697-F402-4187-BD46-3E047D1C5532}"/>
              </a:ext>
            </a:extLst>
          </p:cNvPr>
          <p:cNvSpPr>
            <a:spLocks noGrp="1"/>
          </p:cNvSpPr>
          <p:nvPr/>
        </p:nvSpPr>
        <p:spPr>
          <a:xfrm>
            <a:off x="457200" y="5715000"/>
            <a:ext cx="11277600" cy="990600"/>
          </a:xfrm>
          <a:prstGeom prst="rect">
            <a:avLst/>
          </a:prstGeom>
          <a:noFill/>
          <a:ln w="0">
            <a:noFill/>
          </a:ln>
        </p:spPr>
        <p:txBody>
          <a:bodyPr>
            <a:noAutofit/>
          </a:bodyPr>
          <a:lstStyle>
            <a:defPPr>
              <a:defRPr sz="1350">
                <a:solidFill>
                  <a:srgbClr val="222222"/>
                </a:solidFill>
                <a:latin typeface="DejaVu Sans"/>
                <a:ea typeface="DejaVu Sans"/>
                <a:cs typeface="DejaVu Sans"/>
              </a:defRPr>
            </a:defPPr>
            <a:lvl1pPr>
              <a:defRPr sz="1350">
                <a:solidFill>
                  <a:srgbClr val="222222"/>
                </a:solidFill>
                <a:latin typeface="DejaVu Sans"/>
                <a:ea typeface="DejaVu Sans"/>
                <a:cs typeface="DejaVu Sans"/>
              </a:defRPr>
            </a:lvl1pPr>
            <a:lvl2pPr>
              <a:defRPr sz="1350">
                <a:solidFill>
                  <a:srgbClr val="222222"/>
                </a:solidFill>
                <a:latin typeface="DejaVu Sans"/>
                <a:ea typeface="DejaVu Sans"/>
                <a:cs typeface="DejaVu Sans"/>
              </a:defRPr>
            </a:lvl2pPr>
            <a:lvl3pPr>
              <a:defRPr sz="1350">
                <a:solidFill>
                  <a:srgbClr val="222222"/>
                </a:solidFill>
                <a:latin typeface="DejaVu Sans"/>
                <a:ea typeface="DejaVu Sans"/>
                <a:cs typeface="DejaVu Sans"/>
              </a:defRPr>
            </a:lvl3pPr>
            <a:lvl4pPr>
              <a:defRPr sz="1350">
                <a:solidFill>
                  <a:srgbClr val="222222"/>
                </a:solidFill>
                <a:latin typeface="DejaVu Sans"/>
                <a:ea typeface="DejaVu Sans"/>
                <a:cs typeface="DejaVu Sans"/>
              </a:defRPr>
            </a:lvl4pPr>
            <a:lvl5pPr>
              <a:defRPr sz="1350">
                <a:solidFill>
                  <a:srgbClr val="222222"/>
                </a:solidFill>
                <a:latin typeface="DejaVu Sans"/>
                <a:ea typeface="DejaVu Sans"/>
                <a:cs typeface="DejaVu Sans"/>
              </a:defRPr>
            </a:lvl5pPr>
            <a:lvl6pPr>
              <a:defRPr sz="1350">
                <a:solidFill>
                  <a:srgbClr val="222222"/>
                </a:solidFill>
                <a:latin typeface="DejaVu Sans"/>
                <a:ea typeface="DejaVu Sans"/>
                <a:cs typeface="DejaVu Sans"/>
              </a:defRPr>
            </a:lvl6pPr>
            <a:lvl7pPr>
              <a:defRPr sz="1350">
                <a:solidFill>
                  <a:srgbClr val="222222"/>
                </a:solidFill>
                <a:latin typeface="DejaVu Sans"/>
                <a:ea typeface="DejaVu Sans"/>
                <a:cs typeface="DejaVu Sans"/>
              </a:defRPr>
            </a:lvl7pPr>
            <a:lvl8pPr>
              <a:defRPr sz="1350">
                <a:solidFill>
                  <a:srgbClr val="222222"/>
                </a:solidFill>
                <a:latin typeface="DejaVu Sans"/>
                <a:ea typeface="DejaVu Sans"/>
                <a:cs typeface="DejaVu Sans"/>
              </a:defRPr>
            </a:lvl8pPr>
            <a:lvl9pPr>
              <a:defRPr sz="1350">
                <a:solidFill>
                  <a:srgbClr val="222222"/>
                </a:solidFill>
                <a:latin typeface="DejaVu Sans"/>
                <a:ea typeface="DejaVu Sans"/>
                <a:cs typeface="DejaVu Sans"/>
              </a:defRPr>
            </a:lvl9pPr>
          </a:lstStyle>
          <a:p>
            <a:pPr>
              <a:defRPr sz="1350">
                <a:solidFill>
                  <a:srgbClr val="222222"/>
                </a:solidFill>
                <a:latin typeface="DejaVu Sans"/>
                <a:ea typeface="DejaVu Sans"/>
                <a:cs typeface="DejaVu Sans"/>
              </a:defRPr>
            </a:pPr>
            <a:r>
              <a:rPr sz="1350">
                <a:solidFill>
                  <a:srgbClr val="222222"/>
                </a:solidFill>
                <a:latin typeface="DejaVu Sans"/>
                <a:ea typeface="DejaVu Sans"/>
                <a:cs typeface="DejaVu Sans"/>
              </a:rPr>
              <a:t>Complete structures, one model per frame. Same fit and fixed camera as the corresponding ensemble slide; each chain repeats its own N-to-C rainbow. Maximum-RMSD endpoints with minimum-transition path search. Five frames at 30 fps per model (~0.167 s). GIF loop reset is excluded from the path objective. The PDF shows the first frame.</a:t>
            </a:r>
          </a:p>
        </p:txBody>
      </p:sp>
    </p:spTree>
    <p:extLst>
      <p:ext uri="{BB962C8B-B14F-4D97-AF65-F5344CB8AC3E}">
        <ns4:creationId val="6715490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m_group_18/notesMasters/_rels/notesMaster1.xml.rels><?xml version='1.0' encoding='utf-8'?>
<Relationships xmlns="http://schemas.openxmlformats.org/package/2006/relationships"><Relationship Id="rId1" Type="http://schemas.openxmlformats.org/officeDocument/2006/relationships/theme" Target="../theme/theme2.xml" /></Relationships>
</file>

<file path=ppt/tm_group_18/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tm_group_18/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8.xml" /></Relationships>
</file>

<file path=ppt/tm_group_18/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"PyMOL extra_fit, method=align, CA atoms, cycles=0 (no outlier rejection)",</a:t>
            </a:r>
          </a:p>
          <a:p>
            <a:r>
              <a:t>  "statistics": "sqrt(mean_model(sum_xyz((CA_model - mean_model(CA))**2))) after extra_fit",</a:t>
            </a:r>
          </a:p>
          <a:p>
            <a:r>
              <a:t>  "plddt": "Mean atom pLDDT within each residue in each model, then equal-weight mean over every represented model.",</a:t>
            </a:r>
          </a:p>
          <a:p>
            <a:r>
              <a:t>  "putty": {</a:t>
            </a:r>
          </a:p>
          <a:p>
            <a:r>
              <a:t>    "transform": 7,</a:t>
            </a:r>
          </a:p>
          <a:p>
            <a:r>
              <a:t>    "radius_scale": 2.0,</a:t>
            </a:r>
          </a:p>
          <a:p>
            <a:r>
              <a:t>    "scale_min": -1.0,</a:t>
            </a:r>
          </a:p>
          <a:p>
            <a:r>
              <a:t>    "scale_max": -1.0,</a:t>
            </a:r>
          </a:p>
          <a:p>
            <a:r>
              <a:t>    "cartoon_sampling": 1,</a:t>
            </a:r>
          </a:p>
          <a:p>
            <a:r>
              <a:t>    "color_bins": [</a:t>
            </a:r>
          </a:p>
          <a:p>
            <a:r>
              <a:t>      [</a:t>
            </a:r>
          </a:p>
          <a:p>
            <a:r>
              <a:t>        0,</a:t>
            </a:r>
          </a:p>
          <a:p>
            <a:r>
              <a:t>        50,</a:t>
            </a:r>
          </a:p>
          <a:p>
            <a:r>
              <a:t>        "#ff7d45"</a:t>
            </a:r>
          </a:p>
          <a:p>
            <a:r>
              <a:t>      ],</a:t>
            </a:r>
          </a:p>
          <a:p>
            <a:r>
              <a:t>      [</a:t>
            </a:r>
          </a:p>
          <a:p>
            <a:r>
              <a:t>        50,</a:t>
            </a:r>
          </a:p>
          <a:p>
            <a:r>
              <a:t>        70,</a:t>
            </a:r>
          </a:p>
          <a:p>
            <a:r>
              <a:t>        "#ffdb13"</a:t>
            </a:r>
          </a:p>
          <a:p>
            <a:r>
              <a:t>      ],</a:t>
            </a:r>
          </a:p>
          <a:p>
            <a:r>
              <a:t>      [</a:t>
            </a:r>
          </a:p>
          <a:p>
            <a:r>
              <a:t>        70,</a:t>
            </a:r>
          </a:p>
          <a:p>
            <a:r>
              <a:t>        90,</a:t>
            </a:r>
          </a:p>
          <a:p>
            <a:r>
              <a:t>        "#65cbf3"</a:t>
            </a:r>
          </a:p>
          <a:p>
            <a:r>
              <a:t>      ],</a:t>
            </a:r>
          </a:p>
          <a:p>
            <a:r>
              <a:t>      [</a:t>
            </a:r>
          </a:p>
          <a:p>
            <a:r>
              <a:t>        90,</a:t>
            </a:r>
          </a:p>
          <a:p>
            <a:r>
              <a:t>        101,</a:t>
            </a:r>
          </a:p>
          <a:p>
            <a:r>
              <a:t>        "#0053d6"</a:t>
            </a:r>
          </a:p>
          <a:p>
            <a:r>
              <a:t>      ]</a:t>
            </a:r>
          </a:p>
          <a:p>
            <a:r>
              <a:t>    ]</a:t>
            </a:r>
          </a:p>
          <a:p>
            <a:r>
              <a:t>  },</a:t>
            </a:r>
          </a:p>
          <a:p>
            <a:r>
              <a:t>  "groups": [</a:t>
            </a:r>
          </a:p>
          <a:p>
            <a:r>
              <a:t>    {</a:t>
            </a:r>
          </a:p>
          <a:p>
            <a:r>
              <a:t>      "id": 1,</a:t>
            </a:r>
          </a:p>
          <a:p>
            <a:r>
              <a:t>      "clusters": [</a:t>
            </a:r>
          </a:p>
          <a:p>
            <a:r>
              <a:t>        "C1.3",</a:t>
            </a:r>
          </a:p>
          <a:p>
            <a:r>
              <a:t>        "C1.4"</a:t>
            </a:r>
          </a:p>
          <a:p>
            <a:r>
              <a:t>      ],</a:t>
            </a:r>
          </a:p>
          <a:p>
            <a:r>
              <a:t>      "model_count": 6,</a:t>
            </a:r>
          </a:p>
          <a:p>
            <a:r>
              <a:t>      "residue_count": 107,</a:t>
            </a:r>
          </a:p>
          <a:p>
            <a:r>
              <a:t>      "min_pair_tm": 0.86413,</a:t>
            </a:r>
          </a:p>
          <a:p>
            <a:r>
              <a:t>      "max_pair_tm": 0.86413,</a:t>
            </a:r>
          </a:p>
          <a:p>
            <a:r>
              <a:t>      "alignment_ca_keys": [</a:t>
            </a:r>
          </a:p>
          <a:p>
            <a:r>
              <a:t>        [</a:t>
            </a:r>
          </a:p>
          <a:p>
            <a:r>
              <a:t>          "A",</a:t>
            </a:r>
          </a:p>
          <a:p>
            <a:r>
              <a:t>          "1"</a:t>
            </a:r>
          </a:p>
          <a:p>
            <a:r>
              <a:t>        ],</a:t>
            </a:r>
          </a:p>
          <a:p>
            <a:r>
              <a:t>        [</a:t>
            </a:r>
          </a:p>
          <a:p>
            <a:r>
              <a:t>          "A",</a:t>
            </a:r>
          </a:p>
          <a:p>
            <a:r>
              <a:t>          "10"</a:t>
            </a:r>
          </a:p>
          <a:p>
            <a:r>
              <a:t>        ],</a:t>
            </a:r>
          </a:p>
          <a:p>
            <a:r>
              <a:t>        [</a:t>
            </a:r>
          </a:p>
          <a:p>
            <a:r>
              <a:t>          "A",</a:t>
            </a:r>
          </a:p>
          <a:p>
            <a:r>
              <a:t>          "100"</a:t>
            </a:r>
          </a:p>
          <a:p>
            <a:r>
              <a:t>        ],</a:t>
            </a:r>
          </a:p>
          <a:p>
            <a:r>
              <a:t>        [</a:t>
            </a:r>
          </a:p>
          <a:p>
            <a:r>
              <a:t>          "A",</a:t>
            </a:r>
          </a:p>
          <a:p>
            <a:r>
              <a:t>          "101"</a:t>
            </a:r>
          </a:p>
          <a:p>
            <a:r>
              <a:t>        ],</a:t>
            </a:r>
          </a:p>
          <a:p>
            <a:r>
              <a:t>        [</a:t>
            </a:r>
          </a:p>
          <a:p>
            <a:r>
              <a:t>          "A",</a:t>
            </a:r>
          </a:p>
          <a:p>
            <a:r>
              <a:t>          "102"</a:t>
            </a:r>
          </a:p>
          <a:p>
            <a:r>
              <a:t>        ],</a:t>
            </a:r>
          </a:p>
          <a:p>
            <a:r>
              <a:t>        [</a:t>
            </a:r>
          </a:p>
          <a:p>
            <a:r>
              <a:t>          "A",</a:t>
            </a:r>
          </a:p>
          <a:p>
            <a:r>
              <a:t>          "103"</a:t>
            </a:r>
          </a:p>
          <a:p>
            <a:r>
              <a:t>        ],</a:t>
            </a:r>
          </a:p>
          <a:p>
            <a:r>
              <a:t>        [</a:t>
            </a:r>
          </a:p>
          <a:p>
            <a:r>
              <a:t>          "A",</a:t>
            </a:r>
          </a:p>
          <a:p>
            <a:r>
              <a:t>          "104"</a:t>
            </a:r>
          </a:p>
          <a:p>
            <a:r>
              <a:t>        ],</a:t>
            </a:r>
          </a:p>
          <a:p>
            <a:r>
              <a:t>        [</a:t>
            </a:r>
          </a:p>
          <a:p>
            <a:r>
              <a:t>          "A",</a:t>
            </a:r>
          </a:p>
          <a:p>
            <a:r>
              <a:t>          "105"</a:t>
            </a:r>
          </a:p>
          <a:p>
            <a:r>
              <a:t>        ],</a:t>
            </a:r>
          </a:p>
          <a:p>
            <a:r>
              <a:t>        [</a:t>
            </a:r>
          </a:p>
          <a:p>
            <a:r>
              <a:t>          "A",</a:t>
            </a:r>
          </a:p>
          <a:p>
            <a:r>
              <a:t>          "106"</a:t>
            </a:r>
          </a:p>
          <a:p>
            <a:r>
              <a:t>        ],</a:t>
            </a:r>
          </a:p>
          <a:p>
            <a:r>
              <a:t>        [</a:t>
            </a:r>
          </a:p>
          <a:p>
            <a:r>
              <a:t>          "A",</a:t>
            </a:r>
          </a:p>
          <a:p>
            <a:r>
              <a:t>          "107"</a:t>
            </a:r>
          </a:p>
          <a:p>
            <a:r>
              <a:t>        ],</a:t>
            </a:r>
          </a:p>
          <a:p>
            <a:r>
              <a:t>        [</a:t>
            </a:r>
          </a:p>
          <a:p>
            <a:r>
              <a:t>          "A",</a:t>
            </a:r>
          </a:p>
          <a:p>
            <a:r>
              <a:t>          "11"</a:t>
            </a:r>
          </a:p>
          <a:p>
            <a:r>
              <a:t>        ],</a:t>
            </a:r>
          </a:p>
          <a:p>
            <a:r>
              <a:t>        [</a:t>
            </a:r>
          </a:p>
          <a:p>
            <a:r>
              <a:t>          "A",</a:t>
            </a:r>
          </a:p>
          <a:p>
            <a:r>
              <a:t>          "12"</a:t>
            </a:r>
          </a:p>
          <a:p>
            <a:r>
              <a:t>        ],</a:t>
            </a:r>
          </a:p>
          <a:p>
            <a:r>
              <a:t>        [</a:t>
            </a:r>
          </a:p>
          <a:p>
            <a:r>
              <a:t>          "A",</a:t>
            </a:r>
          </a:p>
          <a:p>
            <a:r>
              <a:t>          "13"</a:t>
            </a:r>
          </a:p>
          <a:p>
            <a:r>
              <a:t>        ],</a:t>
            </a:r>
          </a:p>
          <a:p>
            <a:r>
              <a:t>        [</a:t>
            </a:r>
          </a:p>
          <a:p>
            <a:r>
              <a:t>          "A",</a:t>
            </a:r>
          </a:p>
          <a:p>
            <a:r>
              <a:t>          "14"</a:t>
            </a:r>
          </a:p>
          <a:p>
            <a:r>
              <a:t>        ],</a:t>
            </a:r>
          </a:p>
          <a:p>
            <a:r>
              <a:t>        [</a:t>
            </a:r>
          </a:p>
          <a:p>
            <a:r>
              <a:t>          "A",</a:t>
            </a:r>
          </a:p>
          <a:p>
            <a:r>
              <a:t>          "15"</a:t>
            </a:r>
          </a:p>
          <a:p>
            <a:r>
              <a:t>        ],</a:t>
            </a:r>
          </a:p>
          <a:p>
            <a:r>
              <a:t>        [</a:t>
            </a:r>
          </a:p>
          <a:p>
            <a:r>
              <a:t>          "A",</a:t>
            </a:r>
          </a:p>
          <a:p>
            <a:r>
              <a:t>          "16"</a:t>
            </a:r>
          </a:p>
          <a:p>
            <a:r>
              <a:t>        ],</a:t>
            </a:r>
          </a:p>
          <a:p>
            <a:r>
              <a:t>        [</a:t>
            </a:r>
          </a:p>
          <a:p>
            <a:r>
              <a:t>          "A",</a:t>
            </a:r>
          </a:p>
          <a:p>
            <a:r>
              <a:t>          "17"</a:t>
            </a:r>
          </a:p>
          <a:p>
            <a:r>
              <a:t>        ],</a:t>
            </a:r>
          </a:p>
          <a:p>
            <a:r>
              <a:t>        [</a:t>
            </a:r>
          </a:p>
          <a:p>
            <a:r>
              <a:t>          "A",</a:t>
            </a:r>
          </a:p>
          <a:p>
            <a:r>
              <a:t>          "18"</a:t>
            </a:r>
          </a:p>
          <a:p>
            <a:r>
              <a:t>        ],</a:t>
            </a:r>
          </a:p>
          <a:p>
            <a:r>
              <a:t>        [</a:t>
            </a:r>
          </a:p>
          <a:p>
            <a:r>
              <a:t>          "A",</a:t>
            </a:r>
          </a:p>
          <a:p>
            <a:r>
              <a:t>          "19"</a:t>
            </a:r>
          </a:p>
          <a:p>
            <a:r>
              <a:t>        ],</a:t>
            </a:r>
          </a:p>
          <a:p>
            <a:r>
              <a:t>        [</a:t>
            </a:r>
          </a:p>
          <a:p>
            <a:r>
              <a:t>          "A",</a:t>
            </a:r>
          </a:p>
          <a:p>
            <a:r>
              <a:t>          "2"</a:t>
            </a:r>
          </a:p>
          <a:p>
            <a:r>
              <a:t>        ],</a:t>
            </a:r>
          </a:p>
          <a:p>
            <a:r>
              <a:t>        [</a:t>
            </a:r>
          </a:p>
          <a:p>
            <a:r>
              <a:t>          "A",</a:t>
            </a:r>
          </a:p>
          <a:p>
            <a:r>
              <a:t>          "20"</a:t>
            </a:r>
          </a:p>
          <a:p>
            <a:r>
              <a:t>        ],</a:t>
            </a:r>
          </a:p>
          <a:p>
            <a:r>
              <a:t>        [</a:t>
            </a:r>
          </a:p>
          <a:p>
            <a:r>
              <a:t>          "A",</a:t>
            </a:r>
          </a:p>
          <a:p>
            <a:r>
              <a:t>          "21"</a:t>
            </a:r>
          </a:p>
          <a:p>
            <a:r>
              <a:t>        ],</a:t>
            </a:r>
          </a:p>
          <a:p>
            <a:r>
              <a:t>        [</a:t>
            </a:r>
          </a:p>
          <a:p>
            <a:r>
              <a:t>          "A",</a:t>
            </a:r>
          </a:p>
          <a:p>
            <a:r>
              <a:t>          "22"</a:t>
            </a:r>
          </a:p>
          <a:p>
            <a:r>
              <a:t>        ],</a:t>
            </a:r>
          </a:p>
          <a:p>
            <a:r>
              <a:t>        [</a:t>
            </a:r>
          </a:p>
          <a:p>
            <a:r>
              <a:t>          "A",</a:t>
            </a:r>
          </a:p>
          <a:p>
            <a:r>
              <a:t>          "23"</a:t>
            </a:r>
          </a:p>
          <a:p>
            <a:r>
              <a:t>        ],</a:t>
            </a:r>
          </a:p>
          <a:p>
            <a:r>
              <a:t>        [</a:t>
            </a:r>
          </a:p>
          <a:p>
            <a:r>
              <a:t>          "A",</a:t>
            </a:r>
          </a:p>
          <a:p>
            <a:r>
              <a:t>          "24"</a:t>
            </a:r>
          </a:p>
          <a:p>
            <a:r>
              <a:t>        ],</a:t>
            </a:r>
          </a:p>
          <a:p>
            <a:r>
              <a:t>        [</a:t>
            </a:r>
          </a:p>
          <a:p>
            <a:r>
              <a:t>          "A",</a:t>
            </a:r>
          </a:p>
          <a:p>
            <a:r>
              <a:t>          "25"</a:t>
            </a:r>
          </a:p>
          <a:p>
            <a:r>
              <a:t>        ],</a:t>
            </a:r>
          </a:p>
          <a:p>
            <a:r>
              <a:t>        [</a:t>
            </a:r>
          </a:p>
          <a:p>
            <a:r>
              <a:t>          "A",</a:t>
            </a:r>
          </a:p>
          <a:p>
            <a:r>
              <a:t>          "26"</a:t>
            </a:r>
          </a:p>
          <a:p>
            <a:r>
              <a:t>        ],</a:t>
            </a:r>
          </a:p>
          <a:p>
            <a:r>
              <a:t>        [</a:t>
            </a:r>
          </a:p>
          <a:p>
            <a:r>
              <a:t>          "A",</a:t>
            </a:r>
          </a:p>
          <a:p>
            <a:r>
              <a:t>          "27"</a:t>
            </a:r>
          </a:p>
          <a:p>
            <a:r>
              <a:t>        ],</a:t>
            </a:r>
          </a:p>
          <a:p>
            <a:r>
              <a:t>        [</a:t>
            </a:r>
          </a:p>
          <a:p>
            <a:r>
              <a:t>          "A",</a:t>
            </a:r>
          </a:p>
          <a:p>
            <a:r>
              <a:t>          "28"</a:t>
            </a:r>
          </a:p>
          <a:p>
            <a:r>
              <a:t>        ],</a:t>
            </a:r>
          </a:p>
          <a:p>
            <a:r>
              <a:t>        [</a:t>
            </a:r>
          </a:p>
          <a:p>
            <a:r>
              <a:t>          "A",</a:t>
            </a:r>
          </a:p>
          <a:p>
            <a:r>
              <a:t>          "29"</a:t>
            </a:r>
          </a:p>
          <a:p>
            <a:r>
              <a:t>        ],</a:t>
            </a:r>
          </a:p>
          <a:p>
            <a:r>
              <a:t>        [</a:t>
            </a:r>
          </a:p>
          <a:p>
            <a:r>
              <a:t>          "A",</a:t>
            </a:r>
          </a:p>
          <a:p>
            <a:r>
              <a:t>          "3"</a:t>
            </a:r>
          </a:p>
          <a:p>
            <a:r>
              <a:t>        ],</a:t>
            </a:r>
          </a:p>
          <a:p>
            <a:r>
              <a:t>        [</a:t>
            </a:r>
          </a:p>
          <a:p>
            <a:r>
              <a:t>          "A",</a:t>
            </a:r>
          </a:p>
          <a:p>
            <a:r>
              <a:t>          "30"</a:t>
            </a:r>
          </a:p>
          <a:p>
            <a:r>
              <a:t>        ],</a:t>
            </a:r>
          </a:p>
          <a:p>
            <a:r>
              <a:t>        [</a:t>
            </a:r>
          </a:p>
          <a:p>
            <a:r>
              <a:t>          "A",</a:t>
            </a:r>
          </a:p>
          <a:p>
            <a:r>
              <a:t>          "31"</a:t>
            </a:r>
          </a:p>
          <a:p>
            <a:r>
              <a:t>        ],</a:t>
            </a:r>
          </a:p>
          <a:p>
            <a:r>
              <a:t>        [</a:t>
            </a:r>
          </a:p>
          <a:p>
            <a:r>
              <a:t>          "A",</a:t>
            </a:r>
          </a:p>
          <a:p>
            <a:r>
              <a:t>          "32"</a:t>
            </a:r>
          </a:p>
          <a:p>
            <a:r>
              <a:t>        ],</a:t>
            </a:r>
          </a:p>
          <a:p>
            <a:r>
              <a:t>        [</a:t>
            </a:r>
          </a:p>
          <a:p>
            <a:r>
              <a:t>          "A",</a:t>
            </a:r>
          </a:p>
          <a:p>
            <a:r>
              <a:t>          "33"</a:t>
            </a:r>
          </a:p>
          <a:p>
            <a:r>
              <a:t>        ],</a:t>
            </a:r>
          </a:p>
          <a:p>
            <a:r>
              <a:t>        [</a:t>
            </a:r>
          </a:p>
          <a:p>
            <a:r>
              <a:t>          "A",</a:t>
            </a:r>
          </a:p>
          <a:p>
            <a:r>
              <a:t>          "34"</a:t>
            </a:r>
          </a:p>
          <a:p>
            <a:r>
              <a:t>        ],</a:t>
            </a:r>
          </a:p>
          <a:p>
            <a:r>
              <a:t>        [</a:t>
            </a:r>
          </a:p>
          <a:p>
            <a:r>
              <a:t>          "A",</a:t>
            </a:r>
          </a:p>
          <a:p>
            <a:r>
              <a:t>          "35"</a:t>
            </a:r>
          </a:p>
          <a:p>
            <a:r>
              <a:t>        ],</a:t>
            </a:r>
          </a:p>
          <a:p>
            <a:r>
              <a:t>        [</a:t>
            </a:r>
          </a:p>
          <a:p>
            <a:r>
              <a:t>          "A",</a:t>
            </a:r>
          </a:p>
          <a:p>
            <a:r>
              <a:t>          "36"</a:t>
            </a:r>
          </a:p>
          <a:p>
            <a:r>
              <a:t>        ],</a:t>
            </a:r>
          </a:p>
          <a:p>
            <a:r>
              <a:t>        [</a:t>
            </a:r>
          </a:p>
          <a:p>
            <a:r>
              <a:t>          "A",</a:t>
            </a:r>
          </a:p>
          <a:p>
            <a:r>
              <a:t>          "37"</a:t>
            </a:r>
          </a:p>
          <a:p>
            <a:r>
              <a:t>        ],</a:t>
            </a:r>
          </a:p>
          <a:p>
            <a:r>
              <a:t>        [</a:t>
            </a:r>
          </a:p>
          <a:p>
            <a:r>
              <a:t>          "A",</a:t>
            </a:r>
          </a:p>
          <a:p>
            <a:r>
              <a:t>          "38"</a:t>
            </a:r>
          </a:p>
          <a:p>
            <a:r>
              <a:t>        ],</a:t>
            </a:r>
          </a:p>
          <a:p>
            <a:r>
              <a:t>        [</a:t>
            </a:r>
          </a:p>
          <a:p>
            <a:r>
              <a:t>          "A",</a:t>
            </a:r>
          </a:p>
          <a:p>
            <a:r>
              <a:t>          "39"</a:t>
            </a:r>
          </a:p>
          <a:p>
            <a:r>
              <a:t>        ],</a:t>
            </a:r>
          </a:p>
          <a:p>
            <a:r>
              <a:t>        [</a:t>
            </a:r>
          </a:p>
          <a:p>
            <a:r>
              <a:t>          "A",</a:t>
            </a:r>
          </a:p>
          <a:p>
            <a:r>
              <a:t>          "4"</a:t>
            </a:r>
          </a:p>
          <a:p>
            <a:r>
              <a:t>        ],</a:t>
            </a:r>
          </a:p>
          <a:p>
            <a:r>
              <a:t>        [</a:t>
            </a:r>
          </a:p>
          <a:p>
            <a:r>
              <a:t>          "A",</a:t>
            </a:r>
          </a:p>
          <a:p>
            <a:r>
              <a:t>          "40"</a:t>
            </a:r>
          </a:p>
          <a:p>
            <a:r>
              <a:t>        ],</a:t>
            </a:r>
          </a:p>
          <a:p>
            <a:r>
              <a:t>        [</a:t>
            </a:r>
          </a:p>
          <a:p>
            <a:r>
              <a:t>          "A",</a:t>
            </a:r>
          </a:p>
          <a:p>
            <a:r>
              <a:t>          "41"</a:t>
            </a:r>
          </a:p>
          <a:p>
            <a:r>
              <a:t>        ],</a:t>
            </a:r>
          </a:p>
          <a:p>
            <a:r>
              <a:t>        [</a:t>
            </a:r>
          </a:p>
          <a:p>
            <a:r>
              <a:t>          "A",</a:t>
            </a:r>
          </a:p>
          <a:p>
            <a:r>
              <a:t>          "42"</a:t>
            </a:r>
          </a:p>
          <a:p>
            <a:r>
              <a:t>        ],</a:t>
            </a:r>
          </a:p>
          <a:p>
            <a:r>
              <a:t>        [</a:t>
            </a:r>
          </a:p>
          <a:p>
            <a:r>
              <a:t>          "A",</a:t>
            </a:r>
          </a:p>
          <a:p>
            <a:r>
              <a:t>          "43"</a:t>
            </a:r>
          </a:p>
          <a:p>
            <a:r>
              <a:t>        ],</a:t>
            </a:r>
          </a:p>
          <a:p>
            <a:r>
              <a:t>        [</a:t>
            </a:r>
          </a:p>
          <a:p>
            <a:r>
              <a:t>          "A",</a:t>
            </a:r>
          </a:p>
          <a:p>
            <a:r>
              <a:t>          "44"</a:t>
            </a:r>
          </a:p>
          <a:p>
            <a:r>
              <a:t>        ],</a:t>
            </a:r>
          </a:p>
          <a:p>
            <a:r>
              <a:t>        [</a:t>
            </a:r>
          </a:p>
          <a:p>
            <a:r>
              <a:t>          "A",</a:t>
            </a:r>
          </a:p>
          <a:p>
            <a:r>
              <a:t>          "45"</a:t>
            </a:r>
          </a:p>
          <a:p>
            <a:r>
              <a:t>        ],</a:t>
            </a:r>
          </a:p>
          <a:p>
            <a:r>
              <a:t>        [</a:t>
            </a:r>
          </a:p>
          <a:p>
            <a:r>
              <a:t>          "A",</a:t>
            </a:r>
          </a:p>
          <a:p>
            <a:r>
              <a:t>          "46"</a:t>
            </a:r>
          </a:p>
          <a:p>
            <a:r>
              <a:t>        ],</a:t>
            </a:r>
          </a:p>
          <a:p>
            <a:r>
              <a:t>        [</a:t>
            </a:r>
          </a:p>
          <a:p>
            <a:r>
              <a:t>          "A",</a:t>
            </a:r>
          </a:p>
          <a:p>
            <a:r>
              <a:t>          "47"</a:t>
            </a:r>
          </a:p>
          <a:p>
            <a:r>
              <a:t>        ],</a:t>
            </a:r>
          </a:p>
          <a:p>
            <a:r>
              <a:t>        [</a:t>
            </a:r>
          </a:p>
          <a:p>
            <a:r>
              <a:t>          "A",</a:t>
            </a:r>
          </a:p>
          <a:p>
            <a:r>
              <a:t>          "48"</a:t>
            </a:r>
          </a:p>
          <a:p>
            <a:r>
              <a:t>        ],</a:t>
            </a:r>
          </a:p>
          <a:p>
            <a:r>
              <a:t>        [</a:t>
            </a:r>
          </a:p>
          <a:p>
            <a:r>
              <a:t>          "A",</a:t>
            </a:r>
          </a:p>
          <a:p>
            <a:r>
              <a:t>          "49"</a:t>
            </a:r>
          </a:p>
          <a:p>
            <a:r>
              <a:t>        ],</a:t>
            </a:r>
          </a:p>
          <a:p>
            <a:r>
              <a:t>        [</a:t>
            </a:r>
          </a:p>
          <a:p>
            <a:r>
              <a:t>          "A",</a:t>
            </a:r>
          </a:p>
          <a:p>
            <a:r>
              <a:t>          "5"</a:t>
            </a:r>
          </a:p>
          <a:p>
            <a:r>
              <a:t>        ],</a:t>
            </a:r>
          </a:p>
          <a:p>
            <a:r>
              <a:t>        [</a:t>
            </a:r>
          </a:p>
          <a:p>
            <a:r>
              <a:t>          "A",</a:t>
            </a:r>
          </a:p>
          <a:p>
            <a:r>
              <a:t>          "50"</a:t>
            </a:r>
          </a:p>
          <a:p>
            <a:r>
              <a:t>        ],</a:t>
            </a:r>
          </a:p>
          <a:p>
            <a:r>
              <a:t>        [</a:t>
            </a:r>
          </a:p>
          <a:p>
            <a:r>
              <a:t>          "A",</a:t>
            </a:r>
          </a:p>
          <a:p>
            <a:r>
              <a:t>          "51"</a:t>
            </a:r>
          </a:p>
          <a:p>
            <a:r>
              <a:t>        ],</a:t>
            </a:r>
          </a:p>
          <a:p>
            <a:r>
              <a:t>        [</a:t>
            </a:r>
          </a:p>
          <a:p>
            <a:r>
              <a:t>          "A",</a:t>
            </a:r>
          </a:p>
          <a:p>
            <a:r>
              <a:t>          "52"</a:t>
            </a:r>
          </a:p>
          <a:p>
            <a:r>
              <a:t>        ],</a:t>
            </a:r>
          </a:p>
          <a:p>
            <a:r>
              <a:t>        [</a:t>
            </a:r>
          </a:p>
          <a:p>
            <a:r>
              <a:t>          "A",</a:t>
            </a:r>
          </a:p>
          <a:p>
            <a:r>
              <a:t>          "53"</a:t>
            </a:r>
          </a:p>
          <a:p>
            <a:r>
              <a:t>        ],</a:t>
            </a:r>
          </a:p>
          <a:p>
            <a:r>
              <a:t>        [</a:t>
            </a:r>
          </a:p>
          <a:p>
            <a:r>
              <a:t>          "A",</a:t>
            </a:r>
          </a:p>
          <a:p>
            <a:r>
              <a:t>          "54"</a:t>
            </a:r>
          </a:p>
          <a:p>
            <a:r>
              <a:t>        ],</a:t>
            </a:r>
          </a:p>
          <a:p>
            <a:r>
              <a:t>        [</a:t>
            </a:r>
          </a:p>
          <a:p>
            <a:r>
              <a:t>          "A",</a:t>
            </a:r>
          </a:p>
          <a:p>
            <a:r>
              <a:t>          "55"</a:t>
            </a:r>
          </a:p>
          <a:p>
            <a:r>
              <a:t>        ],</a:t>
            </a:r>
          </a:p>
          <a:p>
            <a:r>
              <a:t>        [</a:t>
            </a:r>
          </a:p>
          <a:p>
            <a:r>
              <a:t>          "A",</a:t>
            </a:r>
          </a:p>
          <a:p>
            <a:r>
              <a:t>          "56"</a:t>
            </a:r>
          </a:p>
          <a:p>
            <a:r>
              <a:t>        ],</a:t>
            </a:r>
          </a:p>
          <a:p>
            <a:r>
              <a:t>        [</a:t>
            </a:r>
          </a:p>
          <a:p>
            <a:r>
              <a:t>          "A",</a:t>
            </a:r>
          </a:p>
          <a:p>
            <a:r>
              <a:t>          "57"</a:t>
            </a:r>
          </a:p>
          <a:p>
            <a:r>
              <a:t>        ],</a:t>
            </a:r>
          </a:p>
          <a:p>
            <a:r>
              <a:t>        [</a:t>
            </a:r>
          </a:p>
          <a:p>
            <a:r>
              <a:t>          "A",</a:t>
            </a:r>
          </a:p>
          <a:p>
            <a:r>
              <a:t>          "58"</a:t>
            </a:r>
          </a:p>
          <a:p>
            <a:r>
              <a:t>        ],</a:t>
            </a:r>
          </a:p>
          <a:p>
            <a:r>
              <a:t>        [</a:t>
            </a:r>
          </a:p>
          <a:p>
            <a:r>
              <a:t>          "A",</a:t>
            </a:r>
          </a:p>
          <a:p>
            <a:r>
              <a:t>          "59"</a:t>
            </a:r>
          </a:p>
          <a:p>
            <a:r>
              <a:t>        ],</a:t>
            </a:r>
          </a:p>
          <a:p>
            <a:r>
              <a:t>        [</a:t>
            </a:r>
          </a:p>
          <a:p>
            <a:r>
              <a:t>          "A",</a:t>
            </a:r>
          </a:p>
          <a:p>
            <a:r>
              <a:t>          "6"</a:t>
            </a:r>
          </a:p>
          <a:p>
            <a:r>
              <a:t>        ],</a:t>
            </a:r>
          </a:p>
          <a:p>
            <a:r>
              <a:t>        [</a:t>
            </a:r>
          </a:p>
          <a:p>
            <a:r>
              <a:t>          "A",</a:t>
            </a:r>
          </a:p>
          <a:p>
            <a:r>
              <a:t>          "60"</a:t>
            </a:r>
          </a:p>
          <a:p>
            <a:r>
              <a:t>        ],</a:t>
            </a:r>
          </a:p>
          <a:p>
            <a:r>
              <a:t>        [</a:t>
            </a:r>
          </a:p>
          <a:p>
            <a:r>
              <a:t>          "A",</a:t>
            </a:r>
          </a:p>
          <a:p>
            <a:r>
              <a:t>          "61"</a:t>
            </a:r>
          </a:p>
          <a:p>
            <a:r>
              <a:t>        ],</a:t>
            </a:r>
          </a:p>
          <a:p>
            <a:r>
              <a:t>        [</a:t>
            </a:r>
          </a:p>
          <a:p>
            <a:r>
              <a:t>          "A",</a:t>
            </a:r>
          </a:p>
          <a:p>
            <a:r>
              <a:t>          "62"</a:t>
            </a:r>
          </a:p>
          <a:p>
            <a:r>
              <a:t>        ],</a:t>
            </a:r>
          </a:p>
          <a:p>
            <a:r>
              <a:t>        [</a:t>
            </a:r>
          </a:p>
          <a:p>
            <a:r>
              <a:t>          "A",</a:t>
            </a:r>
          </a:p>
          <a:p>
            <a:r>
              <a:t>          "63"</a:t>
            </a:r>
          </a:p>
          <a:p>
            <a:r>
              <a:t>        ],</a:t>
            </a:r>
          </a:p>
          <a:p>
            <a:r>
              <a:t>        [</a:t>
            </a:r>
          </a:p>
          <a:p>
            <a:r>
              <a:t>          "A",</a:t>
            </a:r>
          </a:p>
          <a:p>
            <a:r>
              <a:t>          "64"</a:t>
            </a:r>
          </a:p>
          <a:p>
            <a:r>
              <a:t>        ],</a:t>
            </a:r>
          </a:p>
          <a:p>
            <a:r>
              <a:t>        [</a:t>
            </a:r>
          </a:p>
          <a:p>
            <a:r>
              <a:t>          "A",</a:t>
            </a:r>
          </a:p>
          <a:p>
            <a:r>
              <a:t>          "65"</a:t>
            </a:r>
          </a:p>
          <a:p>
            <a:r>
              <a:t>        ],</a:t>
            </a:r>
          </a:p>
          <a:p>
            <a:r>
              <a:t>        [</a:t>
            </a:r>
          </a:p>
          <a:p>
            <a:r>
              <a:t>          "A",</a:t>
            </a:r>
          </a:p>
          <a:p>
            <a:r>
              <a:t>          "66"</a:t>
            </a:r>
          </a:p>
          <a:p>
            <a:r>
              <a:t>        ],</a:t>
            </a:r>
          </a:p>
          <a:p>
            <a:r>
              <a:t>        [</a:t>
            </a:r>
          </a:p>
          <a:p>
            <a:r>
              <a:t>          "A",</a:t>
            </a:r>
          </a:p>
          <a:p>
            <a:r>
              <a:t>          "67"</a:t>
            </a:r>
          </a:p>
          <a:p>
            <a:r>
              <a:t>        ],</a:t>
            </a:r>
          </a:p>
          <a:p>
            <a:r>
              <a:t>        [</a:t>
            </a:r>
          </a:p>
          <a:p>
            <a:r>
              <a:t>          "A",</a:t>
            </a:r>
          </a:p>
          <a:p>
            <a:r>
              <a:t>          "68"</a:t>
            </a:r>
          </a:p>
          <a:p>
            <a:r>
              <a:t>        ],</a:t>
            </a:r>
          </a:p>
          <a:p>
            <a:r>
              <a:t>        [</a:t>
            </a:r>
          </a:p>
          <a:p>
            <a:r>
              <a:t>          "A",</a:t>
            </a:r>
          </a:p>
          <a:p>
            <a:r>
              <a:t>          "69"</a:t>
            </a:r>
          </a:p>
          <a:p>
            <a:r>
              <a:t>        ],</a:t>
            </a:r>
          </a:p>
          <a:p>
            <a:r>
              <a:t>        [</a:t>
            </a:r>
          </a:p>
          <a:p>
            <a:r>
              <a:t>          "A",</a:t>
            </a:r>
          </a:p>
          <a:p>
            <a:r>
              <a:t>          "7"</a:t>
            </a:r>
          </a:p>
          <a:p>
            <a:r>
              <a:t>        ],</a:t>
            </a:r>
          </a:p>
          <a:p>
            <a:r>
              <a:t>        [</a:t>
            </a:r>
          </a:p>
          <a:p>
            <a:r>
              <a:t>          "A",</a:t>
            </a:r>
          </a:p>
          <a:p>
            <a:r>
              <a:t>          "70"</a:t>
            </a:r>
          </a:p>
          <a:p>
            <a:r>
              <a:t>        ],</a:t>
            </a:r>
          </a:p>
          <a:p>
            <a:r>
              <a:t>        [</a:t>
            </a:r>
          </a:p>
          <a:p>
            <a:r>
              <a:t>          "A",</a:t>
            </a:r>
          </a:p>
          <a:p>
            <a:r>
              <a:t>          "71"</a:t>
            </a:r>
          </a:p>
          <a:p>
            <a:r>
              <a:t>        ],</a:t>
            </a:r>
          </a:p>
          <a:p>
            <a:r>
              <a:t>        [</a:t>
            </a:r>
          </a:p>
          <a:p>
            <a:r>
              <a:t>          "A",</a:t>
            </a:r>
          </a:p>
          <a:p>
            <a:r>
              <a:t>          "72"</a:t>
            </a:r>
          </a:p>
          <a:p>
            <a:r>
              <a:t>        ],</a:t>
            </a:r>
          </a:p>
          <a:p>
            <a:r>
              <a:t>        [</a:t>
            </a:r>
          </a:p>
          <a:p>
            <a:r>
              <a:t>          "A",</a:t>
            </a:r>
          </a:p>
          <a:p>
            <a:r>
              <a:t>          "73"</a:t>
            </a:r>
          </a:p>
          <a:p>
            <a:r>
              <a:t>        ],</a:t>
            </a:r>
          </a:p>
          <a:p>
            <a:r>
              <a:t>        [</a:t>
            </a:r>
          </a:p>
          <a:p>
            <a:r>
              <a:t>          "A",</a:t>
            </a:r>
          </a:p>
          <a:p>
            <a:r>
              <a:t>          "74"</a:t>
            </a:r>
          </a:p>
          <a:p>
            <a:r>
              <a:t>        ],</a:t>
            </a:r>
          </a:p>
          <a:p>
            <a:r>
              <a:t>        [</a:t>
            </a:r>
          </a:p>
          <a:p>
            <a:r>
              <a:t>          "A",</a:t>
            </a:r>
          </a:p>
          <a:p>
            <a:r>
              <a:t>          "75"</a:t>
            </a:r>
          </a:p>
          <a:p>
            <a:r>
              <a:t>        ],</a:t>
            </a:r>
          </a:p>
          <a:p>
            <a:r>
              <a:t>        [</a:t>
            </a:r>
          </a:p>
          <a:p>
            <a:r>
              <a:t>          "A",</a:t>
            </a:r>
          </a:p>
          <a:p>
            <a:r>
              <a:t>          "76"</a:t>
            </a:r>
          </a:p>
          <a:p>
            <a:r>
              <a:t>        ],</a:t>
            </a:r>
          </a:p>
          <a:p>
            <a:r>
              <a:t>        [</a:t>
            </a:r>
          </a:p>
          <a:p>
            <a:r>
              <a:t>          "A",</a:t>
            </a:r>
          </a:p>
          <a:p>
            <a:r>
              <a:t>          "77"</a:t>
            </a:r>
          </a:p>
          <a:p>
            <a:r>
              <a:t>        ],</a:t>
            </a:r>
          </a:p>
          <a:p>
            <a:r>
              <a:t>        [</a:t>
            </a:r>
          </a:p>
          <a:p>
            <a:r>
              <a:t>          "A",</a:t>
            </a:r>
          </a:p>
          <a:p>
            <a:r>
              <a:t>          "78"</a:t>
            </a:r>
          </a:p>
          <a:p>
            <a:r>
              <a:t>        ],</a:t>
            </a:r>
          </a:p>
          <a:p>
            <a:r>
              <a:t>        [</a:t>
            </a:r>
          </a:p>
          <a:p>
            <a:r>
              <a:t>          "A",</a:t>
            </a:r>
          </a:p>
          <a:p>
            <a:r>
              <a:t>          "79"</a:t>
            </a:r>
          </a:p>
          <a:p>
            <a:r>
              <a:t>        ],</a:t>
            </a:r>
          </a:p>
          <a:p>
            <a:r>
              <a:t>        [</a:t>
            </a:r>
          </a:p>
          <a:p>
            <a:r>
              <a:t>          "A",</a:t>
            </a:r>
          </a:p>
          <a:p>
            <a:r>
              <a:t>          "8"</a:t>
            </a:r>
          </a:p>
          <a:p>
            <a:r>
              <a:t>        ],</a:t>
            </a:r>
          </a:p>
          <a:p>
            <a:r>
              <a:t>        [</a:t>
            </a:r>
          </a:p>
          <a:p>
            <a:r>
              <a:t>          "A",</a:t>
            </a:r>
          </a:p>
          <a:p>
            <a:r>
              <a:t>          "80"</a:t>
            </a:r>
          </a:p>
          <a:p>
            <a:r>
              <a:t>        ],</a:t>
            </a:r>
          </a:p>
          <a:p>
            <a:r>
              <a:t>        [</a:t>
            </a:r>
          </a:p>
          <a:p>
            <a:r>
              <a:t>          "A",</a:t>
            </a:r>
          </a:p>
          <a:p>
            <a:r>
              <a:t>          "81"</a:t>
            </a:r>
          </a:p>
          <a:p>
            <a:r>
              <a:t>        ],</a:t>
            </a:r>
          </a:p>
          <a:p>
            <a:r>
              <a:t>        [</a:t>
            </a:r>
          </a:p>
          <a:p>
            <a:r>
              <a:t>          "A",</a:t>
            </a:r>
          </a:p>
          <a:p>
            <a:r>
              <a:t>          "82"</a:t>
            </a:r>
          </a:p>
          <a:p>
            <a:r>
              <a:t>        ],</a:t>
            </a:r>
          </a:p>
          <a:p>
            <a:r>
              <a:t>        [</a:t>
            </a:r>
          </a:p>
          <a:p>
            <a:r>
              <a:t>          "A",</a:t>
            </a:r>
          </a:p>
          <a:p>
            <a:r>
              <a:t>          "83"</a:t>
            </a:r>
          </a:p>
          <a:p>
            <a:r>
              <a:t>        ],</a:t>
            </a:r>
          </a:p>
          <a:p>
            <a:r>
              <a:t>        [</a:t>
            </a:r>
          </a:p>
          <a:p>
            <a:r>
              <a:t>          "A",</a:t>
            </a:r>
          </a:p>
          <a:p>
            <a:r>
              <a:t>          "84"</a:t>
            </a:r>
          </a:p>
          <a:p>
            <a:r>
              <a:t>        ],</a:t>
            </a:r>
          </a:p>
          <a:p>
            <a:r>
              <a:t>        [</a:t>
            </a:r>
          </a:p>
          <a:p>
            <a:r>
              <a:t>          "A",</a:t>
            </a:r>
          </a:p>
          <a:p>
            <a:r>
              <a:t>          "85"</a:t>
            </a:r>
          </a:p>
          <a:p>
            <a:r>
              <a:t>        ],</a:t>
            </a:r>
          </a:p>
          <a:p>
            <a:r>
              <a:t>        [</a:t>
            </a:r>
          </a:p>
          <a:p>
            <a:r>
              <a:t>          "A",</a:t>
            </a:r>
          </a:p>
          <a:p>
            <a:r>
              <a:t>          "86"</a:t>
            </a:r>
          </a:p>
          <a:p>
            <a:r>
              <a:t>        ],</a:t>
            </a:r>
          </a:p>
          <a:p>
            <a:r>
              <a:t>        [</a:t>
            </a:r>
          </a:p>
          <a:p>
            <a:r>
              <a:t>          "A",</a:t>
            </a:r>
          </a:p>
          <a:p>
            <a:r>
              <a:t>          "87"</a:t>
            </a:r>
          </a:p>
          <a:p>
            <a:r>
              <a:t>        ],</a:t>
            </a:r>
          </a:p>
          <a:p>
            <a:r>
              <a:t>        [</a:t>
            </a:r>
          </a:p>
          <a:p>
            <a:r>
              <a:t>          "A",</a:t>
            </a:r>
          </a:p>
          <a:p>
            <a:r>
              <a:t>          "88"</a:t>
            </a:r>
          </a:p>
          <a:p>
            <a:r>
              <a:t>        ],</a:t>
            </a:r>
          </a:p>
          <a:p>
            <a:r>
              <a:t>        [</a:t>
            </a:r>
          </a:p>
          <a:p>
            <a:r>
              <a:t>          "A",</a:t>
            </a:r>
          </a:p>
          <a:p>
            <a:r>
              <a:t>          "89"</a:t>
            </a:r>
          </a:p>
          <a:p>
            <a:r>
              <a:t>        ],</a:t>
            </a:r>
          </a:p>
          <a:p>
            <a:r>
              <a:t>        [</a:t>
            </a:r>
          </a:p>
          <a:p>
            <a:r>
              <a:t>          "A",</a:t>
            </a:r>
          </a:p>
          <a:p>
            <a:r>
              <a:t>          "9"</a:t>
            </a:r>
          </a:p>
          <a:p>
            <a:r>
              <a:t>        ],</a:t>
            </a:r>
          </a:p>
          <a:p>
            <a:r>
              <a:t>        [</a:t>
            </a:r>
          </a:p>
          <a:p>
            <a:r>
              <a:t>          "A",</a:t>
            </a:r>
          </a:p>
          <a:p>
            <a:r>
              <a:t>          "90"</a:t>
            </a:r>
          </a:p>
          <a:p>
            <a:r>
              <a:t>        ],</a:t>
            </a:r>
          </a:p>
          <a:p>
            <a:r>
              <a:t>        [</a:t>
            </a:r>
          </a:p>
          <a:p>
            <a:r>
              <a:t>          "A",</a:t>
            </a:r>
          </a:p>
          <a:p>
            <a:r>
              <a:t>          "91"</a:t>
            </a:r>
          </a:p>
          <a:p>
            <a:r>
              <a:t>        ],</a:t>
            </a:r>
          </a:p>
          <a:p>
            <a:r>
              <a:t>        [</a:t>
            </a:r>
          </a:p>
          <a:p>
            <a:r>
              <a:t>          "A",</a:t>
            </a:r>
          </a:p>
          <a:p>
            <a:r>
              <a:t>          "92"</a:t>
            </a:r>
          </a:p>
          <a:p>
            <a:r>
              <a:t>        ],</a:t>
            </a:r>
          </a:p>
          <a:p>
            <a:r>
              <a:t>        [</a:t>
            </a:r>
          </a:p>
          <a:p>
            <a:r>
              <a:t>          "A",</a:t>
            </a:r>
          </a:p>
          <a:p>
            <a:r>
              <a:t>          "93"</a:t>
            </a:r>
          </a:p>
          <a:p>
            <a:r>
              <a:t>        ],</a:t>
            </a:r>
          </a:p>
          <a:p>
            <a:r>
              <a:t>        [</a:t>
            </a:r>
          </a:p>
          <a:p>
            <a:r>
              <a:t>          "A",</a:t>
            </a:r>
          </a:p>
          <a:p>
            <a:r>
              <a:t>          "94"</a:t>
            </a:r>
          </a:p>
          <a:p>
            <a:r>
              <a:t>        ],</a:t>
            </a:r>
          </a:p>
          <a:p>
            <a:r>
              <a:t>        [</a:t>
            </a:r>
          </a:p>
          <a:p>
            <a:r>
              <a:t>          "A",</a:t>
            </a:r>
          </a:p>
          <a:p>
            <a:r>
              <a:t>          "95"</a:t>
            </a:r>
          </a:p>
          <a:p>
            <a:r>
              <a:t>        ],</a:t>
            </a:r>
          </a:p>
          <a:p>
            <a:r>
              <a:t>        [</a:t>
            </a:r>
          </a:p>
          <a:p>
            <a:r>
              <a:t>          "A",</a:t>
            </a:r>
          </a:p>
          <a:p>
            <a:r>
              <a:t>          "96"</a:t>
            </a:r>
          </a:p>
          <a:p>
            <a:r>
              <a:t>        ],</a:t>
            </a:r>
          </a:p>
          <a:p>
            <a:r>
              <a:t>        [</a:t>
            </a:r>
          </a:p>
          <a:p>
            <a:r>
              <a:t>          "A",</a:t>
            </a:r>
          </a:p>
          <a:p>
            <a:r>
              <a:t>          "97"</a:t>
            </a:r>
          </a:p>
          <a:p>
            <a:r>
              <a:t>        ],</a:t>
            </a:r>
          </a:p>
          <a:p>
            <a:r>
              <a:t>        [</a:t>
            </a:r>
          </a:p>
          <a:p>
            <a:r>
              <a:t>          "A",</a:t>
            </a:r>
          </a:p>
          <a:p>
            <a:r>
              <a:t>          "98"</a:t>
            </a:r>
          </a:p>
          <a:p>
            <a:r>
              <a:t>        ],</a:t>
            </a:r>
          </a:p>
          <a:p>
            <a:r>
              <a:t>        [</a:t>
            </a:r>
          </a:p>
          <a:p>
            <a:r>
              <a:t>          "A",</a:t>
            </a:r>
          </a:p>
          <a:p>
            <a:r>
              <a:t>          "99"</a:t>
            </a:r>
          </a:p>
          <a:p>
            <a:r>
              <a:t>        ]</a:t>
            </a:r>
          </a:p>
          <a:p>
            <a:r>
              <a:t>      ],</a:t>
            </a:r>
          </a:p>
          <a:p>
            <a:r>
              <a:t>      "medoid_model": "BhR2_bmr6717__SPEACHAF__0167",</a:t>
            </a:r>
          </a:p>
          <a:p>
            <a:r>
              <a:t>      "medoid_mean_ca_rmsd_angstrom": 0.7974278749887018,</a:t>
            </a:r>
          </a:p>
          <a:p>
            <a:r>
              <a:t>      "rendering": {</a:t>
            </a:r>
          </a:p>
          <a:p>
            <a:r>
              <a:t>        "ray_max_passes": 25,</a:t>
            </a:r>
          </a:p>
          <a:p>
            <a:r>
              <a:t>        "max_threads": 2,</a:t>
            </a:r>
          </a:p>
          <a:p>
            <a:r>
              <a:t>        "cartoon_transparency": 0.35</a:t>
            </a:r>
          </a:p>
          <a:p>
            <a:r>
              <a:t>      },</a:t>
            </a:r>
          </a:p>
          <a:p>
            <a:r>
              <a:t>      "rmsf_range_angstrom": [</a:t>
            </a:r>
          </a:p>
          <a:p>
            <a:r>
              <a:t>        0.14685072464403637,</a:t>
            </a:r>
          </a:p>
          <a:p>
            <a:r>
              <a:t>        3.0936640868740857</a:t>
            </a:r>
          </a:p>
          <a:p>
            <a:r>
              <a:t>      ],</a:t>
            </a:r>
          </a:p>
          <a:p>
            <a:r>
              <a:t>      "mean_plddt_range": [</a:t>
            </a:r>
          </a:p>
          <a:p>
            <a:r>
              <a:t>        32.585,</a:t>
            </a:r>
          </a:p>
          <a:p>
            <a:r>
              <a:t>        91.12</a:t>
            </a:r>
          </a:p>
          <a:p>
            <a:r>
              <a:t>      ],</a:t>
            </a:r>
          </a:p>
          <a:p>
            <a:r>
              <a:t>      "fits": [</a:t>
            </a:r>
          </a:p>
          <a:p>
            <a:r>
              <a:t>        {</a:t>
            </a:r>
          </a:p>
          <a:p>
            <a:r>
              <a:t>          "model": "BhR2_bmr6717__SPEACHAF__0692",</a:t>
            </a:r>
          </a:p>
          <a:p>
            <a:r>
              <a:t>          "ca_rmsd_angstrom": 0.7373660257594346</a:t>
            </a:r>
          </a:p>
          <a:p>
            <a:r>
              <a:t>        },</a:t>
            </a:r>
          </a:p>
          <a:p>
            <a:r>
              <a:t>        {</a:t>
            </a:r>
          </a:p>
          <a:p>
            <a:r>
              <a:t>          "model": "BhR2_bmr6717__SPEACHAF__0937",</a:t>
            </a:r>
          </a:p>
          <a:p>
            <a:r>
              <a:t>          "ca_rmsd_angstrom": 0.6425882956991658</a:t>
            </a:r>
          </a:p>
          <a:p>
            <a:r>
              <a:t>        },</a:t>
            </a:r>
          </a:p>
          <a:p>
            <a:r>
              <a:t>        {</a:t>
            </a:r>
          </a:p>
          <a:p>
            <a:r>
              <a:t>          "model": "BhR2_bmr6717__SPEACHAF__0272",</a:t>
            </a:r>
          </a:p>
          <a:p>
            <a:r>
              <a:t>          "ca_rmsd_angstrom": 0.653748951641251</a:t>
            </a:r>
          </a:p>
          <a:p>
            <a:r>
              <a:t>        },</a:t>
            </a:r>
          </a:p>
          <a:p>
            <a:r>
              <a:t>        {</a:t>
            </a:r>
          </a:p>
          <a:p>
            <a:r>
              <a:t>          "model": "BhR2_bmr6717__SPEACHAF__0167",</a:t>
            </a:r>
          </a:p>
          <a:p>
            <a:r>
              <a:t>          "ca_rmsd_angstrom": 0.0</a:t>
            </a:r>
          </a:p>
          <a:p>
            <a:r>
              <a:t>        },</a:t>
            </a:r>
          </a:p>
          <a:p>
            <a:r>
              <a:t>        {</a:t>
            </a:r>
          </a:p>
          <a:p>
            <a:r>
              <a:t>          "model": "BhR2_bmr6717__SPEACHAF__0027",</a:t>
            </a:r>
          </a:p>
          <a:p>
            <a:r>
              <a:t>          "ca_rmsd_angstrom": 0.7772932896048259</a:t>
            </a:r>
          </a:p>
          <a:p>
            <a:r>
              <a:t>        },</a:t>
            </a:r>
          </a:p>
          <a:p>
            <a:r>
              <a:t>        {</a:t>
            </a:r>
          </a:p>
          <a:p>
            <a:r>
              <a:t>          "model": "BhR2_bmr6717__SPEACHAF__0202",</a:t>
            </a:r>
          </a:p>
          <a:p>
            <a:r>
              <a:t>          "ca_rmsd_angstrom": 1.9735706441968477</a:t>
            </a:r>
          </a:p>
          <a:p>
            <a:r>
              <a:t>        }</a:t>
            </a:r>
          </a:p>
          <a:p>
            <a:r>
              <a:t>      ],</a:t>
            </a:r>
          </a:p>
          <a:p>
            <a:r>
              <a:t>      "view": [</a:t>
            </a:r>
          </a:p>
          <a:p>
            <a:r>
              <a:t>        -0.5307552218437195,</a:t>
            </a:r>
          </a:p>
          <a:p>
            <a:r>
              <a:t>        0.4943069815635681,</a:t>
            </a:r>
          </a:p>
          <a:p>
            <a:r>
              <a:t>        0.6884471774101257,</a:t>
            </a:r>
          </a:p>
          <a:p>
            <a:r>
              <a:t>        -0.01589464582502842,</a:t>
            </a:r>
          </a:p>
          <a:p>
            <a:r>
              <a:t>        0.8063545823097229,</a:t>
            </a:r>
          </a:p>
          <a:p>
            <a:r>
              <a:t>        -0.5912187695503235,</a:t>
            </a:r>
          </a:p>
          <a:p>
            <a:r>
              <a:t>        -0.8473761081695557,</a:t>
            </a:r>
          </a:p>
          <a:p>
            <a:r>
              <a:t>        -0.3247350752353668,</a:t>
            </a:r>
          </a:p>
          <a:p>
            <a:r>
              <a:t>        -0.42012009024620056,</a:t>
            </a:r>
          </a:p>
          <a:p>
            <a:r>
              <a:t>        -0.0,</a:t>
            </a:r>
          </a:p>
          <a:p>
            <a:r>
              <a:t>        0.0,</a:t>
            </a:r>
          </a:p>
          <a:p>
            <a:r>
              <a:t>        -239.89923095703125,</a:t>
            </a:r>
          </a:p>
          <a:p>
            <a:r>
              <a:t>        4.4931793212890625,</a:t>
            </a:r>
          </a:p>
          <a:p>
            <a:r>
              <a:t>        -1.9010467529296875,</a:t>
            </a:r>
          </a:p>
          <a:p>
            <a:r>
              <a:t>        -1.1146526336669922,</a:t>
            </a:r>
          </a:p>
          <a:p>
            <a:r>
              <a:t>        189.1383819580078,</a:t>
            </a:r>
          </a:p>
          <a:p>
            <a:r>
              <a:t>        290.66009521484375,</a:t>
            </a:r>
          </a:p>
          <a:p>
            <a:r>
              <a:t>        20.0</a:t>
            </a:r>
          </a:p>
          <a:p>
            <a:r>
              <a:t>      ],</a:t>
            </a:r>
          </a:p>
          <a:p>
            <a:r>
              <a:t>      "cluster_colors": {</a:t>
            </a:r>
          </a:p>
          <a:p>
            <a:r>
              <a:t>        "C1.3": "#2ca02c",</a:t>
            </a:r>
          </a:p>
          <a:p>
            <a:r>
              <a:t>        "C1.4": "#d62728"</a:t>
            </a:r>
          </a:p>
          <a:p>
            <a:r>
              <a:t>      },</a:t>
            </a:r>
          </a:p>
          <a:p>
            <a:r>
              <a:t>      "chain_colors": {</a:t>
            </a:r>
          </a:p>
          <a:p>
            <a:r>
              <a:t>        "BhR2_bmr6717__SPEACHAF__0692": {</a:t>
            </a:r>
          </a:p>
          <a:p>
            <a:r>
              <a:t>          "A": "#2CA02C"</a:t>
            </a:r>
          </a:p>
          <a:p>
            <a:r>
              <a:t>        },</a:t>
            </a:r>
          </a:p>
          <a:p>
            <a:r>
              <a:t>        "BhR2_bmr6717__SPEACHAF__0937": {</a:t>
            </a:r>
          </a:p>
          <a:p>
            <a:r>
              <a:t>          "A": "#2CA02C"</a:t>
            </a:r>
          </a:p>
          <a:p>
            <a:r>
              <a:t>        },</a:t>
            </a:r>
          </a:p>
          <a:p>
            <a:r>
              <a:t>        "BhR2_bmr6717__SPEACHAF__0272": {</a:t>
            </a:r>
          </a:p>
          <a:p>
            <a:r>
              <a:t>          "A": "#2CA02C"</a:t>
            </a:r>
          </a:p>
          <a:p>
            <a:r>
              <a:t>        },</a:t>
            </a:r>
          </a:p>
          <a:p>
            <a:r>
              <a:t>        "BhR2_bmr6717__SPEACHAF__0167": {</a:t>
            </a:r>
          </a:p>
          <a:p>
            <a:r>
              <a:t>          "A": "#2CA02C"</a:t>
            </a:r>
          </a:p>
          <a:p>
            <a:r>
              <a:t>        },</a:t>
            </a:r>
          </a:p>
          <a:p>
            <a:r>
              <a:t>        "BhR2_bmr6717__SPEACHAF__0027": {</a:t>
            </a:r>
          </a:p>
          <a:p>
            <a:r>
              <a:t>          "A": "#2CA02C"</a:t>
            </a:r>
          </a:p>
          <a:p>
            <a:r>
              <a:t>        },</a:t>
            </a:r>
          </a:p>
          <a:p>
            <a:r>
              <a:t>        "BhR2_bmr6717__SPEACHAF__0202": {</a:t>
            </a:r>
          </a:p>
          <a:p>
            <a:r>
              <a:t>          "A": "#D62728"</a:t>
            </a:r>
          </a:p>
          <a:p>
            <a:r>
              <a:t>        }</a:t>
            </a:r>
          </a:p>
          <a:p>
            <a:r>
              <a:t>      },</a:t>
            </a:r>
          </a:p>
          <a:p>
            <a:r>
              <a:t>      "models": [</a:t>
            </a:r>
          </a:p>
          <a:p>
            <a:r>
              <a:t>        {</a:t>
            </a:r>
          </a:p>
          <a:p>
            <a:r>
              <a:t>          "model": "BhR2_bmr6717__SPEACHAF__0692",</a:t>
            </a:r>
          </a:p>
          <a:p>
            <a:r>
              <a:t>          "cluster_label": "C1.3",</a:t>
            </a:r>
          </a:p>
          <a:p>
            <a:r>
              <a:t>          "color": "#2ca02c",</a:t>
            </a:r>
          </a:p>
          <a:p>
            <a:r>
              <a:t>          "rank": 1,</a:t>
            </a:r>
          </a:p>
          <a:p>
            <a:r>
              <a:t>          "confidence": 67.6439696044688,</a:t>
            </a:r>
          </a:p>
          <a:p>
            <a:r>
              <a:t>          "pdb_sha256": "a7ea6a641e9dcbd964ae1babfc7c37494b085bdd4915fd82ad879b74a4df95b7"</a:t>
            </a:r>
          </a:p>
          <a:p>
            <a:r>
              <a:t>        },</a:t>
            </a:r>
          </a:p>
          <a:p>
            <a:r>
              <a:t>        {</a:t>
            </a:r>
          </a:p>
          <a:p>
            <a:r>
              <a:t>          "model": "BhR2_bmr6717__SPEACHAF__0937",</a:t>
            </a:r>
          </a:p>
          <a:p>
            <a:r>
              <a:t>          "cluster_label": "C1.3",</a:t>
            </a:r>
          </a:p>
          <a:p>
            <a:r>
              <a:t>          "color": "#2ca02c",</a:t>
            </a:r>
          </a:p>
          <a:p>
            <a:r>
              <a:t>          "rank": 2,</a:t>
            </a:r>
          </a:p>
          <a:p>
            <a:r>
              <a:t>          "confidence": 67.50427255328927,</a:t>
            </a:r>
          </a:p>
          <a:p>
            <a:r>
              <a:t>          "pdb_sha256": "d95654357c85a6a3df08b6cabb409d6863dab3be22f083ceca18ebb23c1490dd"</a:t>
            </a:r>
          </a:p>
          <a:p>
            <a:r>
              <a:t>        },</a:t>
            </a:r>
          </a:p>
          <a:p>
            <a:r>
              <a:t>        {</a:t>
            </a:r>
          </a:p>
          <a:p>
            <a:r>
              <a:t>          "model": "BhR2_bmr6717__SPEACHAF__0272",</a:t>
            </a:r>
          </a:p>
          <a:p>
            <a:r>
              <a:t>          "cluster_label": "C1.3",</a:t>
            </a:r>
          </a:p>
          <a:p>
            <a:r>
              <a:t>          "color": "#2ca02c",</a:t>
            </a:r>
          </a:p>
          <a:p>
            <a:r>
              <a:t>          "rank": 3,</a:t>
            </a:r>
          </a:p>
          <a:p>
            <a:r>
              <a:t>          "confidence": 67.44871633753844,</a:t>
            </a:r>
          </a:p>
          <a:p>
            <a:r>
              <a:t>          "pdb_sha256": "6af489da0224f05f1157be840dfff65e1ce22b5fd46dc3e512d4cede71af3081"</a:t>
            </a:r>
          </a:p>
          <a:p>
            <a:r>
              <a:t>        },</a:t>
            </a:r>
          </a:p>
          <a:p>
            <a:r>
              <a:t>        {</a:t>
            </a:r>
          </a:p>
          <a:p>
            <a:r>
              <a:t>          "model": "BhR2_bmr6717__SPEACHAF__0167",</a:t>
            </a:r>
          </a:p>
          <a:p>
            <a:r>
              <a:t>          "cluster_label": "C1.3",</a:t>
            </a:r>
          </a:p>
          <a:p>
            <a:r>
              <a:t>          "color": "#2ca02c",</a:t>
            </a:r>
          </a:p>
          <a:p>
            <a:r>
              <a:t>          "rank": 4,</a:t>
            </a:r>
          </a:p>
          <a:p>
            <a:r>
              <a:t>          "confidence": 67.3885861312282,</a:t>
            </a:r>
          </a:p>
          <a:p>
            <a:r>
              <a:t>          "pdb_sha256": "b8fd8625e4dabcccd2300eb46e3d0b8b782a114e79d0460f10510ce797c2af2c"</a:t>
            </a:r>
          </a:p>
          <a:p>
            <a:r>
              <a:t>        },</a:t>
            </a:r>
          </a:p>
          <a:p>
            <a:r>
              <a:t>        {</a:t>
            </a:r>
          </a:p>
          <a:p>
            <a:r>
              <a:t>          "model": "BhR2_bmr6717__SPEACHAF__0027",</a:t>
            </a:r>
          </a:p>
          <a:p>
            <a:r>
              <a:t>          "cluster_label": "C1.3",</a:t>
            </a:r>
          </a:p>
          <a:p>
            <a:r>
              <a:t>          "color": "#2ca02c",</a:t>
            </a:r>
          </a:p>
          <a:p>
            <a:r>
              <a:t>          "rank": 5,</a:t>
            </a:r>
          </a:p>
          <a:p>
            <a:r>
              <a:t>          "confidence": 67.29807128988637,</a:t>
            </a:r>
          </a:p>
          <a:p>
            <a:r>
              <a:t>          "pdb_sha256": "260cf6a026a88ea4f58274c368c70e4fa89a8b18b896450e9a47d662d820df9b"</a:t>
            </a:r>
          </a:p>
          <a:p>
            <a:r>
              <a:t>        },</a:t>
            </a:r>
          </a:p>
          <a:p>
            <a:r>
              <a:t>        {</a:t>
            </a:r>
          </a:p>
          <a:p>
            <a:r>
              <a:t>          "model": "BhR2_bmr6717__SPEACHAF__0202",</a:t>
            </a:r>
          </a:p>
          <a:p>
            <a:r>
              <a:t>          "cluster_label": "C1.4",</a:t>
            </a:r>
          </a:p>
          <a:p>
            <a:r>
              <a:t>          "color": "#d62728",</a:t>
            </a:r>
          </a:p>
          <a:p>
            <a:r>
              <a:t>          "rank": 1,</a:t>
            </a:r>
          </a:p>
          <a:p>
            <a:r>
              <a:t>          "confidence": 65.8252726211591,</a:t>
            </a:r>
          </a:p>
          <a:p>
            <a:r>
              <a:t>          "pdb_sha256": "e7c42539550fa40f59a00fc0905b7f82658f94bb07c71b4c95527b69ed866fb0"</a:t>
            </a:r>
          </a:p>
          <a:p>
            <a:r>
              <a:t>        }</a:t>
            </a:r>
          </a:p>
          <a:p>
            <a:r>
              <a:t>      ],</a:t>
            </a:r>
          </a:p>
          <a:p>
            <a:r>
              <a:t>      "directory": "group-01",</a:t>
            </a:r>
          </a:p>
          <a:p>
            <a:r>
              <a:t>      "files": {</a:t>
            </a:r>
          </a:p>
          <a:p>
            <a:r>
              <a:t>        "residue_statistics.csv": {</a:t>
            </a:r>
          </a:p>
          <a:p>
            <a:r>
              <a:t>          "bytes": 6684,</a:t>
            </a:r>
          </a:p>
          <a:p>
            <a:r>
              <a:t>          "sha256": "1f177648af5d1d0bc415effdc876e74d60697c5ca1e7afae77e269d10cff2131"</a:t>
            </a:r>
          </a:p>
          <a:p>
            <a:r>
              <a:t>        },</a:t>
            </a:r>
          </a:p>
          <a:p>
            <a:r>
              <a:t>        "aligned_models.pdb": {</a:t>
            </a:r>
          </a:p>
          <a:p>
            <a:r>
              <a:t>          "bytes": 429802,</a:t>
            </a:r>
          </a:p>
          <a:p>
            <a:r>
              <a:t>          "sha256": "99ff221200add2520a2e057cb29057b60809c16fd6746955e51b1fe131224895"</a:t>
            </a:r>
          </a:p>
          <a:p>
            <a:r>
              <a:t>        },</a:t>
            </a:r>
          </a:p>
          <a:p>
            <a:r>
              <a:t>        "ensemble.pse": {</a:t>
            </a:r>
          </a:p>
          <a:p>
            <a:r>
              <a:t>          "bytes": 934589,</a:t>
            </a:r>
          </a:p>
          <a:p>
            <a:r>
              <a:t>          "sha256": "c2c1a15de79c6c69d1203e1d9f9aa6ba813f25f12aeb97a8d3fcca7a825179c5"</a:t>
            </a:r>
          </a:p>
          <a:p>
            <a:r>
              <a:t>        },</a:t>
            </a:r>
          </a:p>
          <a:p>
            <a:r>
              <a:t>        "ensemble.png": {</a:t>
            </a:r>
          </a:p>
          <a:p>
            <a:r>
              <a:t>          "bytes": 141062,</a:t>
            </a:r>
          </a:p>
          <a:p>
            <a:r>
              <a:t>          "sha256": "ae732076481c63bd929a2aa329514738fb99aad449a858f51364014543095e29"</a:t>
            </a:r>
          </a:p>
          <a:p>
            <a:r>
              <a:t>        },</a:t>
            </a:r>
          </a:p>
          <a:p>
            <a:r>
              <a:t>        "medoid.pdb": {</a:t>
            </a:r>
          </a:p>
          <a:p>
            <a:r>
              <a:t>          "bytes": 71615,</a:t>
            </a:r>
          </a:p>
          <a:p>
            <a:r>
              <a:t>          "sha256": "f2d718482e17486a11324a7f19a01545ab4f0a2a82abbee17bea712bcfd8921e"</a:t>
            </a:r>
          </a:p>
          <a:p>
            <a:r>
              <a:t>        }</a:t>
            </a:r>
          </a:p>
          <a:p>
            <a:r>
              <a:t>      }</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tm_group_18/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tm_group_18/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tm_group_18/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tm_group_18/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tm_group_18/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tm_group_18/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tm_group_18/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tm_group_18/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tm_group_18/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tm_group_18/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tm_group_18/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tm_group_18/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tm_group_18/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tm_group_18/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m_group_18/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m_heatmap/notesMasters/_rels/notesMaster1.xml.rels><?xml version='1.0' encoding='utf-8'?>
<Relationships xmlns="http://schemas.openxmlformats.org/package/2006/relationships"><Relationship Type="http://schemas.openxmlformats.org/officeDocument/2006/relationships/theme" Target="theme/theme3.xml" Id="R1ac747f50783486c" /></Relationships>
</file>

<file path=ppt/tm_heatmap/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tm_heatmap/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m_heatmap/notesSlides/_rels/notesSlide1.xml.rels><?xml version='1.0' encoding='utf-8'?>
<Relationships xmlns="http://schemas.openxmlformats.org/package/2006/relationships"><Relationship Type="http://schemas.openxmlformats.org/officeDocument/2006/relationships/slide" Target="../../slides/slide14.xml" Id="Ra9431e46019a4117" /><Relationship Type="http://schemas.openxmlformats.org/officeDocument/2006/relationships/notesMaster" Target="../notesMasters/notesMaster1.xml" Id="R8d617f0bfd934bc4" /></Relationships>
</file>

<file path=ppt/tm_heatmap/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BhR2_bmr6717_largest_child</ns1:t>
            </ns1:r>
          </ns1:p>
          <ns1:p>
            <ns1:r>
              <ns1:t>Each representative minimizes mean chain-corresponded, rigid-fit Cα RMSD among only that cluster's selected models (up to five). Ties use selection order.</ns1:t>
            </ns1:r>
          </ns1:p>
          <ns1:p>
            <ns1:r>
              <ns1:t>These selected-ensemble medoids can differ from the full-cluster medoids used to align the structure slides. Those alignments and models are unchanged.</ns1:t>
            </ns1:r>
          </ns1:p>
          <ns1:p>
            <ns1:r>
              <ns1:t>TM-scores use protein Cα US-align, all chains of the first model, multimer mode for complexes, average-length normalization and the mean of both input directions. No -fast approximation. Diagonal self-similarities are 1.</ns1:t>
            </ns1:r>
          </ns1:p>
          <ns1:p>
            <ns1:r>
              <ns1:t>Cells display two decimal places. The JSON and CSV retain all reported score precision.</ns1:t>
            </ns1:r>
          </ns1:p>
          <ns1:p>
            <ns1:r>
              <ns1:t>Method: https://github.com/pylelab/USalign</ns1:t>
            </ns1:r>
          </ns1:p>
          <ns1:p>
            <ns1:r>
              <ns1:t>Source data: [private source path]</ns1:t>
            </ns1:r>
          </ns1:p>
          <ns1:p>
            <ns1:r>
              <ns1:t>{"identifier":"BhR2_bmr6717_largest_child","terminal_detection":{"schema_version":1,"method":"terminal_distance_variance_and_domain_boundaries_v3","settings":{"enabled":true,"minimum_models":3,"minimum_segment_residues":3,"maximum_terminal_fraction":0.49,"minimum_distance_sd_angstrom":2,"minimum_high_variance_fraction":0.6,"robust_mad_multiplier":3,"neighbor_exclusion":3,"rigid_segment_sd_angstrom":1,"minimum_remaining_residues":10,"comparison_scope":"all_residues","preserve_rigid_segments":false,"exclude_unassigned_terminals":true,"minimum_chain_residues_for_trimming":16,"maximum_excluded_fraction":0.25},"model_count":11000,"segments":[],"excluded_indices":[],"retained_indices":[0,1,2,3,4,5,6,7,8,9,10,11,12,13,14,15,16,17,18,19,20,21,22,23,24,25,26,27,28,29,30,31,32,33,34,35,36,37,38,39,40,41,42,43,44,45,46,47,48,49,50,51,52,53,54,55,56,57,58,59,60,61,62,63,64,65,66,67,68,69,70,71,72,73,74,75,76,77,78,79,80,81,82,83,84,85,86,87,88,89,90,91,92,93,94,95,96,97,98,99,100,101,102,103,104,105,106],"chains":[{"chain":"A","sd_cutoff_angstrom":10.33664221037834,"indices":[0,1,2,3,4,5,6,7,8,9,10,11,12,13,14,15,16,17,18,19,20,21,22,23,24,25,26,27,28,29,30,31,32,33,34,35,36,37,38,39,40,41,42,43,44,45,46,47,48,49,50,51,52,53,54,55,56,57,58,59,60,61,62,63,64,65,66,67,68,69,70,71,72,73,74,75,76,77,78,79,80,81,82,83,84,85,86,87,88,89,90,91,92,93,94,95,96,97,98,99,100,101,102,103,104,105,106],"high_variance_fractions":[0.1262135922330097,0.10784313725490197,0.0891089108910891,0.08,0.07,0.06,0.05,0.04,0.03,0.03,0.01,0.01,0.01,0,0.01,0.03,0.01,0.01,0.01,0.01,0.01,0.02,0.02,0.03,0.03,0.04,0.05,0.06,0.1,0.09,0.08,0.1,0.1,0.1,0.09,0.1,0.1,0.1,0.09,0.08,0.06,0.06,0.05,0.06,0.07,0.07,0.06,0.08,0.08,0.05,0.01,0,0,0,0.01,0.02,0.04,0.05,0.07,0.07,0.05,0.07,0.08,0.05,0.05,0.08,0.07,0.05,0.05,0.08,0.05,0.05,0.05,0.06,0.05,0.04,0.05,0.05,0.04,0.02,0.05,0.05,0.01,0.01,0.03,0.02,0.01,0,0,0,0,0,0,0,0.01,0.01,0.02,0.09,0.13,0.21,0.28,0.36,0.52,0.58,0.6336633663366337,0.6764705882352942,0.8058252427184466],"decisions":[]}],"input_residue_keys":[["A","1"],["A","2"],["A","3"],["A","4"],["A","5"],["A","6"],["A","7"],["A","8"],["A","9"],["A","10"],["A","11"],["A","12"],["A","13"],["A","14"],["A","15"],["A","16"],["A","17"],["A","18"],["A","19"],["A","20"],["A","21"],["A","22"],["A","23"],["A","24"],["A","25"],["A","26"],["A","27"],["A","28"],["A","29"],["A","30"],["A","31"],["A","32"],["A","33"],["A","34"],["A","35"],["A","36"],["A","37"],["A","38"],["A","39"],["A","40"],["A","41"],["A","42"],["A","43"],["A","44"],["A","45"],["A","46"],["A","47"],["A","48"],["A","49"],["A","50"],["A","51"],["A","52"],["A","53"],["A","54"],["A","55"],["A","56"],["A","57"],["A","58"],["A","59"],["A","60"],["A","61"],["A","62"],["A","63"],["A","64"],["A","65"],["A","66"],["A","67"],["A","68"],["A","69"],["A","70"],["A","71"],["A","72"],["A","73"],["A","74"],["A","75"],["A","76"],["A","77"],["A","78"],["A","79"],["A","80"],["A","81"],["A","82"],["A","83"],["A","84"],["A","85"],["A","86"],["A","87"],["A","88"],["A","89"],["A","90"],["A","91"],["A","92"],["A","93"],["A","94"],["A","95"],["A","96"],["A","97"],["A","98"],["A","99"],["A","100"],["A","101"],["A","102"],["A","103"],["A","104"],["A","105"],["A","106"],["A","107"]],"interpretation":"High-variance terminal candidates; biological disorder is not established.","terminal_anchor_domains":[{"chain":"A","cores":[{"key":"domain_1","chain":"A","indices":[6,7,8,9,10,11,12,13,14,15,16,17,18,19,20,21,22,23,24,50,51,52,53,54,55,56,57,58],"segments":[[6,24],[50,58]],"residue_keys":[["A","7"],["A","8"],["A","9"],["A","10"],["A","11"],["A","12"],["A","13"],["A","14"],["A","15"],["A","16"],["A","17"],["A","18"],["A","19"],["A","20"],["A","21"],["A","22"],["A","23"],["A","24"],["A","25"],["A","51"],["A","52"],["A","53"],["A","54"],["A","55"],["A","56"],["A","57"],["A","58"],["A","59"]],"within_variance_median_angstrom2":0.26900956113674357,"within_variance_q90_angstrom2":0.681887818724287},{"key":"domain_2","chain":"A","indices":[59,60,61,62,63,64,65,66,67,68,69,70,71,72,73,74,75,76,77,78,79,80,81,82,83],"segments":[[59,83]],"residue_keys":[["A","60"],["A","61"],["A","62"],["A","63"],["A","64"],["A","65"],["A","66"],["A","67"],["A","68"],["A","69"],["A","70"],["A","71"],["A","72"],["A","73"],["A","74"],["A","75"],["A","76"],["A","77"],["A","78"],["A","79"],["A","80"],["A","81"],["A","82"],["A","83"],["A","84"]],"within_variance_median_angstrom2":0.3163980445021327,"within_variance_q90_angstrom2":1.1744258495820237}],"input_indices":[0,1,2,3,4,5,6,7,8,9,10,11,12,13,14,15,16,17,18,19,20,21,22,23,24,25,26,27,28,29,30,31,32,33,34,35,36,37,38,39,40,41,42,43,44,45,46,47,48,49,50,51,52,53,54,55,56,57,58,59,60,61,62,63,64,65,66,67,68,69,70,71,72,73,74,75,76,77,78,79,80,81,82,83,84,85,86,87,88,89,90,91,92,93,94,95,96,97,98,99,100,101,102,103,104,105,106],"settings":{"distance_sd_cutoff_angstrom":1,"minimum_core_residues":20,"minimum_core_coverage":0.7,"minimum_inter_core_variance_ratio":4,"minimum_inter_core_sd_angstrom":1,"minimum_models":3}}],"domain_evidence":{"method":"average_linkage_distance_sd_per_chain_v2","settings":{"distance_sd_cutoff_angstrom":1,"minimum_core_residues":20,"minimum_core_coverage":0.7,"minimum_inter_core_variance_ratio":4,"minimum_inter_core_sd_angstrom":1,"minimum_models":3},"core_coverage":0.4953271028037383,"cores":[{"key":"domain_1","chain":"A","indices":[6,7,8,9,10,11,12,13,14,15,16,17,18,19,20,21,22,23,24,50,51,52,53,54,55,56,57,58],"segments":[[6,24],[50,58]],"residue_keys":[["A","7"],["A","8"],["A","9"],["A","10"],["A","11"],["A","12"],["A","13"],["A","14"],["A","15"],["A","16"],["A","17"],["A","18"],["A","19"],["A","20"],["A","21"],["A","22"],["A","23"],["A","24"],["A","25"],["A","51"],["A","52"],["A","53"],["A","54"],["A","55"],["A","56"],["A","57"],["A","58"],["A","59"]],"within_variance_median_angstrom2":0.26900956113674357,"within_variance_q90_angstrom2":0.681887818724287},{"key":"domain_2","chain":"A","indices":[59,60,61,62,63,64,65,66,67,68,69,70,71,72,73,74,75,76,77,78,79,80,81,82,83],"segments":[[59,83]],"residue_keys":[["A","60"],["A","61"],["A","62"],["A","63"],["A","64"],["A","65"],["A","66"],["A","67"],["A","68"],["A","69"],["A","70"],["A","71"],["A","72"],["A","73"],["A","74"],["A","75"],["A","76"],["A","77"],["A","78"],["A","79"],["A","80"],["A","81"],["A","82"],["A","83"],["A","84"]],"within_variance_median_angstrom2":0.3163980445021327,"within_variance_q90_angstrom2":1.1744258495820237}],"unassigned_indices":[0,1,2,3,4,5,25,26,27,28,29,30,31,32,33,34,35,36,37,38,39,40,41,42,43,44,45,46,47,48,49,84,85,86,87,88,89,90,91,92,93,94,95,96,97,98,99,100,101,102,103,104,105,106]},"retention_budget_decisions":[{"chain":"A","reason":"Abstained: combined N/C exclusions exceed the 25% per-chain sequence budget.","proposed_indices":[0,1,2,3,4,5,84,85,86,87,88,89,90,91,92,93,94,95,96,97,98,99,100,101,102,103,104,105,106],"maximum_excluded_residues":26,"retained_chain_residues":107}],"input_feature_count":5671,"retained_feature_count":5671,"pair_mask_sha256":"679d59c25b2a38154afb55ca63125ebb0a01b2902a73e6284db55e90eeff6e1b","reference_positions":[0,1,2,3,4,5,6,7,8,9,10,11,12,13,14,15,16,17,18,19,20,21,22,23,24,25,26,27,28,29,30,31,32,33,34,35,36,37,38,39,40,41,42,43,44,45,46,47,48,49,50,51,52,53,54,55,56,57,58,59,60,61,62,63,64,65,66,67,68,69,70,71,72,73,74,75,76,77,78,79,80,81,82,83,84,85,86,87,88,89,90,91,92,93,94,95,96,97,98,99,100,101,102,103,104,105,106],"retained_reference_positions":[0,1,2,3,4,5,6,7,8,9,10,11,12,13,14,15,16,17,18,19,20,21,22,23,24,25,26,27,28,29,30,31,32,33,34,35,36,37,38,39,40,41,42,43,44,45,46,47,48,49,50,51,52,53,54,55,56,57,58,59,60,61,62,63,64,65,66,67,68,69,70,71,72,73,74,75,76,77,78,79,80,81,82,83,84,85,86,87,88,89,90,91,92,93,94,95,96,97,98,99,100,101,102,103,104,105,106],"residue_labels":["M1","A2","G3","D4","P5","M6","N7","H8","Y9","V10","Y11","I12","L13","E14","C15","K16","D17","G18","S19","W20","Y21","T22","G23","Y24","T25","T26","D27","V28","D29","R30","R31","I32","K33","K34","H35","A36","S37","G38","K39","G40","A41","K42","Y43","T44","R45","G46","R47","G48","P49","F50","R51","L52","V53","A54","T55","W56","A57","F58","P59","S60","K61","E62","E63","A64","M65","R66","W67","E68","Y69","E70","V71","K72","H73","L74","S75","R76","R77","K78","K79","E80","Q81","L82","V83","S84","L85","K86","G87","G88","P89","Y90","E91","N92","T93","T94","K95","L96","S97","T98","T99","L100","E101","H102","H103","H104","H105","H106","H107"],"mask_scope":"frozen_prediction_predecessor","comparison_model_count":9856},"alignment_inputs":[],"medoid_population":"selected_models_only","medoid_metric":"whole_complex_chain_corresponded_ca_rmsd","outlier_rejection":false,"tm_metric":"mean_bidirectional_average_length_normalized_usalign","alignment_mode":"monomer","normalization":"average_structure_length","executable":"[private source path] * US-align (Version 20241108)                                      *\n * Universal Structure Alignment of Proteins and Nucleic Acids      *\n * Reference: C Zhang, M Shine, AM Pyle, Y Zhang. (2022) Nat Methods*\n *            C Zhang, AM Pyle (2022) iScience.                     *\n * Please email comments and suggestions to zhang@zhanggroup.org    *\n ********************************************************************","options":["-mol","prot","-ter","1","-a","T"],"medoids":[{"cluster_label":"C1.1","color":"#1f77b4","model":"BhR2_bmr6717__AlphaFlowMD__0298","source_path":"[private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tm_heatmap/slideLayouts/_rels/slideLayout1.xml.rels><?xml version='1.0' encoding='utf-8'?>
<Relationships xmlns="http://schemas.openxmlformats.org/package/2006/relationships"><Relationship Type="http://schemas.openxmlformats.org/officeDocument/2006/relationships/slideMaster" Target="../slideMasters/slideMaster1.xml" Id="R26bcf9ceadcf4ee4" /></Relationships>
</file>

<file path=ppt/tm_heatmap/slideLayouts/_rels/slideLayout2.xml.rels><?xml version='1.0' encoding='utf-8'?>
<Relationships xmlns="http://schemas.openxmlformats.org/package/2006/relationships"><Relationship Type="http://schemas.openxmlformats.org/officeDocument/2006/relationships/slideMaster" Target="../slideMasters/slideMaster1.xml" Id="R1ac8a7607dbe4119" /></Relationships>
</file>

<file path=ppt/tm_heatmap/slideLayouts/_rels/slideLayout3.xml.rels><?xml version='1.0' encoding='utf-8'?>
<Relationships xmlns="http://schemas.openxmlformats.org/package/2006/relationships"><Relationship Type="http://schemas.openxmlformats.org/officeDocument/2006/relationships/slideMaster" Target="../slideMasters/slideMaster1.xml" Id="R8d33e7751e334dc4" /></Relationships>
</file>

<file path=ppt/tm_heatmap/slideLayouts/_rels/slideLayout4.xml.rels><?xml version='1.0' encoding='utf-8'?>
<Relationships xmlns="http://schemas.openxmlformats.org/package/2006/relationships"><Relationship Type="http://schemas.openxmlformats.org/officeDocument/2006/relationships/slideMaster" Target="../slideMasters/slideMaster1.xml" Id="Re45d6e9d95524f5a" /></Relationships>
</file>

<file path=ppt/tm_heatmap/slideLayouts/_rels/slideLayout5.xml.rels><?xml version='1.0' encoding='utf-8'?>
<Relationships xmlns="http://schemas.openxmlformats.org/package/2006/relationships"><Relationship Type="http://schemas.openxmlformats.org/officeDocument/2006/relationships/slideMaster" Target="../slideMasters/slideMaster1.xml" Id="Raf7538e5e0584f45" /></Relationships>
</file>

<file path=ppt/tm_heatmap/slideLayouts/_rels/slideLayout6.xml.rels><?xml version='1.0' encoding='utf-8'?>
<Relationships xmlns="http://schemas.openxmlformats.org/package/2006/relationships"><Relationship Type="http://schemas.openxmlformats.org/officeDocument/2006/relationships/slideMaster" Target="../slideMasters/slideMaster1.xml" Id="Rb051d77e6e0c401a" /></Relationships>
</file>

<file path=ppt/tm_heatmap/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856CC4-E6B1-4560-B39E-95DFB11889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A330499-763A-497B-8969-CB14E998AF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tm_heatmap/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62EC900-24CE-4558-8A99-6DEBE5FABF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tm_heatmap/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8F7387-1C4E-40CA-A8D1-3EB338BD6F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813BC9-33B3-4217-B6D3-3E8DFA1A7CD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tm_heatmap/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9691DC-F107-4775-BFEE-4C6E793A2A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F46E89-C208-4A28-B080-6A61A50CEC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E28043-EC23-4E01-B720-058232F19F1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tm_heatmap/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2A6506-EE39-402B-AB90-32B648E760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9C4739-42D0-43E9-A72D-40B9CF5506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tm_heatmap/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tm_heatmap/slideMasters/_rels/slideMaster1.xml.rels><?xml version='1.0' encoding='utf-8'?>
<Relationships xmlns="http://schemas.openxmlformats.org/package/2006/relationships"><Relationship Type="http://schemas.openxmlformats.org/officeDocument/2006/relationships/theme" Target="theme/theme2.xml" Id="Rdd4769d9f12b47a0" /><Relationship Type="http://schemas.openxmlformats.org/officeDocument/2006/relationships/slideLayout" Target="../slideLayouts/slideLayout1.xml" Id="R169b4d9933624de6" /><Relationship Type="http://schemas.openxmlformats.org/officeDocument/2006/relationships/slideLayout" Target="../slideLayouts/slideLayout2.xml" Id="Re963bf7f660e400f" /><Relationship Type="http://schemas.openxmlformats.org/officeDocument/2006/relationships/slideLayout" Target="../slideLayouts/slideLayout3.xml" Id="Rbd310f7352c7424a" /><Relationship Type="http://schemas.openxmlformats.org/officeDocument/2006/relationships/slideLayout" Target="../slideLayouts/slideLayout4.xml" Id="R7388044ef3db4a79" /><Relationship Type="http://schemas.openxmlformats.org/officeDocument/2006/relationships/slideLayout" Target="../slideLayouts/slideLayout5.xml" Id="R0a7d13d279aa4c7b" /><Relationship Type="http://schemas.openxmlformats.org/officeDocument/2006/relationships/slideLayout" Target="../slideLayouts/slideLayout6.xml" Id="Rc34fc28d4cab496f" /></Relationships>
</file>

<file path=ppt/tm_heatmap/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9b4d9933624de6"/>
    <p:sldLayoutId xmlns:r="http://schemas.openxmlformats.org/officeDocument/2006/relationships" id="2147483650" r:id="Re963bf7f660e400f"/>
    <p:sldLayoutId xmlns:r="http://schemas.openxmlformats.org/officeDocument/2006/relationships" id="2147483651" r:id="Rbd310f7352c7424a"/>
    <p:sldLayoutId xmlns:r="http://schemas.openxmlformats.org/officeDocument/2006/relationships" id="2147483652" r:id="R7388044ef3db4a79"/>
    <p:sldLayoutId xmlns:r="http://schemas.openxmlformats.org/officeDocument/2006/relationships" id="2147483653" r:id="R0a7d13d279aa4c7b"/>
    <p:sldLayoutId xmlns:r="http://schemas.openxmlformats.org/officeDocument/2006/relationships" id="2147483654" r:id="Rc34fc28d4cab49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tm_heatmap/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2_workflow-pptx-4git_c_l/notesMasters/_rels/notesMaster1.xml.rels><?xml version='1.0' encoding='utf-8'?>
<Relationships xmlns="http://schemas.openxmlformats.org/package/2006/relationships"><Relationship Type="http://schemas.openxmlformats.org/officeDocument/2006/relationships/theme" Target="theme/theme3.xml" Id="R5cf0a63f2c8e426f" /></Relationships>
</file>

<file path=ppt/workflow_addition_12_workflow-pptx-4git_c_l/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2_workflow-pptx-4git_c_l/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2_workflow-pptx-4git_c_l/notesSlides/_rels/notesSlide1.xml.rels><?xml version='1.0' encoding='utf-8'?>
<Relationships xmlns="http://schemas.openxmlformats.org/package/2006/relationships"><Relationship Type="http://schemas.openxmlformats.org/officeDocument/2006/relationships/slide" Target="../../slides/slide12.xml" Id="Re51793251ee34810" /><Relationship Type="http://schemas.openxmlformats.org/officeDocument/2006/relationships/notesMaster" Target="../notesMasters/notesMaster1.xml" Id="R1baa7e625a3b42c4" /></Relationships>
</file>

<file path=ppt/workflow_addition_12_workflow-pptx-4git_c_l/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{"ensemble_panels":[{"image":"[private source path] C1.1","crop":{"left":0.21611111111111111,"top":0.10636363636363635,"right":0.315,"bottom":0.06909090909090912},"display_width":843.9999999999999,"display_height":907,"cluster_label":"C1.1","selected_count":5},{"image":"[private source path] C1.2","crop":{"left":0.21611111111111111,"top":0.10636363636363635,"right":0.315,"bottom":0.06909090909090912},"display_width":843.9999999999999,"display_height":907,"cluster_label":"C1.2","selected_count":5},{"image":"[private source path] C1.3","crop":{"left":0.21611111111111111,"top":0.10636363636363635,"right":0.315,"bottom":0.06909090909090912},"display_width":843.9999999999999,"display_height":907,"cluster_label":"C1.3","selected_count":5},{"image":"[private source path] C1.4","crop":{"left":0.21611111111111111,"top":0.10636363636363635,"right":0.315,"bottom":0.06909090909090912},"display_width":843.9999999999999,"display_height":907,"cluster_label":"C1.4","selected_count":1}],"caption":"Figure 12. Cluster ensembles (up to 5 models each), aligned to each full-cluster Cα RMSD medoid. Eligible models ranked by &lt;pLDDT&gt;; representative selection follows the recorded source scope."}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2_workflow-pptx-4git_c_l/slideLayouts/_rels/slideLayout1.xml.rels><?xml version='1.0' encoding='utf-8'?>
<Relationships xmlns="http://schemas.openxmlformats.org/package/2006/relationships"><Relationship Type="http://schemas.openxmlformats.org/officeDocument/2006/relationships/slideMaster" Target="../slideMasters/slideMaster1.xml" Id="R6bf10c5752344524" /></Relationships>
</file>

<file path=ppt/workflow_addition_12_workflow-pptx-4git_c_l/slideLayouts/_rels/slideLayout2.xml.rels><?xml version='1.0' encoding='utf-8'?>
<Relationships xmlns="http://schemas.openxmlformats.org/package/2006/relationships"><Relationship Type="http://schemas.openxmlformats.org/officeDocument/2006/relationships/slideMaster" Target="../slideMasters/slideMaster1.xml" Id="R8913fe72317e40d2" /></Relationships>
</file>

<file path=ppt/workflow_addition_12_workflow-pptx-4git_c_l/slideLayouts/_rels/slideLayout3.xml.rels><?xml version='1.0' encoding='utf-8'?>
<Relationships xmlns="http://schemas.openxmlformats.org/package/2006/relationships"><Relationship Type="http://schemas.openxmlformats.org/officeDocument/2006/relationships/slideMaster" Target="../slideMasters/slideMaster1.xml" Id="R7e3cbbcdc0a84f77" /></Relationships>
</file>

<file path=ppt/workflow_addition_12_workflow-pptx-4git_c_l/slideLayouts/_rels/slideLayout4.xml.rels><?xml version='1.0' encoding='utf-8'?>
<Relationships xmlns="http://schemas.openxmlformats.org/package/2006/relationships"><Relationship Type="http://schemas.openxmlformats.org/officeDocument/2006/relationships/slideMaster" Target="../slideMasters/slideMaster1.xml" Id="R2d8ae1f61e3e4e41" /></Relationships>
</file>

<file path=ppt/workflow_addition_12_workflow-pptx-4git_c_l/slideLayouts/_rels/slideLayout5.xml.rels><?xml version='1.0' encoding='utf-8'?>
<Relationships xmlns="http://schemas.openxmlformats.org/package/2006/relationships"><Relationship Type="http://schemas.openxmlformats.org/officeDocument/2006/relationships/slideMaster" Target="../slideMasters/slideMaster1.xml" Id="R8cad1d59fb174630" /></Relationships>
</file>

<file path=ppt/workflow_addition_12_workflow-pptx-4git_c_l/slideLayouts/_rels/slideLayout6.xml.rels><?xml version='1.0' encoding='utf-8'?>
<Relationships xmlns="http://schemas.openxmlformats.org/package/2006/relationships"><Relationship Type="http://schemas.openxmlformats.org/officeDocument/2006/relationships/slideMaster" Target="../slideMasters/slideMaster1.xml" Id="R591ce252541a4f49" /></Relationships>
</file>

<file path=ppt/workflow_addition_12_workflow-pptx-4git_c_l/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047CD0-9971-49E4-9862-C8BE7DC882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063C0D-784F-4695-B512-3DB997C9B1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2_workflow-pptx-4git_c_l/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4043D2F-183C-4BF4-BC1F-05B2EFE11E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2_workflow-pptx-4git_c_l/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A6F144-1713-40B6-A3C6-942B1E0A8D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6268D8-47F1-4E7D-A5CC-B25571CA7B8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2_workflow-pptx-4git_c_l/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08E3BE-B50F-458C-ADD3-8C9A6F6118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13C8CE-2C06-4437-BAD8-A2BE64BAC9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747ED3-1714-4F47-BA60-31758D42B4D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2_workflow-pptx-4git_c_l/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7B11E0-20D6-47B9-A9C4-A01F1CA9AA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7640DC-422D-4E5A-A24C-619B734B7D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2_workflow-pptx-4git_c_l/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2_workflow-pptx-4git_c_l/slideMasters/_rels/slideMaster1.xml.rels><?xml version='1.0' encoding='utf-8'?>
<Relationships xmlns="http://schemas.openxmlformats.org/package/2006/relationships"><Relationship Type="http://schemas.openxmlformats.org/officeDocument/2006/relationships/theme" Target="theme/theme2.xml" Id="R0387c353ec364ec4" /><Relationship Type="http://schemas.openxmlformats.org/officeDocument/2006/relationships/slideLayout" Target="../slideLayouts/slideLayout1.xml" Id="Rb58cc8c4d28d4f69" /><Relationship Type="http://schemas.openxmlformats.org/officeDocument/2006/relationships/slideLayout" Target="../slideLayouts/slideLayout2.xml" Id="Rb97ef7b90e5e469b" /><Relationship Type="http://schemas.openxmlformats.org/officeDocument/2006/relationships/slideLayout" Target="../slideLayouts/slideLayout3.xml" Id="R311c46c1ac8b49eb" /><Relationship Type="http://schemas.openxmlformats.org/officeDocument/2006/relationships/slideLayout" Target="../slideLayouts/slideLayout4.xml" Id="R1ba6d7719cdc4dea" /><Relationship Type="http://schemas.openxmlformats.org/officeDocument/2006/relationships/slideLayout" Target="../slideLayouts/slideLayout5.xml" Id="R4d6089546a61433c" /><Relationship Type="http://schemas.openxmlformats.org/officeDocument/2006/relationships/slideLayout" Target="../slideLayouts/slideLayout6.xml" Id="R31d973e510da4c0c" /></Relationships>
</file>

<file path=ppt/workflow_addition_12_workflow-pptx-4git_c_l/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8cc8c4d28d4f69"/>
    <p:sldLayoutId xmlns:r="http://schemas.openxmlformats.org/officeDocument/2006/relationships" id="2147483650" r:id="Rb97ef7b90e5e469b"/>
    <p:sldLayoutId xmlns:r="http://schemas.openxmlformats.org/officeDocument/2006/relationships" id="2147483651" r:id="R311c46c1ac8b49eb"/>
    <p:sldLayoutId xmlns:r="http://schemas.openxmlformats.org/officeDocument/2006/relationships" id="2147483652" r:id="R1ba6d7719cdc4dea"/>
    <p:sldLayoutId xmlns:r="http://schemas.openxmlformats.org/officeDocument/2006/relationships" id="2147483653" r:id="R4d6089546a61433c"/>
    <p:sldLayoutId xmlns:r="http://schemas.openxmlformats.org/officeDocument/2006/relationships" id="2147483654" r:id="R31d973e510da4c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2_workflow-pptx-4git_c_l/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3_workflow-pptx-4git_c_l/notesMasters/_rels/notesMaster1.xml.rels><?xml version='1.0' encoding='utf-8'?>
<Relationships xmlns="http://schemas.openxmlformats.org/package/2006/relationships"><Relationship Type="http://schemas.openxmlformats.org/officeDocument/2006/relationships/theme" Target="theme/theme3.xml" Id="Rab626dce4f304aad" /></Relationships>
</file>

<file path=ppt/workflow_addition_13_workflow-pptx-4git_c_l/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3_workflow-pptx-4git_c_l/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3_workflow-pptx-4git_c_l/notesSlides/_rels/notesSlide1.xml.rels><?xml version='1.0' encoding='utf-8'?>
<Relationships xmlns="http://schemas.openxmlformats.org/package/2006/relationships"><Relationship Type="http://schemas.openxmlformats.org/officeDocument/2006/relationships/slide" Target="../../slides/slide13.xml" Id="R9fefc5a9b9ca4c12" /><Relationship Type="http://schemas.openxmlformats.org/officeDocument/2006/relationships/notesMaster" Target="../notesMasters/notesMaster1.xml" Id="Rada6c44ed98e4c09" /></Relationships>
</file>

<file path=ppt/workflow_addition_13_workflow-pptx-4git_c_l/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onfidence_grid":{"metric":"mean_plddt","metric_label":"&lt;pLDDT&gt;","y_bounds":[40,100],"major_unit":5,"violin_series":[{"cluster_label":"C1.1","color":"#1f77b4","x":[-0.00044718193192338357,-0.00050763229238926,-0.000562419211757917,-0.0006086695791961383,-0.0006440142229501653,-0.000666905759252607,-0.0006768661448175577,-0.0006745879104360816,-0.0006618332696565594,-0.0006411279137080823,-0.0006153167524665817,-0.0005871097894845667,-0.0005587695380143222,-0.0005320615536493015,-0.0005085124723640305,-0.000489920628265522,-0.00047897755165967807,-0.0004798151453345852,-0.0004983093349539102,-0.0005420440739922712,-0.0006199509019627332,-0.0007417595422328797,-0.0009174917177524927,-0.0011572743579912484,-0.0014717202393422836,-0.0018730195818765685,-0.002376719763006529,-0.0030039752839127886,-0.003783872804870003,-0.004755325759345472,-0.005968029663144893,-0.00748209236397391,-0.009366195558032519,-0.011694467954484306,-0.014542592599592355,-0.017983948831518333,-0.02208671965215381,-0.026912818934287965,-0.032519202121129326,-0.038961675845277974,-0.04630082294002444,-0.05460922189757687,-0.0639788275671129,-0.07452717766824415,-0.08640092482044351,-0.0997750065349058,-0.11484559245996262,-0.13181496384763236,-0.1508669596329356,-0.1721328241611893,-0.19564929822356622,-0.22131339053683977,-0.24884088893078984,-0.2777374929292438,-0.30729159300490894,-0.3365955620422533,-0.36459791055037466,-0.39018251425546907,-0.412264806929154,-0.42989017120556094,-0.4423183544395948,-0.4490803199583541,-0.45,-0.44518124982521917,-0.434967588845614,-0.4198869259045816,-0.400594227614315,-0.37782215803988195,-0.3523444441789081,-0.3249510809991617,-0.29643035416827024,-0.2675511873764187,-0.23904067359860912,-0.211555062022408,-0.185646608695919,-0.16173211680874708,-0.14007056934288722,-0.12075647331672172,-0.10373257482968773,-0.08882127770810896,-0.07576961941895825,-0.06429931772326843,-0.054152202764868235,-0.045122686714877104,-0.037072424234845164,-0.029926929004302792,-0.023658240193253497,-0.018260525758765755,-0.013726092596222777,-0.010027754695848847,-0.007110669454220775,-0.004893683321652072,-0.0032779087437612778,-0.0021592306599329094,-0.0014417331911843912,-0.0010502569381692422,-0.0009418690436735782,-0.0011173947887310094,-0.0016348922531698488,-0.0026267610742887093,-0.004320882854539209,-0.007063733956005271,-0.011339953640163854,-0.017778963257288487,-0.027136071136669285,-0.040234801764196616,-0.057860926147878064,-0.08060825987501402,-0.10869152570108212,-0.14175966403900359,-0.17875836135553666,-0.2178960293288974,-0.25675662105367114,-0.2925732273727304,-0.3226328161947273,-0.3447364127133414,-0.3576065621286987,-0.3611300074266339,-0.3563554014054027,-0.3452284823637215,-0.33012288934739115,-0.31328870185994545,-0.296369494887235,-0.28011986402769534,-0.26439347064644203,-0.2483872671467682,-0.23104999064588863,-0.2115189925495678,0.2115189925495678,0.23104999064588863,0.2483872671467682,0.26439347064644203,0.28011986402769534,0.296369494887235,0.31328870185994545,0.33012288934739115,0.3452284823637215,0.3563554014054027,0.3611300074266339,0.3576065621286987,0.3447364127133414,0.3226328161947273,0.2925732273727304,0.25675662105367114,0.2178960293288974,0.17875836135553666,0.14175966403900359,0.10869152570108212,0.08060825987501402,0.057860926147878064,0.040234801764196616,0.027136071136669285,0.017778963257288487,0.011339953640163854,0.007063733956005271,0.004320882854539209,0.0026267610742887093,0.0016348922531698488,0.0011173947887310094,0.0009418690436735782,0.0010502569381692422,0.0014417331911843912,0.0021592306599329094,0.0032779087437612778,0.004893683321652072,0.007110669454220775,0.010027754695848847,0.013726092596222777,0.018260525758765755,0.023658240193253497,0.029926929004302792,0.037072424234845164,0.045122686714877104,0.054152202764868235,0.06429931772326843,0.07576961941895825,0.08882127770810896,0.10373257482968773,0.12075647331672172,0.14007056934288722,0.16173211680874708,0.185646608695919,0.211555062022408,0.23904067359860912,0.2675511873764187,0.29643035416827024,0.3249510809991617,0.3523444441789081,0.37782215803988195,0.400594227614315,0.4198869259045816,0.434967588845614,0.44518124982521917,0.45,0.4490803199583541,0.4423183544395948,0.42989017120556094,0.412264806929154,0.39018251425546907,0.36459791055037466,0.3365955620422533,0.30729159300490894,0.2777374929292438,0.24884088893078984,0.22131339053683977,0.19564929822356622,0.1721328241611893,0.1508669596329356,0.13181496384763236,0.11484559245996262,0.0997750065349058,0.08640092482044351,0.07452717766824415,0.0639788275671129,0.05460922189757687,0.04630082294002444,0.038961675845277974,0.032519202121129326,0.026912818934287965,0.02208671965215381,0.017983948831518333,0.014542592599592355,0.011694467954484306,0.009366195558032519,0.00748209236397391,0.005968029663144893,0.004755325759345472,0.003783872804870003,0.0030039752839127886,0.002376719763006529,0.0018730195818765685,0.0014717202393422836,0.0011572743579912484,0.0009174917177524927,0.0007417595422328797,0.0006199509019627332,0.0005420440739922712,0.0004983093349539102,0.0004798151453345852,0.00047897755165967807,0.000489920628265522,0.0005085124723640305,0.0005320615536493015,0.0005587695380143222,0.0005871097894845667,0.0006153167524665817,0.0006411279137080823,0.0006618332696565594,0.0006745879104360816,0.0006768661448175577,0.000666905759252607,0.0006440142229501653,0.0006086695791961383,0.000562419211757917,0.00050763229238926,0.00044718193192338357,-0.00044718193192338357],"y":[41.4132438880288,41.861683977043306,42.31012406605782,42.75856415507232,43.207004244086825,43.655444333101336,44.10388442211584,44.552324511130344,45.000764600144855,45.44920468915936,45.89764477817386,46.34608486718837,46.79452495620288,47.24296504521738,47.691405134231886,48.1398452232464,48.5882853122609,49.036725401275405,49.485165490289916,49.93360557930442,50.38204566831892,50.830485757333435,51.27892584634794,51.72736593536244,52.17580602437695,52.62424611339146,53.07268620240596,53.52112629142047,53.969566380434976,54.41800646944948,54.86644655846399,55.314886647478495,55.763326736493,56.21176682550751,56.660206914522014,57.10864700353652,57.55708709255103,58.00552718156553,58.45396727058004,58.90240735959455,59.35084744860905,59.799287537623556,60.24772762663807,60.69616771565257,61.144607804667075,61.593047893681586,62.04148798269608,62.489928071710594,62.938368160725105,63.3868082497396,63.83524833875411,64.28368842776862,64.73212851678312,65.18056860579763,65.62900869481214,66.07744878382664,66.52588887284115,66.97432896185566,67.42276905087016,67.87120913988467,68.31964922889918,68.76808931791368,69.21652940692819,69.6649694959427,70.1134095849572,70.56184967397171,71.01028976298622,71.45872985200072,71.90716994101523,72.35561003002974,72.80405011904423,73.25249020805875,73.70093029707326,74.14937038608775,74.59781047510226,75.04625056411678,75.49469065313127,75.94313074214578,76.3915708311603,76.84001092017479,77.2884510091893,77.73689109820381,78.18533118721831,78.63377127623282,79.08221136524733,79.53065145426183,79.97909154327634,80.42753163229085,80.87597172130535,81.32441181031986,81.77285189933437,82.22129198834887,82.66973207736336,83.11817216637789,83.56661225539239,84.01505234440688,84.46349243342141,84.9119325224359,85.3603726114504,85.80881270046493,86.25725278947942,86.70569287849392,87.15413296750845,87.60257305652294,88.05101314553744,88.49945323455196,88.94789332356646,89.39633341258096,89.84477350159548,90.29321359060998,90.74165367962448,91.190093768639,91.6385338576535,92.086973946668,92.53541403568252,92.98385412469702,93.43229421371151,93.88073430272603,94.32917439174054,94.77761448075503,95.22605456976954,95.67449465878406,96.12293474779855,96.57137483681306,97.01981492582757,97.46825501484207,97.91669510385658,98.3651351928711,98.3651351928711,97.91669510385658,97.46825501484207,97.01981492582757,96.57137483681306,96.12293474779855,95.67449465878406,95.22605456976954,94.77761448075503,94.32917439174054,93.88073430272603,93.43229421371151,92.98385412469702,92.53541403568252,92.086973946668,91.6385338576535,91.190093768639,90.74165367962448,90.29321359060998,89.84477350159548,89.39633341258096,88.94789332356646,88.49945323455196,88.05101314553744,87.60257305652294,87.15413296750845,86.70569287849392,86.25725278947942,85.80881270046493,85.3603726114504,84.9119325224359,84.46349243342141,84.01505234440688,83.56661225539239,83.11817216637789,82.66973207736336,82.22129198834887,81.77285189933437,81.32441181031986,80.87597172130535,80.42753163229085,79.97909154327634,79.53065145426183,79.08221136524733,78.63377127623282,78.18533118721831,77.73689109820381,77.2884510091893,76.84001092017479,76.3915708311603,75.94313074214578,75.49469065313127,75.04625056411678,74.59781047510226,74.14937038608775,73.70093029707326,73.25249020805875,72.80405011904423,72.35561003002974,71.90716994101523,71.45872985200072,71.01028976298622,70.56184967397171,70.1134095849572,69.6649694959427,69.21652940692819,68.76808931791368,68.31964922889918,67.87120913988467,67.42276905087016,66.97432896185566,66.52588887284115,66.07744878382664,65.62900869481214,65.18056860579763,64.73212851678312,64.28368842776862,63.83524833875411,63.3868082497396,62.938368160725105,62.489928071710594,62.04148798269608,61.593047893681586,61.144607804667075,60.69616771565257,60.24772762663807,59.799287537623556,59.35084744860905,58.90240735959455,58.45396727058004,58.00552718156553,57.55708709255103,57.10864700353652,56.660206914522014,56.21176682550751,55.763326736493,55.314886647478495,54.86644655846399,54.41800646944948,53.969566380434976,53.52112629142047,53.07268620240596,52.62424611339146,52.17580602437695,51.72736593536244,51.27892584634794,50.830485757333435,50.38204566831892,49.93360557930442,49.485165490289916,49.036725401275405,48.5882853122609,48.1398452232464,47.691405134231886,47.24296504521738,46.79452495620288,46.34608486718837,45.89764477817386,45.44920468915936,45.000764600144855,44.552324511130344,44.10388442211584,43.655444333101336,43.207004244086825,42.75856415507232,42.31012406605782,41.861683977043306,41.4132438880288,41.4132438880288],"scored_count":7811,"cluster_size":9809},{"cluster_label":"C1.2","color":"#ff7f0e","x":[0.8994252517941301,0.8948373463211388,0.8901915312338614,0.8854794559507335,0.8806908913001344,0.875814018339083,0.870835787757265,0.8657423412366855,0.8605194837061338,0.8551531933230987,0.8496301543183217,0.8439382966200197,0.8380673254858949,0.8320092242421191,0.8257587136671092,0.8193136525515492,0.8126753654797794,0.8058488858591444,0.7988431046031486,0.7916708175700773,0.7843486677786373,0.7768969814701363,0.7693395001633909,0.7617030138588874,0.7540169034011563,0.7463126026221016,0.7386229931914785,0.7309817470371944,0.7234226327226365,0.7159788032523148,0.7086820834043943,0.7015622748582202,0.6946464971054727,0.6879585814263096,0.6815185341043422,0.6753420835825434,0.669440324464446,0.6638194691840869,0.6584807158463224,0.6534202382204974,0.6486293011967937,0.6440945022287914,0.6397981364290763,0.6357186801003394,0.6318313846157582,0.6281089697568198,0.6245224029249131,0.621041748120242,0.6176370662891668,0.6142793466440246,0.6109414469278702,0.6075990194013776,0.6042313986415367,0.6008224271273831,0.5973611951046084,0.5938426724119207,0.5902682118433886,0.5866459062147034,0.5829907845733477,0.5793248368883686,0.5756768609899148,0.5720821303849175,0.5685818867085995,0.565222665811701,0.5620554716429199,0.5591348169660357,0.556517654352318,0.5542622246199524,0.5524268527824869,0.5510687234753054,0.5502426686496997,0.55,0.5503874171135034,0.5514460197509973,0.5532104490756204,0.5557081781960951,0.5589589672653099,0.5629744927979559,0.5677581550835901,0.5733050618254766,0.5796021806765894,0.586628648401245,0.5943562201618171,0.6027498390737817,0.6117683037979402,0.6213650106038549,0.6314887460441247,0.6420845070746106,0.6530943270391631,0.6644580882680884,0.676114304942905,0.6880008631613009,0.7000557085935303,0.712217475553732,0.7244260545339846,0.7366230981043611,0.7487524674439401,0.7607606235462463,0.7725969682938958,0.7842141411160101,0.7955682768660839,0.8066192299571329,0.81733076876734,0.8276707430028025,0.8376112252093647,0.8471286260979152,0.8562037819196727,0.864822010916151,0.8729731349715492,0.8806514620842139,0.8878557251938894,0.8945889732656125,0.90085841132501,0.9066751873196538,0.9120541251818457,0.9170134052037426,0.9215741947086484,0.9257602339064622,0.92959738365146,0.9331131434752092,0.9363361496568066,0.939295664141022,0.9420210657665554,0.9445413554856648,0.9468846870303244,0.9490779338175438,0.9511463018181237,0.953112996687488,1.046887003312512,1.0488536981818763,1.050922066182456,1.0531153129696758,1.0554586445143352,1.0579789342334447,1.060704335858978,1.0636638503431934,1.0668868565247909,1.07040261634854,1.0742397660935379,1.0784258052913516,1.0829865947962574,1.0879458748181543,1.0933248126803463,1.09914158867499,1.1054110267343875,1.1121442748061106,1.1193485379157861,1.1270268650284507,1.1351779890838491,1.1437962180803272,1.1528713739020848,1.1623887747906352,1.1723292569971975,1.18266923123266,1.1933807700428671,1.204431723133916,1.2157858588839898,1.2274030317061042,1.2392393764537537,1.25124753255606,1.263376901895639,1.2755739454660153,1.287782524446268,1.2999442914064696,1.3119991368386992,1.323885695057095,1.3355419117319116,1.3469056729608369,1.3579154929253894,1.3685112539558753,1.3786349893961451,1.3882316962020598,1.3972501609262182,1.405643779838183,1.4133713515987552,1.4203978193234106,1.4266949381745233,1.43224184491641,1.4370255072020441,1.44104103273469,1.444291821803905,1.4467895509243796,1.4485539802490028,1.4496125828864965,1.45,1.4497573313503003,1.4489312765246947,1.447573147217513,1.4457377753800476,1.443482345647682,1.4408651830339643,1.4379445283570802,1.434777334188299,1.4314181132914006,1.4279178696150825,1.4243231390100852,1.4206751631116314,1.4170092154266523,1.4133540937852966,1.4097317881566114,1.4061573275880792,1.4026388048953917,1.3991775728726168,1.3957686013584634,1.3924009805986224,1.3890585530721298,1.3857206533559754,1.3823629337108332,1.3789582518797578,1.3754775970750868,1.3718910302431802,1.3681686153842418,1.3642813198996606,1.3602018635709237,1.3559054977712086,1.3513706988032061,1.3465797617795026,1.3415192841536776,1.3361805308159131,1.330559675535554,1.3246579164174566,1.3184814658956578,1.3120414185736904,1.3053535028945273,1.2984377251417798,1.2913179165956057,1.2840211967476853,1.2765773672773635,1.2690182529628056,1.2613770068085215,1.2536873973778984,1.2459830965988437,1.2382969861411126,1.230660499836609,1.2231030185298637,1.2156513322213627,1.2083291824299227,1.2011568953968514,1.1941511141408556,1.1873246345202206,1.1806863474484508,1.1742412863328908,1.167990775757881,1.1619326745141052,1.1560617033799803,1.1503698456816784,1.1448468066769013,1.1394805162938662,1.1342576587633146,1.129164212242735,1.124185981660917,1.1193091086998657,1.1145205440492665,1.1098084687661385,1.1051626536788612,1.1005747482058699,0.8994252517941301],"y":[69.73293962805646,69.74574824291176,69.75855685776706,69.77136547262235,69.78417408747765,69.79698270233295,69.80979131718826,69.82259993204354,69.83540854689885,69.84821716175415,69.86102577660945,69.87383439146474,69.88664300632004,69.89945162117534,69.91226023603065,69.92506885088594,69.93787746574124,69.95068608059654,69.96349469545184,69.97630331030713,69.98911192516243,70.00192054001774,70.01472915487304,70.02753776972833,70.04034638458363,70.05315499943893,70.06596361429423,70.07877222914952,70.09158084400482,70.10438945886013,70.11719807371543,70.13000668857072,70.14281530342602,70.15562391828132,70.16843253313662,70.18124114799191,70.19404976284721,70.20685837770252,70.21966699255782,70.23247560741311,70.24528422226841,70.25809283712371,70.27090145197901,70.28371006683432,70.2965186816896,70.30932729654491,70.32213591140021,70.33494452625551,70.3477531411108,70.3605617559661,70.3733703708214,70.38617898567671,70.398987600532,70.4117962153873,70.4246048302426,70.4374134450979,70.45022205995319,70.4630306748085,70.4758392896638,70.4886479045191,70.50145651937439,70.51426513422969,70.52707374908499,70.5398823639403,70.55269097879558,70.56549959365088,70.57830820850619,70.59111682336149,70.60392543821678,70.61673405307208,70.62954266792738,70.64235128278268,70.65515989763797,70.66796851249327,70.68077712734858,70.69358574220388,70.70639435705917,70.71920297191447,70.73201158676977,70.74482020162507,70.75762881648036,70.77043743133567,70.78324604619097,70.79605466104627,70.80886327590156,70.82167189075686,70.83448050561216,70.84728912046747,70.86009773532277,70.87290635017806,70.88571496503336,70.89852357988866,70.91133219474396,70.92414080959925,70.93694942445455,70.94975803930986,70.96256665416516,70.97537526902045,70.98818388387575,71.00099249873105,71.01380111358635,71.02660972844164,71.03941834329694,71.05222695815225,71.06503557300755,71.07784418786284,71.09065280271814,71.10346141757344,71.11627003242874,71.12907864728403,71.14188726213933,71.15469587699464,71.16750449184994,71.18031310670523,71.19312172156053,71.20593033641583,71.21873895127113,71.23154756612642,71.24435618098173,71.25716479583703,71.26997341069233,71.28278202554762,71.29559064040292,71.30839925525822,71.32120787011353,71.33401648496881,71.34682509982412,71.35963371467942,71.35963371467942,71.34682509982412,71.33401648496881,71.32120787011353,71.30839925525822,71.29559064040292,71.28278202554762,71.26997341069233,71.25716479583703,71.24435618098173,71.23154756612642,71.21873895127113,71.20593033641583,71.19312172156053,71.18031310670523,71.16750449184994,71.15469587699464,71.14188726213933,71.12907864728403,71.11627003242874,71.10346141757344,71.09065280271814,71.07784418786284,71.06503557300755,71.05222695815225,71.03941834329694,71.02660972844164,71.01380111358635,71.00099249873105,70.98818388387575,70.97537526902045,70.96256665416516,70.94975803930986,70.93694942445455,70.92414080959925,70.91133219474396,70.89852357988866,70.88571496503336,70.87290635017806,70.86009773532277,70.84728912046747,70.83448050561216,70.82167189075686,70.80886327590156,70.79605466104627,70.78324604619097,70.77043743133567,70.75762881648036,70.74482020162507,70.73201158676977,70.71920297191447,70.70639435705917,70.69358574220388,70.68077712734858,70.66796851249327,70.65515989763797,70.64235128278268,70.62954266792738,70.61673405307208,70.60392543821678,70.59111682336149,70.57830820850619,70.56549959365088,70.55269097879558,70.5398823639403,70.52707374908499,70.51426513422969,70.50145651937439,70.4886479045191,70.4758392896638,70.4630306748085,70.45022205995319,70.4374134450979,70.4246048302426,70.4117962153873,70.398987600532,70.38617898567671,70.3733703708214,70.3605617559661,70.3477531411108,70.33494452625551,70.32213591140021,70.30932729654491,70.2965186816896,70.28371006683432,70.27090145197901,70.25809283712371,70.24528422226841,70.23247560741311,70.21966699255782,70.20685837770252,70.19404976284721,70.18124114799191,70.16843253313662,70.15562391828132,70.14281530342602,70.13000668857072,70.11719807371543,70.10438945886013,70.09158084400482,70.07877222914952,70.06596361429423,70.05315499943893,70.04034638458363,70.02753776972833,70.01472915487304,70.00192054001774,69.98911192516243,69.97630331030713,69.96349469545184,69.95068608059654,69.93787746574124,69.92506885088594,69.91226023603065,69.89945162117534,69.88664300632004,69.87383439146474,69.86102577660945,69.84821716175415,69.83540854689885,69.82259993204354,69.80979131718826,69.79698270233295,69.78417408747765,69.77136547262235,69.75855685776706,69.74574824291176,69.73293962805646,69.73293962805646],"scored_count":29,"cluster_size":29},{"cluster_label":"C1.3","color":"#2ca02c","x":[1.9649494538461447,1.9650105541775427,1.965193482238655,1.9654963094465456,1.9659158643316021,1.9664477861159353,1.9670865980401389,1.9678257986034355,1.9686579684606929,1.9695748903653088,1.9705676792692586,1.9716269194975746,1.9727428058081573,1.9739052851299352,1.9751041958409268,1.976329401597773,1.9775709169524032,1.9788190222801605,1.9800643658857322,1.9812980515363248,1.9825117100827332,1.9836975542552342,1.9848484161499864,1.9859577673410151,1.9870197219523533,1.988029023395439,1.9889810158110766,1.9898716015476543,1.9906971862541585,1.9914546133659152,1.992141089912604,1.9927541056829519,1.9932913478408478,1.9937506131063882,1.9941297195961198,1.9944264203632467,1.9946383205944913,1.99476280030912,1.9947969442703115,1.9947374806620173,1.99458072990754,1.9943225648105214,1.9939583829856575,1.9934830923157318,1.9928911099238742,1.9921763748858508,1.9913323746276628,1.9903521846604586,1.9892285210004437,1.9879538043099345,1.9865202344822503,1.9849198740844003,1.983144738775764,1.9811868925476892,1.9790385453888912,1.9766921507863393,1.974140500333004,1.9713768126443572,1.9683948137962106,1.9651888065972891,1.961753726208862,1.9580851799261056,1.9541794693435206,1.9500335936378623,1.945645233310232,1.9410127144233207,1.9361349541345139,1.9310113891401455,1.9256418894857477,1.9200266610328909,1.914166140673233,1.9080608891107655,1.9017114866588614,1.8951184379853323,1.8882820920534167,1.8812025836204047,1.8738798025440917,1.8663133967925236,1.8585028144442939,1.850447389103436,1.8421464720427456,1.8335996130501933,1.8248067904131997,1.815768688772645,1.8064870217599893,1.7969648944513155,1.7872071987930338,1.7772210333409968,1.7670161369758868,1.7566053247806972,1.7460049130559685,1.735235119564777,1.724320424594211,1.7132898783344097,1.7021773404398728,1.6910216384653405,1.6798666331603638,1.6687611803464675,1.6577589812564455,1.6469183157389398,1.636301655560641,1.6259751580979078,1.6160080439132714,1.6064718649662717,1.5974396734130538,1.588985104004952,1.5811813859036519,1.5741003021962738,1.567811117432999,1.5623794950497778,1.5578664275209144,1.554327202469464,1.55181042772454,1.5503571374504765,1.55,1.550762646098183,1.5526591334006952,1.5556935604598316,1.559859839760606,1.5651416358536887,1.5715124708171895,1.5789359954346842,1.5873664206927873,1.5967491005853622,1.607021253863877,1.618112809385832,1.6299473571635994,1.642443185168192,2.357556814831808,2.370052642836401,2.3818871906141683,2.392978746136123,2.4032508994146378,2.4126335793072125,2.421064004565316,2.4284875291828105,2.4348583641463115,2.4401401602393937,2.4443064395401684,2.447340866599305,2.449237353901817,2.45,2.4496428625495237,2.44818957227546,2.445672797530536,2.4421335724790856,2.437620504950222,2.432188882567001,2.425899697803726,2.418818614096348,2.4110148959950477,2.402560326586946,2.393528135033728,2.383991956086729,2.3740248419020924,2.363698344439359,2.3530816842610602,2.3422410187435547,2.3312388196535325,2.3201333668396362,2.3089783615346597,2.2978226595601274,2.2867101216655903,2.275679575405789,2.264764880435223,2.2539950869440313,2.2433946752193026,2.232983863024113,2.2227789666590034,2.2127928012069664,2.2030351055486848,2.193512978240011,2.184231311227355,2.1751932095868005,2.1664003869498067,2.1578535279572546,2.149552610896564,2.141497185555706,2.1336866032074764,2.1261201974559083,2.1187974163795955,2.1117179079465833,2.1048815620146675,2.0982885133411386,2.0919391108892342,2.0858338593267667,2.079973338967109,2.0743581105142526,2.0689886108598543,2.063865045865486,2.0589872855766793,2.0543547666897677,2.0499664063621377,2.0458205306564796,2.0419148200738944,2.038246273791138,2.0348111934027107,2.0316051862037896,2.028623187355643,2.0258594996669963,2.0233078492136607,2.0209614546111085,2.018813107452311,2.016855261224236,2.0150801259156,2.0134797655177494,2.0120461956900653,2.010771478999556,2.0096478153395414,2.0086676253723375,2.007823625114149,2.007108890076126,2.006516907684268,2.0060416170143425,2.0056774351894786,2.0054192700924602,2.0052625193379825,2.0052030557296883,2.00523719969088,2.0053616794055085,2.0055735796367533,2.00587028040388,2.0062493868936118,2.006708652159152,2.007245894317048,2.007858910087396,2.0085453866340846,2.0093028137458413,2.0101283984523457,2.0110189841889237,2.011970976604561,2.0129802780476465,2.014042232658985,2.0151515838500136,2.016302445744766,2.017488289917267,2.0187019484636752,2.019935634114268,2.0211809777198395,2.022429083047597,2.023670598402227,2.024895804159073,2.026094714870065,2.0272571941918427,2.0283730805024254,2.0294323207307414,2.0304251096346912,2.031342031539307,2.0321742013965642,2.032913401959861,2.0335522138840645,2.034084135668398,2.0345036905534544,2.034806517761345,2.034989445822457,2.0350505461538555,1.9649494538461447],"y":[62.78140186915887,62.81968980408257,62.85797773900627,62.89626567392997,62.93455360885367,62.97284154377737,63.01112947870107,63.049417413624774,63.08770534854847,63.12599328347217,63.16428121839587,63.20256915331957,63.240857088243274,63.279145023166976,63.31743295809067,63.35572089301437,63.39400882793807,63.432296762861775,63.470584697785476,63.50887263270917,63.54716056763287,63.585448502556574,63.623736437480275,63.66202437240398,63.70031230732767,63.73860024225137,63.776888177175074,63.815176112098776,63.85346404702248,63.89175198194617,63.93003991686987,63.968327851793575,64.00661578671728,64.04490372164098,64.08319165656468,64.12147959148838,64.15976752641208,64.19805546133577,64.23634339625947,64.27463133118317,64.31291926610687,64.35120720103058,64.38949513595428,64.42778307087798,64.46607100580168,64.50435894072538,64.54264687564908,64.58093481057278,64.61922274549647,64.65751068042017,64.69579861534388,64.73408655026758,64.77237448519128,64.81066242011498,64.84895035503868,64.88723828996238,64.92552622488608,64.96381415980979,65.00210209473349,65.04039002965717,65.07867796458088,65.11696589950458,65.15525383442828,65.19354176935198,65.23182970427568,65.27011763919938,65.30840557412309,65.34669350904679,65.38498144397049,65.42326937889418,65.46155731381788,65.49984524874158,65.53813318366528,65.57642111858898,65.61470905351268,65.65299698843639,65.69128492336009,65.72957285828379,65.76786079320749,65.80614872813119,65.84443666305488,65.88272459797858,65.92101253290228,65.95930046782598,65.99758840274968,66.03587633767339,66.07416427259709,66.11245220752079,66.15074014244449,66.18902807736819,66.22731601229188,66.26560394721558,66.30389188213928,66.34217981706298,66.38046775198669,66.41875568691039,66.45704362183409,66.49533155675779,66.53361949168149,66.5719074266052,66.6101953615289,66.64848329645258,66.68677123137628,66.72505916629999,66.76334710122369,66.80163503614739,66.83992297107109,66.87821090599479,66.91649884091849,66.9547867758422,66.9930747107659,67.0313626456896,67.06965058061328,67.10793851553699,67.14622645046069,67.18451438538439,67.22280232030809,67.26109025523179,67.2993781901555,67.3376661250792,67.3759540600029,67.4142419949266,67.45252992985029,67.49081786477399,67.52910579969769,67.56739373462139,67.60568166954509,67.6439696044688,67.6439696044688,67.60568166954509,67.56739373462139,67.52910579969769,67.49081786477399,67.45252992985029,67.4142419949266,67.3759540600029,67.3376661250792,67.2993781901555,67.26109025523179,67.22280232030809,67.18451438538439,67.14622645046069,67.10793851553699,67.06965058061328,67.0313626456896,66.9930747107659,66.9547867758422,66.91649884091849,66.87821090599479,66.83992297107109,66.80163503614739,66.76334710122369,66.72505916629999,66.68677123137628,66.64848329645258,66.6101953615289,66.5719074266052,66.53361949168149,66.49533155675779,66.45704362183409,66.41875568691039,66.38046775198669,66.34217981706298,66.30389188213928,66.26560394721558,66.22731601229188,66.18902807736819,66.15074014244449,66.11245220752079,66.07416427259709,66.03587633767339,65.99758840274968,65.95930046782598,65.92101253290228,65.88272459797858,65.84443666305488,65.80614872813119,65.76786079320749,65.72957285828379,65.69128492336009,65.65299698843639,65.61470905351268,65.57642111858898,65.53813318366528,65.49984524874158,65.46155731381788,65.42326937889418,65.38498144397049,65.34669350904679,65.30840557412309,65.27011763919938,65.23182970427568,65.19354176935198,65.15525383442828,65.11696589950458,65.07867796458088,65.04039002965717,65.00210209473349,64.96381415980979,64.92552622488608,64.88723828996238,64.84895035503868,64.81066242011498,64.77237448519128,64.73408655026758,64.69579861534388,64.65751068042017,64.61922274549647,64.58093481057278,64.54264687564908,64.50435894072538,64.46607100580168,64.42778307087798,64.38949513595428,64.35120720103058,64.31291926610687,64.27463133118317,64.23634339625947,64.19805546133577,64.15976752641208,64.12147959148838,64.08319165656468,64.04490372164098,64.00661578671728,63.968327851793575,63.93003991686987,63.89175198194617,63.85346404702248,63.815176112098776,63.776888177175074,63.73860024225137,63.70031230732767,63.66202437240398,63.623736437480275,63.585448502556574,63.54716056763287,63.50887263270917,63.470584697785476,63.432296762861775,63.39400882793807,63.35572089301437,63.31743295809067,63.279145023166976,63.240857088243274,63.20256915331957,63.16428121839587,63.12599328347217,63.08770534854847,63.049417413624774,63.01112947870107,62.97284154377737,62.93455360885367,62.89626567392997,62.85797773900627,62.81968980408257,62.78140186915887,62.78140186915887],"scored_count":17,"cluster_size":17},{"cluster_label":"C1.4","color":"#d62728","x":[2.55,3.45],"y":[65.8252726211591,65.8252726211591],"scored_count":1,"cluster_size":1}],"selected":[{"model":"BhR2_bmr6717__AlphaFlowMD__0007","source_path":"[private source path] 13. Cluster confidence distributions. Colored outlines show eligible cluster members with confidence scores; black dots mark the displayed models. Eligible models ranked by &lt;pLDDT&gt;; representative selection follows the recorded source scope."}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3_workflow-pptx-4git_c_l/slideLayouts/_rels/slideLayout1.xml.rels><?xml version='1.0' encoding='utf-8'?>
<Relationships xmlns="http://schemas.openxmlformats.org/package/2006/relationships"><Relationship Type="http://schemas.openxmlformats.org/officeDocument/2006/relationships/slideMaster" Target="../slideMasters/slideMaster1.xml" Id="R580c287830a44e82" /></Relationships>
</file>

<file path=ppt/workflow_addition_13_workflow-pptx-4git_c_l/slideLayouts/_rels/slideLayout2.xml.rels><?xml version='1.0' encoding='utf-8'?>
<Relationships xmlns="http://schemas.openxmlformats.org/package/2006/relationships"><Relationship Type="http://schemas.openxmlformats.org/officeDocument/2006/relationships/slideMaster" Target="../slideMasters/slideMaster1.xml" Id="Re7488c70febf4994" /></Relationships>
</file>

<file path=ppt/workflow_addition_13_workflow-pptx-4git_c_l/slideLayouts/_rels/slideLayout3.xml.rels><?xml version='1.0' encoding='utf-8'?>
<Relationships xmlns="http://schemas.openxmlformats.org/package/2006/relationships"><Relationship Type="http://schemas.openxmlformats.org/officeDocument/2006/relationships/slideMaster" Target="../slideMasters/slideMaster1.xml" Id="R5813e02db70346ce" /></Relationships>
</file>

<file path=ppt/workflow_addition_13_workflow-pptx-4git_c_l/slideLayouts/_rels/slideLayout4.xml.rels><?xml version='1.0' encoding='utf-8'?>
<Relationships xmlns="http://schemas.openxmlformats.org/package/2006/relationships"><Relationship Type="http://schemas.openxmlformats.org/officeDocument/2006/relationships/slideMaster" Target="../slideMasters/slideMaster1.xml" Id="R4b189e3e7606455b" /></Relationships>
</file>

<file path=ppt/workflow_addition_13_workflow-pptx-4git_c_l/slideLayouts/_rels/slideLayout5.xml.rels><?xml version='1.0' encoding='utf-8'?>
<Relationships xmlns="http://schemas.openxmlformats.org/package/2006/relationships"><Relationship Type="http://schemas.openxmlformats.org/officeDocument/2006/relationships/slideMaster" Target="../slideMasters/slideMaster1.xml" Id="Rf4c5bf4f78234fc2" /></Relationships>
</file>

<file path=ppt/workflow_addition_13_workflow-pptx-4git_c_l/slideLayouts/_rels/slideLayout6.xml.rels><?xml version='1.0' encoding='utf-8'?>
<Relationships xmlns="http://schemas.openxmlformats.org/package/2006/relationships"><Relationship Type="http://schemas.openxmlformats.org/officeDocument/2006/relationships/slideMaster" Target="../slideMasters/slideMaster1.xml" Id="R207277125cca4e9c" /></Relationships>
</file>

<file path=ppt/workflow_addition_13_workflow-pptx-4git_c_l/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228BF9-FB04-4E36-9982-8F5D6138B0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42C433E-0B93-44B1-8DA0-0D916B54E6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3_workflow-pptx-4git_c_l/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ECBF08-E560-4B08-9421-681E454AD65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3_workflow-pptx-4git_c_l/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CD3683-E59B-423E-AB9D-F5A45058A6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602A881-45CF-45E6-9739-39FD7158F2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3_workflow-pptx-4git_c_l/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CB6311-5C12-4272-A0DC-229A73C431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F6B046-42E2-48B5-89DC-BB7EABBDE0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49ACAC-492E-4C73-A501-4A172783949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3_workflow-pptx-4git_c_l/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8F58AB-87CC-4111-9418-298BE02659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DDA028-4387-428E-B7BA-605EA6BC8B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3_workflow-pptx-4git_c_l/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3_workflow-pptx-4git_c_l/slideMasters/_rels/slideMaster1.xml.rels><?xml version='1.0' encoding='utf-8'?>
<Relationships xmlns="http://schemas.openxmlformats.org/package/2006/relationships"><Relationship Type="http://schemas.openxmlformats.org/officeDocument/2006/relationships/theme" Target="theme/theme2.xml" Id="R8ff5eae9c0d642fd" /><Relationship Type="http://schemas.openxmlformats.org/officeDocument/2006/relationships/slideLayout" Target="../slideLayouts/slideLayout1.xml" Id="R5be2b13d39ef4d44" /><Relationship Type="http://schemas.openxmlformats.org/officeDocument/2006/relationships/slideLayout" Target="../slideLayouts/slideLayout2.xml" Id="Rd05e531bb25d438f" /><Relationship Type="http://schemas.openxmlformats.org/officeDocument/2006/relationships/slideLayout" Target="../slideLayouts/slideLayout3.xml" Id="R3eefb43187ba4c09" /><Relationship Type="http://schemas.openxmlformats.org/officeDocument/2006/relationships/slideLayout" Target="../slideLayouts/slideLayout4.xml" Id="R4f0a3c72cd354cb3" /><Relationship Type="http://schemas.openxmlformats.org/officeDocument/2006/relationships/slideLayout" Target="../slideLayouts/slideLayout5.xml" Id="Rb39dac2597b04f3f" /><Relationship Type="http://schemas.openxmlformats.org/officeDocument/2006/relationships/slideLayout" Target="../slideLayouts/slideLayout6.xml" Id="Rcfbac9c2a6b34fdd" /></Relationships>
</file>

<file path=ppt/workflow_addition_13_workflow-pptx-4git_c_l/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e2b13d39ef4d44"/>
    <p:sldLayoutId xmlns:r="http://schemas.openxmlformats.org/officeDocument/2006/relationships" id="2147483650" r:id="Rd05e531bb25d438f"/>
    <p:sldLayoutId xmlns:r="http://schemas.openxmlformats.org/officeDocument/2006/relationships" id="2147483651" r:id="R3eefb43187ba4c09"/>
    <p:sldLayoutId xmlns:r="http://schemas.openxmlformats.org/officeDocument/2006/relationships" id="2147483652" r:id="R4f0a3c72cd354cb3"/>
    <p:sldLayoutId xmlns:r="http://schemas.openxmlformats.org/officeDocument/2006/relationships" id="2147483653" r:id="Rb39dac2597b04f3f"/>
    <p:sldLayoutId xmlns:r="http://schemas.openxmlformats.org/officeDocument/2006/relationships" id="2147483654" r:id="Rcfbac9c2a6b34f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3_workflow-pptx-4git_c_l/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3_workflow-pptx-4git_c_l/slides/charts/_rels/chart1.xml.rels><?xml version='1.0' encoding='utf-8'?>
<Relationships xmlns="http://schemas.openxmlformats.org/package/2006/relationships"><Relationship Id="rIdConfidenceData" Type="http://schemas.openxmlformats.org/officeDocument/2006/relationships/package" Target="../../embeddings/confidence-chart-1.xlsx" /></Relationships>
</file>

<file path=ppt/workflow_addition_13_workflow-pptx-4git_c_l/slides/charts/chart1.xml><?xml version="1.0" encoding="utf-8"?>
<c:chartSpace xmlns:a="http://schemas.openxmlformats.org/drawingml/2006/main" xmlns:c="http://schemas.openxmlformats.org/drawingml/2006/chart" xmlns:r="http://schemas.openxmlformats.org/officeDocument/2006/relationships">
  <c:lang val="en-US"/>
  <c:chart>
    <c:plotArea>
      <c:layout>
        <c:manualLayout>
          <c:layoutTarget val="inner"/>
          <c:xMode val="factor"/>
          <c:yMode val="factor"/>
          <c:wMode val="factor"/>
          <c:hMode val="factor"/>
          <c:x val=".075"/>
          <c:y val=".04"/>
          <c:w val=".91"/>
          <c:h val=".91"/>
        </c:manualLayout>
      </c:layout>
      <c:scatterChart>
        <c:scatterStyle val="lineMarker"/>
        <c:varyColors val="0"/>
        <c:ser>
          <c:idx val="0"/>
          <c:order val="0"/>
          <c:tx>
            <c:v>C1.1</c:v>
          </c:tx>
          <c:spPr>
            <a:solidFill>
              <a:srgbClr val="1F77B4"/>
            </a:solidFill>
            <a:ln w="23813">
              <a:solidFill>
                <a:srgbClr val="1F77B4"/>
              </a:solidFill>
            </a:ln>
          </c:spPr>
          <c:marker>
            <c:symbol val="none"/>
          </c:marker>
          <c:xVal>
            <c:numRef>
              <c:f>'Chart Data'!$A$2:$A$258</c:f>
              <c:numCache>
                <c:formatCode>General</c:formatCode>
                <c:ptCount val="257"/>
                <c:pt idx="0">
                  <c:v>-0.0004471819319234</c:v>
                </c:pt>
                <c:pt idx="1">
                  <c:v>-0.0005076322923893</c:v>
                </c:pt>
                <c:pt idx="2">
                  <c:v>-0.0005624192117579</c:v>
                </c:pt>
                <c:pt idx="3">
                  <c:v>-0.0006086695791961</c:v>
                </c:pt>
                <c:pt idx="4">
                  <c:v>-0.0006440142229502</c:v>
                </c:pt>
                <c:pt idx="5">
                  <c:v>-0.0006669057592526</c:v>
                </c:pt>
                <c:pt idx="6">
                  <c:v>-0.0006768661448176</c:v>
                </c:pt>
                <c:pt idx="7">
                  <c:v>-0.0006745879104361</c:v>
                </c:pt>
                <c:pt idx="8">
                  <c:v>-0.0006618332696566</c:v>
                </c:pt>
                <c:pt idx="9">
                  <c:v>-0.0006411279137081</c:v>
                </c:pt>
                <c:pt idx="10">
                  <c:v>-0.0006153167524666</c:v>
                </c:pt>
                <c:pt idx="11">
                  <c:v>-0.0005871097894846</c:v>
                </c:pt>
                <c:pt idx="12">
                  <c:v>-0.0005587695380143</c:v>
                </c:pt>
                <c:pt idx="13">
                  <c:v>-0.0005320615536493</c:v>
                </c:pt>
                <c:pt idx="14">
                  <c:v>-0.000508512472364</c:v>
                </c:pt>
                <c:pt idx="15">
                  <c:v>-0.0004899206282655</c:v>
                </c:pt>
                <c:pt idx="16">
                  <c:v>-0.0004789775516597</c:v>
                </c:pt>
                <c:pt idx="17">
                  <c:v>-0.0004798151453346</c:v>
                </c:pt>
                <c:pt idx="18">
                  <c:v>-0.0004983093349539</c:v>
                </c:pt>
                <c:pt idx="19">
                  <c:v>-0.0005420440739923</c:v>
                </c:pt>
                <c:pt idx="20">
                  <c:v>-0.0006199509019627</c:v>
                </c:pt>
                <c:pt idx="21">
                  <c:v>-0.0007417595422329</c:v>
                </c:pt>
                <c:pt idx="22">
                  <c:v>-0.0009174917177525</c:v>
                </c:pt>
                <c:pt idx="23">
                  <c:v>-0.001157274357991</c:v>
                </c:pt>
                <c:pt idx="24">
                  <c:v>-0.001471720239342</c:v>
                </c:pt>
                <c:pt idx="25">
                  <c:v>-0.001873019581877</c:v>
                </c:pt>
                <c:pt idx="26">
                  <c:v>-0.002376719763007</c:v>
                </c:pt>
                <c:pt idx="27">
                  <c:v>-0.003003975283913</c:v>
                </c:pt>
                <c:pt idx="28">
                  <c:v>-0.00378387280487</c:v>
                </c:pt>
                <c:pt idx="29">
                  <c:v>-0.004755325759345</c:v>
                </c:pt>
                <c:pt idx="30">
                  <c:v>-0.005968029663145</c:v>
                </c:pt>
                <c:pt idx="31">
                  <c:v>-0.007482092363974</c:v>
                </c:pt>
                <c:pt idx="32">
                  <c:v>-0.009366195558033</c:v>
                </c:pt>
                <c:pt idx="33">
                  <c:v>-0.01169446795448</c:v>
                </c:pt>
                <c:pt idx="34">
                  <c:v>-0.01454259259959</c:v>
                </c:pt>
                <c:pt idx="35">
                  <c:v>-0.01798394883152</c:v>
                </c:pt>
                <c:pt idx="36">
                  <c:v>-0.02208671965215</c:v>
                </c:pt>
                <c:pt idx="37">
                  <c:v>-0.02691281893429</c:v>
                </c:pt>
                <c:pt idx="38">
                  <c:v>-0.03251920212113</c:v>
                </c:pt>
                <c:pt idx="39">
                  <c:v>-0.03896167584528</c:v>
                </c:pt>
                <c:pt idx="40">
                  <c:v>-0.04630082294002</c:v>
                </c:pt>
                <c:pt idx="41">
                  <c:v>-0.05460922189758</c:v>
                </c:pt>
                <c:pt idx="42">
                  <c:v>-0.06397882756711</c:v>
                </c:pt>
                <c:pt idx="43">
                  <c:v>-0.07452717766824</c:v>
                </c:pt>
                <c:pt idx="44">
                  <c:v>-0.08640092482044</c:v>
                </c:pt>
                <c:pt idx="45">
                  <c:v>-0.09977500653491</c:v>
                </c:pt>
                <c:pt idx="46">
                  <c:v>-0.11484559246</c:v>
                </c:pt>
                <c:pt idx="47">
                  <c:v>-0.1318149638476</c:v>
                </c:pt>
                <c:pt idx="48">
                  <c:v>-0.1508669596329</c:v>
                </c:pt>
                <c:pt idx="49">
                  <c:v>-0.1721328241612</c:v>
                </c:pt>
                <c:pt idx="50">
                  <c:v>-0.1956492982236</c:v>
                </c:pt>
                <c:pt idx="51">
                  <c:v>-0.2213133905368</c:v>
                </c:pt>
                <c:pt idx="52">
                  <c:v>-0.2488408889308</c:v>
                </c:pt>
                <c:pt idx="53">
                  <c:v>-0.2777374929292</c:v>
                </c:pt>
                <c:pt idx="54">
                  <c:v>-0.3072915930049</c:v>
                </c:pt>
                <c:pt idx="55">
                  <c:v>-0.3365955620423</c:v>
                </c:pt>
                <c:pt idx="56">
                  <c:v>-0.3645979105504</c:v>
                </c:pt>
                <c:pt idx="57">
                  <c:v>-0.3901825142555</c:v>
                </c:pt>
                <c:pt idx="58">
                  <c:v>-0.4122648069292</c:v>
                </c:pt>
                <c:pt idx="59">
                  <c:v>-0.4298901712056</c:v>
                </c:pt>
                <c:pt idx="60">
                  <c:v>-0.4423183544396</c:v>
                </c:pt>
                <c:pt idx="61">
                  <c:v>-0.4490803199584</c:v>
                </c:pt>
                <c:pt idx="62">
                  <c:v>-0.45</c:v>
                </c:pt>
                <c:pt idx="63">
                  <c:v>-0.4451812498252</c:v>
                </c:pt>
                <c:pt idx="64">
                  <c:v>-0.4349675888456</c:v>
                </c:pt>
                <c:pt idx="65">
                  <c:v>-0.4198869259046</c:v>
                </c:pt>
                <c:pt idx="66">
                  <c:v>-0.4005942276143</c:v>
                </c:pt>
                <c:pt idx="67">
                  <c:v>-0.3778221580399</c:v>
                </c:pt>
                <c:pt idx="68">
                  <c:v>-0.3523444441789</c:v>
                </c:pt>
                <c:pt idx="69">
                  <c:v>-0.3249510809992</c:v>
                </c:pt>
                <c:pt idx="70">
                  <c:v>-0.2964303541683</c:v>
                </c:pt>
                <c:pt idx="71">
                  <c:v>-0.2675511873764</c:v>
                </c:pt>
                <c:pt idx="72">
                  <c:v>-0.2390406735986</c:v>
                </c:pt>
                <c:pt idx="73">
                  <c:v>-0.2115550620224</c:v>
                </c:pt>
                <c:pt idx="74">
                  <c:v>-0.1856466086959</c:v>
                </c:pt>
                <c:pt idx="75">
                  <c:v>-0.1617321168087</c:v>
                </c:pt>
                <c:pt idx="76">
                  <c:v>-0.1400705693429</c:v>
                </c:pt>
                <c:pt idx="77">
                  <c:v>-0.1207564733167</c:v>
                </c:pt>
                <c:pt idx="78">
                  <c:v>-0.1037325748297</c:v>
                </c:pt>
                <c:pt idx="79">
                  <c:v>-0.08882127770811</c:v>
                </c:pt>
                <c:pt idx="80">
                  <c:v>-0.07576961941896</c:v>
                </c:pt>
                <c:pt idx="81">
                  <c:v>-0.06429931772327</c:v>
                </c:pt>
                <c:pt idx="82">
                  <c:v>-0.05415220276487</c:v>
                </c:pt>
                <c:pt idx="83">
                  <c:v>-0.04512268671488</c:v>
                </c:pt>
                <c:pt idx="84">
                  <c:v>-0.03707242423485</c:v>
                </c:pt>
                <c:pt idx="85">
                  <c:v>-0.0299269290043</c:v>
                </c:pt>
                <c:pt idx="86">
                  <c:v>-0.02365824019325</c:v>
                </c:pt>
                <c:pt idx="87">
                  <c:v>-0.01826052575877</c:v>
                </c:pt>
                <c:pt idx="88">
                  <c:v>-0.01372609259622</c:v>
                </c:pt>
                <c:pt idx="89">
                  <c:v>-0.01002775469585</c:v>
                </c:pt>
                <c:pt idx="90">
                  <c:v>-0.007110669454221</c:v>
                </c:pt>
                <c:pt idx="91">
                  <c:v>-0.004893683321652</c:v>
                </c:pt>
                <c:pt idx="92">
                  <c:v>-0.003277908743761</c:v>
                </c:pt>
                <c:pt idx="93">
                  <c:v>-0.002159230659933</c:v>
                </c:pt>
                <c:pt idx="94">
                  <c:v>-0.001441733191184</c:v>
                </c:pt>
                <c:pt idx="95">
                  <c:v>-0.001050256938169</c:v>
                </c:pt>
                <c:pt idx="96">
                  <c:v>-0.0009418690436736</c:v>
                </c:pt>
                <c:pt idx="97">
                  <c:v>-0.001117394788731</c:v>
                </c:pt>
                <c:pt idx="98">
                  <c:v>-0.00163489225317</c:v>
                </c:pt>
                <c:pt idx="99">
                  <c:v>-0.002626761074289</c:v>
                </c:pt>
                <c:pt idx="100">
                  <c:v>-0.004320882854539</c:v>
                </c:pt>
                <c:pt idx="101">
                  <c:v>-0.007063733956005</c:v>
                </c:pt>
                <c:pt idx="102">
                  <c:v>-0.01133995364016</c:v>
                </c:pt>
                <c:pt idx="103">
                  <c:v>-0.01777896325729</c:v>
                </c:pt>
                <c:pt idx="104">
                  <c:v>-0.02713607113667</c:v>
                </c:pt>
                <c:pt idx="105">
                  <c:v>-0.0402348017642</c:v>
                </c:pt>
                <c:pt idx="106">
                  <c:v>-0.05786092614788</c:v>
                </c:pt>
                <c:pt idx="107">
                  <c:v>-0.08060825987501</c:v>
                </c:pt>
                <c:pt idx="108">
                  <c:v>-0.1086915257011</c:v>
                </c:pt>
                <c:pt idx="109">
                  <c:v>-0.141759664039</c:v>
                </c:pt>
                <c:pt idx="110">
                  <c:v>-0.1787583613555</c:v>
                </c:pt>
                <c:pt idx="111">
                  <c:v>-0.2178960293289</c:v>
                </c:pt>
                <c:pt idx="112">
                  <c:v>-0.2567566210537</c:v>
                </c:pt>
                <c:pt idx="113">
                  <c:v>-0.2925732273727</c:v>
                </c:pt>
                <c:pt idx="114">
                  <c:v>-0.3226328161947</c:v>
                </c:pt>
                <c:pt idx="115">
                  <c:v>-0.3447364127133</c:v>
                </c:pt>
                <c:pt idx="116">
                  <c:v>-0.3576065621287</c:v>
                </c:pt>
                <c:pt idx="117">
                  <c:v>-0.3611300074266</c:v>
                </c:pt>
                <c:pt idx="118">
                  <c:v>-0.3563554014054</c:v>
                </c:pt>
                <c:pt idx="119">
                  <c:v>-0.3452284823637</c:v>
                </c:pt>
                <c:pt idx="120">
                  <c:v>-0.3301228893474</c:v>
                </c:pt>
                <c:pt idx="121">
                  <c:v>-0.3132887018599</c:v>
                </c:pt>
                <c:pt idx="122">
                  <c:v>-0.2963694948872</c:v>
                </c:pt>
                <c:pt idx="123">
                  <c:v>-0.2801198640277</c:v>
                </c:pt>
                <c:pt idx="124">
                  <c:v>-0.2643934706464</c:v>
                </c:pt>
                <c:pt idx="125">
                  <c:v>-0.2483872671468</c:v>
                </c:pt>
                <c:pt idx="126">
                  <c:v>-0.2310499906459</c:v>
                </c:pt>
                <c:pt idx="127">
                  <c:v>-0.2115189925496</c:v>
                </c:pt>
                <c:pt idx="128">
                  <c:v>0.2115189925496</c:v>
                </c:pt>
                <c:pt idx="129">
                  <c:v>0.2310499906459</c:v>
                </c:pt>
                <c:pt idx="130">
                  <c:v>0.2483872671468</c:v>
                </c:pt>
                <c:pt idx="131">
                  <c:v>0.2643934706464</c:v>
                </c:pt>
                <c:pt idx="132">
                  <c:v>0.2801198640277</c:v>
                </c:pt>
                <c:pt idx="133">
                  <c:v>0.2963694948872</c:v>
                </c:pt>
                <c:pt idx="134">
                  <c:v>0.3132887018599</c:v>
                </c:pt>
                <c:pt idx="135">
                  <c:v>0.3301228893474</c:v>
                </c:pt>
                <c:pt idx="136">
                  <c:v>0.3452284823637</c:v>
                </c:pt>
                <c:pt idx="137">
                  <c:v>0.3563554014054</c:v>
                </c:pt>
                <c:pt idx="138">
                  <c:v>0.3611300074266</c:v>
                </c:pt>
                <c:pt idx="139">
                  <c:v>0.3576065621287</c:v>
                </c:pt>
                <c:pt idx="140">
                  <c:v>0.3447364127133</c:v>
                </c:pt>
                <c:pt idx="141">
                  <c:v>0.3226328161947</c:v>
                </c:pt>
                <c:pt idx="142">
                  <c:v>0.2925732273727</c:v>
                </c:pt>
                <c:pt idx="143">
                  <c:v>0.2567566210537</c:v>
                </c:pt>
                <c:pt idx="144">
                  <c:v>0.2178960293289</c:v>
                </c:pt>
                <c:pt idx="145">
                  <c:v>0.1787583613555</c:v>
                </c:pt>
                <c:pt idx="146">
                  <c:v>0.141759664039</c:v>
                </c:pt>
                <c:pt idx="147">
                  <c:v>0.1086915257011</c:v>
                </c:pt>
                <c:pt idx="148">
                  <c:v>0.08060825987501</c:v>
                </c:pt>
                <c:pt idx="149">
                  <c:v>0.05786092614788</c:v>
                </c:pt>
                <c:pt idx="150">
                  <c:v>0.0402348017642</c:v>
                </c:pt>
                <c:pt idx="151">
                  <c:v>0.02713607113667</c:v>
                </c:pt>
                <c:pt idx="152">
                  <c:v>0.01777896325729</c:v>
                </c:pt>
                <c:pt idx="153">
                  <c:v>0.01133995364016</c:v>
                </c:pt>
                <c:pt idx="154">
                  <c:v>0.007063733956005</c:v>
                </c:pt>
                <c:pt idx="155">
                  <c:v>0.004320882854539</c:v>
                </c:pt>
                <c:pt idx="156">
                  <c:v>0.002626761074289</c:v>
                </c:pt>
                <c:pt idx="157">
                  <c:v>0.00163489225317</c:v>
                </c:pt>
                <c:pt idx="158">
                  <c:v>0.001117394788731</c:v>
                </c:pt>
                <c:pt idx="159">
                  <c:v>0.0009418690436736</c:v>
                </c:pt>
                <c:pt idx="160">
                  <c:v>0.001050256938169</c:v>
                </c:pt>
                <c:pt idx="161">
                  <c:v>0.001441733191184</c:v>
                </c:pt>
                <c:pt idx="162">
                  <c:v>0.002159230659933</c:v>
                </c:pt>
                <c:pt idx="163">
                  <c:v>0.003277908743761</c:v>
                </c:pt>
                <c:pt idx="164">
                  <c:v>0.004893683321652</c:v>
                </c:pt>
                <c:pt idx="165">
                  <c:v>0.007110669454221</c:v>
                </c:pt>
                <c:pt idx="166">
                  <c:v>0.01002775469585</c:v>
                </c:pt>
                <c:pt idx="167">
                  <c:v>0.01372609259622</c:v>
                </c:pt>
                <c:pt idx="168">
                  <c:v>0.01826052575877</c:v>
                </c:pt>
                <c:pt idx="169">
                  <c:v>0.02365824019325</c:v>
                </c:pt>
                <c:pt idx="170">
                  <c:v>0.0299269290043</c:v>
                </c:pt>
                <c:pt idx="171">
                  <c:v>0.03707242423485</c:v>
                </c:pt>
                <c:pt idx="172">
                  <c:v>0.04512268671488</c:v>
                </c:pt>
                <c:pt idx="173">
                  <c:v>0.05415220276487</c:v>
                </c:pt>
                <c:pt idx="174">
                  <c:v>0.06429931772327</c:v>
                </c:pt>
                <c:pt idx="175">
                  <c:v>0.07576961941896</c:v>
                </c:pt>
                <c:pt idx="176">
                  <c:v>0.08882127770811</c:v>
                </c:pt>
                <c:pt idx="177">
                  <c:v>0.1037325748297</c:v>
                </c:pt>
                <c:pt idx="178">
                  <c:v>0.1207564733167</c:v>
                </c:pt>
                <c:pt idx="179">
                  <c:v>0.1400705693429</c:v>
                </c:pt>
                <c:pt idx="180">
                  <c:v>0.1617321168087</c:v>
                </c:pt>
                <c:pt idx="181">
                  <c:v>0.1856466086959</c:v>
                </c:pt>
                <c:pt idx="182">
                  <c:v>0.2115550620224</c:v>
                </c:pt>
                <c:pt idx="183">
                  <c:v>0.2390406735986</c:v>
                </c:pt>
                <c:pt idx="184">
                  <c:v>0.2675511873764</c:v>
                </c:pt>
                <c:pt idx="185">
                  <c:v>0.2964303541683</c:v>
                </c:pt>
                <c:pt idx="186">
                  <c:v>0.3249510809992</c:v>
                </c:pt>
                <c:pt idx="187">
                  <c:v>0.3523444441789</c:v>
                </c:pt>
                <c:pt idx="188">
                  <c:v>0.3778221580399</c:v>
                </c:pt>
                <c:pt idx="189">
                  <c:v>0.4005942276143</c:v>
                </c:pt>
                <c:pt idx="190">
                  <c:v>0.4198869259046</c:v>
                </c:pt>
                <c:pt idx="191">
                  <c:v>0.4349675888456</c:v>
                </c:pt>
                <c:pt idx="192">
                  <c:v>0.4451812498252</c:v>
                </c:pt>
                <c:pt idx="193">
                  <c:v>0.45</c:v>
                </c:pt>
                <c:pt idx="194">
                  <c:v>0.4490803199584</c:v>
                </c:pt>
                <c:pt idx="195">
                  <c:v>0.4423183544396</c:v>
                </c:pt>
                <c:pt idx="196">
                  <c:v>0.4298901712056</c:v>
                </c:pt>
                <c:pt idx="197">
                  <c:v>0.4122648069292</c:v>
                </c:pt>
                <c:pt idx="198">
                  <c:v>0.3901825142555</c:v>
                </c:pt>
                <c:pt idx="199">
                  <c:v>0.3645979105504</c:v>
                </c:pt>
                <c:pt idx="200">
                  <c:v>0.3365955620423</c:v>
                </c:pt>
                <c:pt idx="201">
                  <c:v>0.3072915930049</c:v>
                </c:pt>
                <c:pt idx="202">
                  <c:v>0.2777374929292</c:v>
                </c:pt>
                <c:pt idx="203">
                  <c:v>0.2488408889308</c:v>
                </c:pt>
                <c:pt idx="204">
                  <c:v>0.2213133905368</c:v>
                </c:pt>
                <c:pt idx="205">
                  <c:v>0.1956492982236</c:v>
                </c:pt>
                <c:pt idx="206">
                  <c:v>0.1721328241612</c:v>
                </c:pt>
                <c:pt idx="207">
                  <c:v>0.1508669596329</c:v>
                </c:pt>
                <c:pt idx="208">
                  <c:v>0.1318149638476</c:v>
                </c:pt>
                <c:pt idx="209">
                  <c:v>0.11484559246</c:v>
                </c:pt>
                <c:pt idx="210">
                  <c:v>0.09977500653491</c:v>
                </c:pt>
                <c:pt idx="211">
                  <c:v>0.08640092482044</c:v>
                </c:pt>
                <c:pt idx="212">
                  <c:v>0.07452717766824</c:v>
                </c:pt>
                <c:pt idx="213">
                  <c:v>0.06397882756711</c:v>
                </c:pt>
                <c:pt idx="214">
                  <c:v>0.05460922189758</c:v>
                </c:pt>
                <c:pt idx="215">
                  <c:v>0.04630082294002</c:v>
                </c:pt>
                <c:pt idx="216">
                  <c:v>0.03896167584528</c:v>
                </c:pt>
                <c:pt idx="217">
                  <c:v>0.03251920212113</c:v>
                </c:pt>
                <c:pt idx="218">
                  <c:v>0.02691281893429</c:v>
                </c:pt>
                <c:pt idx="219">
                  <c:v>0.02208671965215</c:v>
                </c:pt>
                <c:pt idx="220">
                  <c:v>0.01798394883152</c:v>
                </c:pt>
                <c:pt idx="221">
                  <c:v>0.01454259259959</c:v>
                </c:pt>
                <c:pt idx="222">
                  <c:v>0.01169446795448</c:v>
                </c:pt>
                <c:pt idx="223">
                  <c:v>0.009366195558033</c:v>
                </c:pt>
                <c:pt idx="224">
                  <c:v>0.007482092363974</c:v>
                </c:pt>
                <c:pt idx="225">
                  <c:v>0.005968029663145</c:v>
                </c:pt>
                <c:pt idx="226">
                  <c:v>0.004755325759345</c:v>
                </c:pt>
                <c:pt idx="227">
                  <c:v>0.00378387280487</c:v>
                </c:pt>
                <c:pt idx="228">
                  <c:v>0.003003975283913</c:v>
                </c:pt>
                <c:pt idx="229">
                  <c:v>0.002376719763007</c:v>
                </c:pt>
                <c:pt idx="230">
                  <c:v>0.001873019581877</c:v>
                </c:pt>
                <c:pt idx="231">
                  <c:v>0.001471720239342</c:v>
                </c:pt>
                <c:pt idx="232">
                  <c:v>0.001157274357991</c:v>
                </c:pt>
                <c:pt idx="233">
                  <c:v>0.0009174917177525</c:v>
                </c:pt>
                <c:pt idx="234">
                  <c:v>0.0007417595422329</c:v>
                </c:pt>
                <c:pt idx="235">
                  <c:v>0.0006199509019627</c:v>
                </c:pt>
                <c:pt idx="236">
                  <c:v>0.0005420440739923</c:v>
                </c:pt>
                <c:pt idx="237">
                  <c:v>0.0004983093349539</c:v>
                </c:pt>
                <c:pt idx="238">
                  <c:v>0.0004798151453346</c:v>
                </c:pt>
                <c:pt idx="239">
                  <c:v>0.0004789775516597</c:v>
                </c:pt>
                <c:pt idx="240">
                  <c:v>0.0004899206282655</c:v>
                </c:pt>
                <c:pt idx="241">
                  <c:v>0.000508512472364</c:v>
                </c:pt>
                <c:pt idx="242">
                  <c:v>0.0005320615536493</c:v>
                </c:pt>
                <c:pt idx="243">
                  <c:v>0.0005587695380143</c:v>
                </c:pt>
                <c:pt idx="244">
                  <c:v>0.0005871097894846</c:v>
                </c:pt>
                <c:pt idx="245">
                  <c:v>0.0006153167524666</c:v>
                </c:pt>
                <c:pt idx="246">
                  <c:v>0.0006411279137081</c:v>
                </c:pt>
                <c:pt idx="247">
                  <c:v>0.0006618332696566</c:v>
                </c:pt>
                <c:pt idx="248">
                  <c:v>0.0006745879104361</c:v>
                </c:pt>
                <c:pt idx="249">
                  <c:v>0.0006768661448176</c:v>
                </c:pt>
                <c:pt idx="250">
                  <c:v>0.0006669057592526</c:v>
                </c:pt>
                <c:pt idx="251">
                  <c:v>0.0006440142229502</c:v>
                </c:pt>
                <c:pt idx="252">
                  <c:v>0.0006086695791961</c:v>
                </c:pt>
                <c:pt idx="253">
                  <c:v>0.0005624192117579</c:v>
                </c:pt>
                <c:pt idx="254">
                  <c:v>0.0005076322923893</c:v>
                </c:pt>
                <c:pt idx="255">
                  <c:v>0.0004471819319234</c:v>
                </c:pt>
                <c:pt idx="256">
                  <c:v>-0.0004471819319234</c:v>
                </c:pt>
              </c:numCache>
            </c:numRef>
          </c:xVal>
          <c:yVal>
            <c:numRef>
              <c:f>'Chart Data'!$B$2:$B$258</c:f>
              <c:numCache>
                <c:formatCode>0.0</c:formatCode>
                <c:ptCount val="257"/>
                <c:pt idx="0">
                  <c:v>41.41324388803</c:v>
                </c:pt>
                <c:pt idx="1">
                  <c:v>41.86168397704</c:v>
                </c:pt>
                <c:pt idx="2">
                  <c:v>42.31012406606</c:v>
                </c:pt>
                <c:pt idx="3">
                  <c:v>42.75856415507</c:v>
                </c:pt>
                <c:pt idx="4">
                  <c:v>43.20700424409</c:v>
                </c:pt>
                <c:pt idx="5">
                  <c:v>43.6554443331</c:v>
                </c:pt>
                <c:pt idx="6">
                  <c:v>44.10388442212</c:v>
                </c:pt>
                <c:pt idx="7">
                  <c:v>44.55232451113</c:v>
                </c:pt>
                <c:pt idx="8">
                  <c:v>45.00076460014</c:v>
                </c:pt>
                <c:pt idx="9">
                  <c:v>45.44920468916</c:v>
                </c:pt>
                <c:pt idx="10">
                  <c:v>45.89764477817</c:v>
                </c:pt>
                <c:pt idx="11">
                  <c:v>46.34608486719</c:v>
                </c:pt>
                <c:pt idx="12">
                  <c:v>46.7945249562</c:v>
                </c:pt>
                <c:pt idx="13">
                  <c:v>47.24296504522</c:v>
                </c:pt>
                <c:pt idx="14">
                  <c:v>47.69140513423</c:v>
                </c:pt>
                <c:pt idx="15">
                  <c:v>48.13984522325</c:v>
                </c:pt>
                <c:pt idx="16">
                  <c:v>48.58828531226</c:v>
                </c:pt>
                <c:pt idx="17">
                  <c:v>49.03672540128</c:v>
                </c:pt>
                <c:pt idx="18">
                  <c:v>49.48516549029</c:v>
                </c:pt>
                <c:pt idx="19">
                  <c:v>49.9336055793</c:v>
                </c:pt>
                <c:pt idx="20">
                  <c:v>50.38204566832</c:v>
                </c:pt>
                <c:pt idx="21">
                  <c:v>50.83048575733</c:v>
                </c:pt>
                <c:pt idx="22">
                  <c:v>51.27892584635</c:v>
                </c:pt>
                <c:pt idx="23">
                  <c:v>51.72736593536</c:v>
                </c:pt>
                <c:pt idx="24">
                  <c:v>52.17580602438</c:v>
                </c:pt>
                <c:pt idx="25">
                  <c:v>52.62424611339</c:v>
                </c:pt>
                <c:pt idx="26">
                  <c:v>53.07268620241</c:v>
                </c:pt>
                <c:pt idx="27">
                  <c:v>53.52112629142</c:v>
                </c:pt>
                <c:pt idx="28">
                  <c:v>53.96956638043</c:v>
                </c:pt>
                <c:pt idx="29">
                  <c:v>54.41800646945</c:v>
                </c:pt>
                <c:pt idx="30">
                  <c:v>54.86644655846</c:v>
                </c:pt>
                <c:pt idx="31">
                  <c:v>55.31488664748</c:v>
                </c:pt>
                <c:pt idx="32">
                  <c:v>55.76332673649</c:v>
                </c:pt>
                <c:pt idx="33">
                  <c:v>56.21176682551</c:v>
                </c:pt>
                <c:pt idx="34">
                  <c:v>56.66020691452</c:v>
                </c:pt>
                <c:pt idx="35">
                  <c:v>57.10864700354</c:v>
                </c:pt>
                <c:pt idx="36">
                  <c:v>57.55708709255</c:v>
                </c:pt>
                <c:pt idx="37">
                  <c:v>58.00552718157</c:v>
                </c:pt>
                <c:pt idx="38">
                  <c:v>58.45396727058</c:v>
                </c:pt>
                <c:pt idx="39">
                  <c:v>58.90240735959</c:v>
                </c:pt>
                <c:pt idx="40">
                  <c:v>59.35084744861</c:v>
                </c:pt>
                <c:pt idx="41">
                  <c:v>59.79928753762</c:v>
                </c:pt>
                <c:pt idx="42">
                  <c:v>60.24772762664</c:v>
                </c:pt>
                <c:pt idx="43">
                  <c:v>60.69616771565</c:v>
                </c:pt>
                <c:pt idx="44">
                  <c:v>61.14460780467</c:v>
                </c:pt>
                <c:pt idx="45">
                  <c:v>61.59304789368</c:v>
                </c:pt>
                <c:pt idx="46">
                  <c:v>62.0414879827</c:v>
                </c:pt>
                <c:pt idx="47">
                  <c:v>62.48992807171</c:v>
                </c:pt>
                <c:pt idx="48">
                  <c:v>62.93836816073</c:v>
                </c:pt>
                <c:pt idx="49">
                  <c:v>63.38680824974</c:v>
                </c:pt>
                <c:pt idx="50">
                  <c:v>63.83524833875</c:v>
                </c:pt>
                <c:pt idx="51">
                  <c:v>64.28368842777</c:v>
                </c:pt>
                <c:pt idx="52">
                  <c:v>64.73212851678</c:v>
                </c:pt>
                <c:pt idx="53">
                  <c:v>65.1805686058</c:v>
                </c:pt>
                <c:pt idx="54">
                  <c:v>65.62900869481</c:v>
                </c:pt>
                <c:pt idx="55">
                  <c:v>66.07744878383</c:v>
                </c:pt>
                <c:pt idx="56">
                  <c:v>66.52588887284</c:v>
                </c:pt>
                <c:pt idx="57">
                  <c:v>66.97432896186</c:v>
                </c:pt>
                <c:pt idx="58">
                  <c:v>67.42276905087</c:v>
                </c:pt>
                <c:pt idx="59">
                  <c:v>67.87120913988</c:v>
                </c:pt>
                <c:pt idx="60">
                  <c:v>68.3196492289</c:v>
                </c:pt>
                <c:pt idx="61">
                  <c:v>68.76808931791</c:v>
                </c:pt>
                <c:pt idx="62">
                  <c:v>69.21652940693</c:v>
                </c:pt>
                <c:pt idx="63">
                  <c:v>69.66496949594</c:v>
                </c:pt>
                <c:pt idx="64">
                  <c:v>70.11340958496</c:v>
                </c:pt>
                <c:pt idx="65">
                  <c:v>70.56184967397</c:v>
                </c:pt>
                <c:pt idx="66">
                  <c:v>71.01028976299</c:v>
                </c:pt>
                <c:pt idx="67">
                  <c:v>71.458729852</c:v>
                </c:pt>
                <c:pt idx="68">
                  <c:v>71.90716994102</c:v>
                </c:pt>
                <c:pt idx="69">
                  <c:v>72.35561003003</c:v>
                </c:pt>
                <c:pt idx="70">
                  <c:v>72.80405011904</c:v>
                </c:pt>
                <c:pt idx="71">
                  <c:v>73.25249020806</c:v>
                </c:pt>
                <c:pt idx="72">
                  <c:v>73.70093029707</c:v>
                </c:pt>
                <c:pt idx="73">
                  <c:v>74.14937038609</c:v>
                </c:pt>
                <c:pt idx="74">
                  <c:v>74.5978104751</c:v>
                </c:pt>
                <c:pt idx="75">
                  <c:v>75.04625056412</c:v>
                </c:pt>
                <c:pt idx="76">
                  <c:v>75.49469065313</c:v>
                </c:pt>
                <c:pt idx="77">
                  <c:v>75.94313074215</c:v>
                </c:pt>
                <c:pt idx="78">
                  <c:v>76.39157083116</c:v>
                </c:pt>
                <c:pt idx="79">
                  <c:v>76.84001092017</c:v>
                </c:pt>
                <c:pt idx="80">
                  <c:v>77.28845100919</c:v>
                </c:pt>
                <c:pt idx="81">
                  <c:v>77.7368910982</c:v>
                </c:pt>
                <c:pt idx="82">
                  <c:v>78.18533118722</c:v>
                </c:pt>
                <c:pt idx="83">
                  <c:v>78.63377127623</c:v>
                </c:pt>
                <c:pt idx="84">
                  <c:v>79.08221136525</c:v>
                </c:pt>
                <c:pt idx="85">
                  <c:v>79.53065145426</c:v>
                </c:pt>
                <c:pt idx="86">
                  <c:v>79.97909154328</c:v>
                </c:pt>
                <c:pt idx="87">
                  <c:v>80.42753163229</c:v>
                </c:pt>
                <c:pt idx="88">
                  <c:v>80.87597172131</c:v>
                </c:pt>
                <c:pt idx="89">
                  <c:v>81.32441181032</c:v>
                </c:pt>
                <c:pt idx="90">
                  <c:v>81.77285189933</c:v>
                </c:pt>
                <c:pt idx="91">
                  <c:v>82.22129198835</c:v>
                </c:pt>
                <c:pt idx="92">
                  <c:v>82.66973207736</c:v>
                </c:pt>
                <c:pt idx="93">
                  <c:v>83.11817216638</c:v>
                </c:pt>
                <c:pt idx="94">
                  <c:v>83.56661225539</c:v>
                </c:pt>
                <c:pt idx="95">
                  <c:v>84.01505234441</c:v>
                </c:pt>
                <c:pt idx="96">
                  <c:v>84.46349243342</c:v>
                </c:pt>
                <c:pt idx="97">
                  <c:v>84.91193252244</c:v>
                </c:pt>
                <c:pt idx="98">
                  <c:v>85.36037261145</c:v>
                </c:pt>
                <c:pt idx="99">
                  <c:v>85.80881270046</c:v>
                </c:pt>
                <c:pt idx="100">
                  <c:v>86.25725278948</c:v>
                </c:pt>
                <c:pt idx="101">
                  <c:v>86.70569287849</c:v>
                </c:pt>
                <c:pt idx="102">
                  <c:v>87.15413296751</c:v>
                </c:pt>
                <c:pt idx="103">
                  <c:v>87.60257305652</c:v>
                </c:pt>
                <c:pt idx="104">
                  <c:v>88.05101314554</c:v>
                </c:pt>
                <c:pt idx="105">
                  <c:v>88.49945323455</c:v>
                </c:pt>
                <c:pt idx="106">
                  <c:v>88.94789332357</c:v>
                </c:pt>
                <c:pt idx="107">
                  <c:v>89.39633341258</c:v>
                </c:pt>
                <c:pt idx="108">
                  <c:v>89.8447735016</c:v>
                </c:pt>
                <c:pt idx="109">
                  <c:v>90.29321359061</c:v>
                </c:pt>
                <c:pt idx="110">
                  <c:v>90.74165367962</c:v>
                </c:pt>
                <c:pt idx="111">
                  <c:v>91.19009376864</c:v>
                </c:pt>
                <c:pt idx="112">
                  <c:v>91.63853385765</c:v>
                </c:pt>
                <c:pt idx="113">
                  <c:v>92.08697394667</c:v>
                </c:pt>
                <c:pt idx="114">
                  <c:v>92.53541403568</c:v>
                </c:pt>
                <c:pt idx="115">
                  <c:v>92.9838541247</c:v>
                </c:pt>
                <c:pt idx="116">
                  <c:v>93.43229421371</c:v>
                </c:pt>
                <c:pt idx="117">
                  <c:v>93.88073430273</c:v>
                </c:pt>
                <c:pt idx="118">
                  <c:v>94.32917439174</c:v>
                </c:pt>
                <c:pt idx="119">
                  <c:v>94.77761448076</c:v>
                </c:pt>
                <c:pt idx="120">
                  <c:v>95.22605456977</c:v>
                </c:pt>
                <c:pt idx="121">
                  <c:v>95.67449465878</c:v>
                </c:pt>
                <c:pt idx="122">
                  <c:v>96.1229347478</c:v>
                </c:pt>
                <c:pt idx="123">
                  <c:v>96.57137483681</c:v>
                </c:pt>
                <c:pt idx="124">
                  <c:v>97.01981492583</c:v>
                </c:pt>
                <c:pt idx="125">
                  <c:v>97.46825501484</c:v>
                </c:pt>
                <c:pt idx="126">
                  <c:v>97.91669510386</c:v>
                </c:pt>
                <c:pt idx="127">
                  <c:v>98.36513519287</c:v>
                </c:pt>
                <c:pt idx="128">
                  <c:v>98.36513519287</c:v>
                </c:pt>
                <c:pt idx="129">
                  <c:v>97.91669510386</c:v>
                </c:pt>
                <c:pt idx="130">
                  <c:v>97.46825501484</c:v>
                </c:pt>
                <c:pt idx="131">
                  <c:v>97.01981492583</c:v>
                </c:pt>
                <c:pt idx="132">
                  <c:v>96.57137483681</c:v>
                </c:pt>
                <c:pt idx="133">
                  <c:v>96.1229347478</c:v>
                </c:pt>
                <c:pt idx="134">
                  <c:v>95.67449465878</c:v>
                </c:pt>
                <c:pt idx="135">
                  <c:v>95.22605456977</c:v>
                </c:pt>
                <c:pt idx="136">
                  <c:v>94.77761448076</c:v>
                </c:pt>
                <c:pt idx="137">
                  <c:v>94.32917439174</c:v>
                </c:pt>
                <c:pt idx="138">
                  <c:v>93.88073430273</c:v>
                </c:pt>
                <c:pt idx="139">
                  <c:v>93.43229421371</c:v>
                </c:pt>
                <c:pt idx="140">
                  <c:v>92.9838541247</c:v>
                </c:pt>
                <c:pt idx="141">
                  <c:v>92.53541403568</c:v>
                </c:pt>
                <c:pt idx="142">
                  <c:v>92.08697394667</c:v>
                </c:pt>
                <c:pt idx="143">
                  <c:v>91.63853385765</c:v>
                </c:pt>
                <c:pt idx="144">
                  <c:v>91.19009376864</c:v>
                </c:pt>
                <c:pt idx="145">
                  <c:v>90.74165367962</c:v>
                </c:pt>
                <c:pt idx="146">
                  <c:v>90.29321359061</c:v>
                </c:pt>
                <c:pt idx="147">
                  <c:v>89.8447735016</c:v>
                </c:pt>
                <c:pt idx="148">
                  <c:v>89.39633341258</c:v>
                </c:pt>
                <c:pt idx="149">
                  <c:v>88.94789332357</c:v>
                </c:pt>
                <c:pt idx="150">
                  <c:v>88.49945323455</c:v>
                </c:pt>
                <c:pt idx="151">
                  <c:v>88.05101314554</c:v>
                </c:pt>
                <c:pt idx="152">
                  <c:v>87.60257305652</c:v>
                </c:pt>
                <c:pt idx="153">
                  <c:v>87.15413296751</c:v>
                </c:pt>
                <c:pt idx="154">
                  <c:v>86.70569287849</c:v>
                </c:pt>
                <c:pt idx="155">
                  <c:v>86.25725278948</c:v>
                </c:pt>
                <c:pt idx="156">
                  <c:v>85.80881270046</c:v>
                </c:pt>
                <c:pt idx="157">
                  <c:v>85.36037261145</c:v>
                </c:pt>
                <c:pt idx="158">
                  <c:v>84.91193252244</c:v>
                </c:pt>
                <c:pt idx="159">
                  <c:v>84.46349243342</c:v>
                </c:pt>
                <c:pt idx="160">
                  <c:v>84.01505234441</c:v>
                </c:pt>
                <c:pt idx="161">
                  <c:v>83.56661225539</c:v>
                </c:pt>
                <c:pt idx="162">
                  <c:v>83.11817216638</c:v>
                </c:pt>
                <c:pt idx="163">
                  <c:v>82.66973207736</c:v>
                </c:pt>
                <c:pt idx="164">
                  <c:v>82.22129198835</c:v>
                </c:pt>
                <c:pt idx="165">
                  <c:v>81.77285189933</c:v>
                </c:pt>
                <c:pt idx="166">
                  <c:v>81.32441181032</c:v>
                </c:pt>
                <c:pt idx="167">
                  <c:v>80.87597172131</c:v>
                </c:pt>
                <c:pt idx="168">
                  <c:v>80.42753163229</c:v>
                </c:pt>
                <c:pt idx="169">
                  <c:v>79.97909154328</c:v>
                </c:pt>
                <c:pt idx="170">
                  <c:v>79.53065145426</c:v>
                </c:pt>
                <c:pt idx="171">
                  <c:v>79.08221136525</c:v>
                </c:pt>
                <c:pt idx="172">
                  <c:v>78.63377127623</c:v>
                </c:pt>
                <c:pt idx="173">
                  <c:v>78.18533118722</c:v>
                </c:pt>
                <c:pt idx="174">
                  <c:v>77.7368910982</c:v>
                </c:pt>
                <c:pt idx="175">
                  <c:v>77.28845100919</c:v>
                </c:pt>
                <c:pt idx="176">
                  <c:v>76.84001092017</c:v>
                </c:pt>
                <c:pt idx="177">
                  <c:v>76.39157083116</c:v>
                </c:pt>
                <c:pt idx="178">
                  <c:v>75.94313074215</c:v>
                </c:pt>
                <c:pt idx="179">
                  <c:v>75.49469065313</c:v>
                </c:pt>
                <c:pt idx="180">
                  <c:v>75.04625056412</c:v>
                </c:pt>
                <c:pt idx="181">
                  <c:v>74.5978104751</c:v>
                </c:pt>
                <c:pt idx="182">
                  <c:v>74.14937038609</c:v>
                </c:pt>
                <c:pt idx="183">
                  <c:v>73.70093029707</c:v>
                </c:pt>
                <c:pt idx="184">
                  <c:v>73.25249020806</c:v>
                </c:pt>
                <c:pt idx="185">
                  <c:v>72.80405011904</c:v>
                </c:pt>
                <c:pt idx="186">
                  <c:v>72.35561003003</c:v>
                </c:pt>
                <c:pt idx="187">
                  <c:v>71.90716994102</c:v>
                </c:pt>
                <c:pt idx="188">
                  <c:v>71.458729852</c:v>
                </c:pt>
                <c:pt idx="189">
                  <c:v>71.01028976299</c:v>
                </c:pt>
                <c:pt idx="190">
                  <c:v>70.56184967397</c:v>
                </c:pt>
                <c:pt idx="191">
                  <c:v>70.11340958496</c:v>
                </c:pt>
                <c:pt idx="192">
                  <c:v>69.66496949594</c:v>
                </c:pt>
                <c:pt idx="193">
                  <c:v>69.21652940693</c:v>
                </c:pt>
                <c:pt idx="194">
                  <c:v>68.76808931791</c:v>
                </c:pt>
                <c:pt idx="195">
                  <c:v>68.3196492289</c:v>
                </c:pt>
                <c:pt idx="196">
                  <c:v>67.87120913988</c:v>
                </c:pt>
                <c:pt idx="197">
                  <c:v>67.42276905087</c:v>
                </c:pt>
                <c:pt idx="198">
                  <c:v>66.97432896186</c:v>
                </c:pt>
                <c:pt idx="199">
                  <c:v>66.52588887284</c:v>
                </c:pt>
                <c:pt idx="200">
                  <c:v>66.07744878383</c:v>
                </c:pt>
                <c:pt idx="201">
                  <c:v>65.62900869481</c:v>
                </c:pt>
                <c:pt idx="202">
                  <c:v>65.1805686058</c:v>
                </c:pt>
                <c:pt idx="203">
                  <c:v>64.73212851678</c:v>
                </c:pt>
                <c:pt idx="204">
                  <c:v>64.28368842777</c:v>
                </c:pt>
                <c:pt idx="205">
                  <c:v>63.83524833875</c:v>
                </c:pt>
                <c:pt idx="206">
                  <c:v>63.38680824974</c:v>
                </c:pt>
                <c:pt idx="207">
                  <c:v>62.93836816073</c:v>
                </c:pt>
                <c:pt idx="208">
                  <c:v>62.48992807171</c:v>
                </c:pt>
                <c:pt idx="209">
                  <c:v>62.0414879827</c:v>
                </c:pt>
                <c:pt idx="210">
                  <c:v>61.59304789368</c:v>
                </c:pt>
                <c:pt idx="211">
                  <c:v>61.14460780467</c:v>
                </c:pt>
                <c:pt idx="212">
                  <c:v>60.69616771565</c:v>
                </c:pt>
                <c:pt idx="213">
                  <c:v>60.24772762664</c:v>
                </c:pt>
                <c:pt idx="214">
                  <c:v>59.79928753762</c:v>
                </c:pt>
                <c:pt idx="215">
                  <c:v>59.35084744861</c:v>
                </c:pt>
                <c:pt idx="216">
                  <c:v>58.90240735959</c:v>
                </c:pt>
                <c:pt idx="217">
                  <c:v>58.45396727058</c:v>
                </c:pt>
                <c:pt idx="218">
                  <c:v>58.00552718157</c:v>
                </c:pt>
                <c:pt idx="219">
                  <c:v>57.55708709255</c:v>
                </c:pt>
                <c:pt idx="220">
                  <c:v>57.10864700354</c:v>
                </c:pt>
                <c:pt idx="221">
                  <c:v>56.66020691452</c:v>
                </c:pt>
                <c:pt idx="222">
                  <c:v>56.21176682551</c:v>
                </c:pt>
                <c:pt idx="223">
                  <c:v>55.76332673649</c:v>
                </c:pt>
                <c:pt idx="224">
                  <c:v>55.31488664748</c:v>
                </c:pt>
                <c:pt idx="225">
                  <c:v>54.86644655846</c:v>
                </c:pt>
                <c:pt idx="226">
                  <c:v>54.41800646945</c:v>
                </c:pt>
                <c:pt idx="227">
                  <c:v>53.96956638043</c:v>
                </c:pt>
                <c:pt idx="228">
                  <c:v>53.52112629142</c:v>
                </c:pt>
                <c:pt idx="229">
                  <c:v>53.07268620241</c:v>
                </c:pt>
                <c:pt idx="230">
                  <c:v>52.62424611339</c:v>
                </c:pt>
                <c:pt idx="231">
                  <c:v>52.17580602438</c:v>
                </c:pt>
                <c:pt idx="232">
                  <c:v>51.72736593536</c:v>
                </c:pt>
                <c:pt idx="233">
                  <c:v>51.27892584635</c:v>
                </c:pt>
                <c:pt idx="234">
                  <c:v>50.83048575733</c:v>
                </c:pt>
                <c:pt idx="235">
                  <c:v>50.38204566832</c:v>
                </c:pt>
                <c:pt idx="236">
                  <c:v>49.9336055793</c:v>
                </c:pt>
                <c:pt idx="237">
                  <c:v>49.48516549029</c:v>
                </c:pt>
                <c:pt idx="238">
                  <c:v>49.03672540128</c:v>
                </c:pt>
                <c:pt idx="239">
                  <c:v>48.58828531226</c:v>
                </c:pt>
                <c:pt idx="240">
                  <c:v>48.13984522325</c:v>
                </c:pt>
                <c:pt idx="241">
                  <c:v>47.69140513423</c:v>
                </c:pt>
                <c:pt idx="242">
                  <c:v>47.24296504522</c:v>
                </c:pt>
                <c:pt idx="243">
                  <c:v>46.7945249562</c:v>
                </c:pt>
                <c:pt idx="244">
                  <c:v>46.34608486719</c:v>
                </c:pt>
                <c:pt idx="245">
                  <c:v>45.89764477817</c:v>
                </c:pt>
                <c:pt idx="246">
                  <c:v>45.44920468916</c:v>
                </c:pt>
                <c:pt idx="247">
                  <c:v>45.00076460014</c:v>
                </c:pt>
                <c:pt idx="248">
                  <c:v>44.55232451113</c:v>
                </c:pt>
                <c:pt idx="249">
                  <c:v>44.10388442212</c:v>
                </c:pt>
                <c:pt idx="250">
                  <c:v>43.6554443331</c:v>
                </c:pt>
                <c:pt idx="251">
                  <c:v>43.20700424409</c:v>
                </c:pt>
                <c:pt idx="252">
                  <c:v>42.75856415507</c:v>
                </c:pt>
                <c:pt idx="253">
                  <c:v>42.31012406606</c:v>
                </c:pt>
                <c:pt idx="254">
                  <c:v>41.86168397704</c:v>
                </c:pt>
                <c:pt idx="255">
                  <c:v>41.41324388803</c:v>
                </c:pt>
                <c:pt idx="256">
                  <c:v>41.41324388803</c:v>
                </c:pt>
              </c:numCache>
            </c:numRef>
          </c:yVal>
        </c:ser>
        <c:ser>
          <c:idx val="1"/>
          <c:order val="1"/>
          <c:tx>
            <c:v>C1.2</c:v>
          </c:tx>
          <c:spPr>
            <a:solidFill>
              <a:srgbClr val="FF7F0E"/>
            </a:solidFill>
            <a:ln w="23813">
              <a:solidFill>
                <a:srgbClr val="FF7F0E"/>
              </a:solidFill>
            </a:ln>
          </c:spPr>
          <c:marker>
            <c:symbol val="none"/>
          </c:marker>
          <c:xVal>
            <c:numRef>
              <c:f>'Chart Data'!$C$2:$C$258</c:f>
              <c:numCache>
                <c:formatCode>General</c:formatCode>
                <c:ptCount val="257"/>
                <c:pt idx="0">
                  <c:v>0.8994252517941</c:v>
                </c:pt>
                <c:pt idx="1">
                  <c:v>0.8948373463211</c:v>
                </c:pt>
                <c:pt idx="2">
                  <c:v>0.8901915312339</c:v>
                </c:pt>
                <c:pt idx="3">
                  <c:v>0.8854794559507</c:v>
                </c:pt>
                <c:pt idx="4">
                  <c:v>0.8806908913001</c:v>
                </c:pt>
                <c:pt idx="5">
                  <c:v>0.8758140183391</c:v>
                </c:pt>
                <c:pt idx="6">
                  <c:v>0.8708357877573</c:v>
                </c:pt>
                <c:pt idx="7">
                  <c:v>0.8657423412367</c:v>
                </c:pt>
                <c:pt idx="8">
                  <c:v>0.8605194837061</c:v>
                </c:pt>
                <c:pt idx="9">
                  <c:v>0.8551531933231</c:v>
                </c:pt>
                <c:pt idx="10">
                  <c:v>0.8496301543183</c:v>
                </c:pt>
                <c:pt idx="11">
                  <c:v>0.84393829662</c:v>
                </c:pt>
                <c:pt idx="12">
                  <c:v>0.8380673254859</c:v>
                </c:pt>
                <c:pt idx="13">
                  <c:v>0.8320092242421</c:v>
                </c:pt>
                <c:pt idx="14">
                  <c:v>0.8257587136671</c:v>
                </c:pt>
                <c:pt idx="15">
                  <c:v>0.8193136525515</c:v>
                </c:pt>
                <c:pt idx="16">
                  <c:v>0.8126753654798</c:v>
                </c:pt>
                <c:pt idx="17">
                  <c:v>0.8058488858591</c:v>
                </c:pt>
                <c:pt idx="18">
                  <c:v>0.7988431046031</c:v>
                </c:pt>
                <c:pt idx="19">
                  <c:v>0.7916708175701</c:v>
                </c:pt>
                <c:pt idx="20">
                  <c:v>0.7843486677786</c:v>
                </c:pt>
                <c:pt idx="21">
                  <c:v>0.7768969814701</c:v>
                </c:pt>
                <c:pt idx="22">
                  <c:v>0.7693395001634</c:v>
                </c:pt>
                <c:pt idx="23">
                  <c:v>0.7617030138589</c:v>
                </c:pt>
                <c:pt idx="24">
                  <c:v>0.7540169034012</c:v>
                </c:pt>
                <c:pt idx="25">
                  <c:v>0.7463126026221</c:v>
                </c:pt>
                <c:pt idx="26">
                  <c:v>0.7386229931915</c:v>
                </c:pt>
                <c:pt idx="27">
                  <c:v>0.7309817470372</c:v>
                </c:pt>
                <c:pt idx="28">
                  <c:v>0.7234226327226</c:v>
                </c:pt>
                <c:pt idx="29">
                  <c:v>0.7159788032523</c:v>
                </c:pt>
                <c:pt idx="30">
                  <c:v>0.7086820834044</c:v>
                </c:pt>
                <c:pt idx="31">
                  <c:v>0.7015622748582</c:v>
                </c:pt>
                <c:pt idx="32">
                  <c:v>0.6946464971055</c:v>
                </c:pt>
                <c:pt idx="33">
                  <c:v>0.6879585814263</c:v>
                </c:pt>
                <c:pt idx="34">
                  <c:v>0.6815185341043</c:v>
                </c:pt>
                <c:pt idx="35">
                  <c:v>0.6753420835825</c:v>
                </c:pt>
                <c:pt idx="36">
                  <c:v>0.6694403244644</c:v>
                </c:pt>
                <c:pt idx="37">
                  <c:v>0.6638194691841</c:v>
                </c:pt>
                <c:pt idx="38">
                  <c:v>0.6584807158463</c:v>
                </c:pt>
                <c:pt idx="39">
                  <c:v>0.6534202382205</c:v>
                </c:pt>
                <c:pt idx="40">
                  <c:v>0.6486293011968</c:v>
                </c:pt>
                <c:pt idx="41">
                  <c:v>0.6440945022288</c:v>
                </c:pt>
                <c:pt idx="42">
                  <c:v>0.6397981364291</c:v>
                </c:pt>
                <c:pt idx="43">
                  <c:v>0.6357186801003</c:v>
                </c:pt>
                <c:pt idx="44">
                  <c:v>0.6318313846158</c:v>
                </c:pt>
                <c:pt idx="45">
                  <c:v>0.6281089697568</c:v>
                </c:pt>
                <c:pt idx="46">
                  <c:v>0.6245224029249</c:v>
                </c:pt>
                <c:pt idx="47">
                  <c:v>0.6210417481202</c:v>
                </c:pt>
                <c:pt idx="48">
                  <c:v>0.6176370662892</c:v>
                </c:pt>
                <c:pt idx="49">
                  <c:v>0.614279346644</c:v>
                </c:pt>
                <c:pt idx="50">
                  <c:v>0.6109414469279</c:v>
                </c:pt>
                <c:pt idx="51">
                  <c:v>0.6075990194014</c:v>
                </c:pt>
                <c:pt idx="52">
                  <c:v>0.6042313986415</c:v>
                </c:pt>
                <c:pt idx="53">
                  <c:v>0.6008224271274</c:v>
                </c:pt>
                <c:pt idx="54">
                  <c:v>0.5973611951046</c:v>
                </c:pt>
                <c:pt idx="55">
                  <c:v>0.5938426724119</c:v>
                </c:pt>
                <c:pt idx="56">
                  <c:v>0.5902682118434</c:v>
                </c:pt>
                <c:pt idx="57">
                  <c:v>0.5866459062147</c:v>
                </c:pt>
                <c:pt idx="58">
                  <c:v>0.5829907845733</c:v>
                </c:pt>
                <c:pt idx="59">
                  <c:v>0.5793248368884</c:v>
                </c:pt>
                <c:pt idx="60">
                  <c:v>0.5756768609899</c:v>
                </c:pt>
                <c:pt idx="61">
                  <c:v>0.5720821303849</c:v>
                </c:pt>
                <c:pt idx="62">
                  <c:v>0.5685818867086</c:v>
                </c:pt>
                <c:pt idx="63">
                  <c:v>0.5652226658117</c:v>
                </c:pt>
                <c:pt idx="64">
                  <c:v>0.5620554716429</c:v>
                </c:pt>
                <c:pt idx="65">
                  <c:v>0.559134816966</c:v>
                </c:pt>
                <c:pt idx="66">
                  <c:v>0.5565176543523</c:v>
                </c:pt>
                <c:pt idx="67">
                  <c:v>0.55426222462</c:v>
                </c:pt>
                <c:pt idx="68">
                  <c:v>0.5524268527825</c:v>
                </c:pt>
                <c:pt idx="69">
                  <c:v>0.5510687234753</c:v>
                </c:pt>
                <c:pt idx="70">
                  <c:v>0.5502426686497</c:v>
                </c:pt>
                <c:pt idx="71">
                  <c:v>0.55</c:v>
                </c:pt>
                <c:pt idx="72">
                  <c:v>0.5503874171135</c:v>
                </c:pt>
                <c:pt idx="73">
                  <c:v>0.551446019751</c:v>
                </c:pt>
                <c:pt idx="74">
                  <c:v>0.5532104490756</c:v>
                </c:pt>
                <c:pt idx="75">
                  <c:v>0.5557081781961</c:v>
                </c:pt>
                <c:pt idx="76">
                  <c:v>0.5589589672653</c:v>
                </c:pt>
                <c:pt idx="77">
                  <c:v>0.562974492798</c:v>
                </c:pt>
                <c:pt idx="78">
                  <c:v>0.5677581550836</c:v>
                </c:pt>
                <c:pt idx="79">
                  <c:v>0.5733050618255</c:v>
                </c:pt>
                <c:pt idx="80">
                  <c:v>0.5796021806766</c:v>
                </c:pt>
                <c:pt idx="81">
                  <c:v>0.5866286484012</c:v>
                </c:pt>
                <c:pt idx="82">
                  <c:v>0.5943562201618</c:v>
                </c:pt>
                <c:pt idx="83">
                  <c:v>0.6027498390738</c:v>
                </c:pt>
                <c:pt idx="84">
                  <c:v>0.6117683037979</c:v>
                </c:pt>
                <c:pt idx="85">
                  <c:v>0.6213650106039</c:v>
                </c:pt>
                <c:pt idx="86">
                  <c:v>0.6314887460441</c:v>
                </c:pt>
                <c:pt idx="87">
                  <c:v>0.6420845070746</c:v>
                </c:pt>
                <c:pt idx="88">
                  <c:v>0.6530943270392</c:v>
                </c:pt>
                <c:pt idx="89">
                  <c:v>0.6644580882681</c:v>
                </c:pt>
                <c:pt idx="90">
                  <c:v>0.6761143049429</c:v>
                </c:pt>
                <c:pt idx="91">
                  <c:v>0.6880008631613</c:v>
                </c:pt>
                <c:pt idx="92">
                  <c:v>0.7000557085935</c:v>
                </c:pt>
                <c:pt idx="93">
                  <c:v>0.7122174755537</c:v>
                </c:pt>
                <c:pt idx="94">
                  <c:v>0.724426054534</c:v>
                </c:pt>
                <c:pt idx="95">
                  <c:v>0.7366230981044</c:v>
                </c:pt>
                <c:pt idx="96">
                  <c:v>0.7487524674439</c:v>
                </c:pt>
                <c:pt idx="97">
                  <c:v>0.7607606235462</c:v>
                </c:pt>
                <c:pt idx="98">
                  <c:v>0.7725969682939</c:v>
                </c:pt>
                <c:pt idx="99">
                  <c:v>0.784214141116</c:v>
                </c:pt>
                <c:pt idx="100">
                  <c:v>0.7955682768661</c:v>
                </c:pt>
                <c:pt idx="101">
                  <c:v>0.8066192299571</c:v>
                </c:pt>
                <c:pt idx="102">
                  <c:v>0.8173307687673</c:v>
                </c:pt>
                <c:pt idx="103">
                  <c:v>0.8276707430028</c:v>
                </c:pt>
                <c:pt idx="104">
                  <c:v>0.8376112252094</c:v>
                </c:pt>
                <c:pt idx="105">
                  <c:v>0.8471286260979</c:v>
                </c:pt>
                <c:pt idx="106">
                  <c:v>0.8562037819197</c:v>
                </c:pt>
                <c:pt idx="107">
                  <c:v>0.8648220109162</c:v>
                </c:pt>
                <c:pt idx="108">
                  <c:v>0.8729731349715</c:v>
                </c:pt>
                <c:pt idx="109">
                  <c:v>0.8806514620842</c:v>
                </c:pt>
                <c:pt idx="110">
                  <c:v>0.8878557251939</c:v>
                </c:pt>
                <c:pt idx="111">
                  <c:v>0.8945889732656</c:v>
                </c:pt>
                <c:pt idx="112">
                  <c:v>0.900858411325</c:v>
                </c:pt>
                <c:pt idx="113">
                  <c:v>0.9066751873197</c:v>
                </c:pt>
                <c:pt idx="114">
                  <c:v>0.9120541251818</c:v>
                </c:pt>
                <c:pt idx="115">
                  <c:v>0.9170134052037</c:v>
                </c:pt>
                <c:pt idx="116">
                  <c:v>0.9215741947086</c:v>
                </c:pt>
                <c:pt idx="117">
                  <c:v>0.9257602339065</c:v>
                </c:pt>
                <c:pt idx="118">
                  <c:v>0.9295973836515</c:v>
                </c:pt>
                <c:pt idx="119">
                  <c:v>0.9331131434752</c:v>
                </c:pt>
                <c:pt idx="120">
                  <c:v>0.9363361496568</c:v>
                </c:pt>
                <c:pt idx="121">
                  <c:v>0.939295664141</c:v>
                </c:pt>
                <c:pt idx="122">
                  <c:v>0.9420210657666</c:v>
                </c:pt>
                <c:pt idx="123">
                  <c:v>0.9445413554857</c:v>
                </c:pt>
                <c:pt idx="124">
                  <c:v>0.9468846870303</c:v>
                </c:pt>
                <c:pt idx="125">
                  <c:v>0.9490779338175</c:v>
                </c:pt>
                <c:pt idx="126">
                  <c:v>0.9511463018181</c:v>
                </c:pt>
                <c:pt idx="127">
                  <c:v>0.9531129966875</c:v>
                </c:pt>
                <c:pt idx="128">
                  <c:v>1.046887003313</c:v>
                </c:pt>
                <c:pt idx="129">
                  <c:v>1.048853698182</c:v>
                </c:pt>
                <c:pt idx="130">
                  <c:v>1.050922066182</c:v>
                </c:pt>
                <c:pt idx="131">
                  <c:v>1.05311531297</c:v>
                </c:pt>
                <c:pt idx="132">
                  <c:v>1.055458644514</c:v>
                </c:pt>
                <c:pt idx="133">
                  <c:v>1.057978934233</c:v>
                </c:pt>
                <c:pt idx="134">
                  <c:v>1.060704335859</c:v>
                </c:pt>
                <c:pt idx="135">
                  <c:v>1.063663850343</c:v>
                </c:pt>
                <c:pt idx="136">
                  <c:v>1.066886856525</c:v>
                </c:pt>
                <c:pt idx="137">
                  <c:v>1.070402616349</c:v>
                </c:pt>
                <c:pt idx="138">
                  <c:v>1.074239766094</c:v>
                </c:pt>
                <c:pt idx="139">
                  <c:v>1.078425805291</c:v>
                </c:pt>
                <c:pt idx="140">
                  <c:v>1.082986594796</c:v>
                </c:pt>
                <c:pt idx="141">
                  <c:v>1.087945874818</c:v>
                </c:pt>
                <c:pt idx="142">
                  <c:v>1.09332481268</c:v>
                </c:pt>
                <c:pt idx="143">
                  <c:v>1.099141588675</c:v>
                </c:pt>
                <c:pt idx="144">
                  <c:v>1.105411026734</c:v>
                </c:pt>
                <c:pt idx="145">
                  <c:v>1.112144274806</c:v>
                </c:pt>
                <c:pt idx="146">
                  <c:v>1.119348537916</c:v>
                </c:pt>
                <c:pt idx="147">
                  <c:v>1.127026865028</c:v>
                </c:pt>
                <c:pt idx="148">
                  <c:v>1.135177989084</c:v>
                </c:pt>
                <c:pt idx="149">
                  <c:v>1.14379621808</c:v>
                </c:pt>
                <c:pt idx="150">
                  <c:v>1.152871373902</c:v>
                </c:pt>
                <c:pt idx="151">
                  <c:v>1.162388774791</c:v>
                </c:pt>
                <c:pt idx="152">
                  <c:v>1.172329256997</c:v>
                </c:pt>
                <c:pt idx="153">
                  <c:v>1.182669231233</c:v>
                </c:pt>
                <c:pt idx="154">
                  <c:v>1.193380770043</c:v>
                </c:pt>
                <c:pt idx="155">
                  <c:v>1.204431723134</c:v>
                </c:pt>
                <c:pt idx="156">
                  <c:v>1.215785858884</c:v>
                </c:pt>
                <c:pt idx="157">
                  <c:v>1.227403031706</c:v>
                </c:pt>
                <c:pt idx="158">
                  <c:v>1.239239376454</c:v>
                </c:pt>
                <c:pt idx="159">
                  <c:v>1.251247532556</c:v>
                </c:pt>
                <c:pt idx="160">
                  <c:v>1.263376901896</c:v>
                </c:pt>
                <c:pt idx="161">
                  <c:v>1.275573945466</c:v>
                </c:pt>
                <c:pt idx="162">
                  <c:v>1.287782524446</c:v>
                </c:pt>
                <c:pt idx="163">
                  <c:v>1.299944291406</c:v>
                </c:pt>
                <c:pt idx="164">
                  <c:v>1.311999136839</c:v>
                </c:pt>
                <c:pt idx="165">
                  <c:v>1.323885695057</c:v>
                </c:pt>
                <c:pt idx="166">
                  <c:v>1.335541911732</c:v>
                </c:pt>
                <c:pt idx="167">
                  <c:v>1.346905672961</c:v>
                </c:pt>
                <c:pt idx="168">
                  <c:v>1.357915492925</c:v>
                </c:pt>
                <c:pt idx="169">
                  <c:v>1.368511253956</c:v>
                </c:pt>
                <c:pt idx="170">
                  <c:v>1.378634989396</c:v>
                </c:pt>
                <c:pt idx="171">
                  <c:v>1.388231696202</c:v>
                </c:pt>
                <c:pt idx="172">
                  <c:v>1.397250160926</c:v>
                </c:pt>
                <c:pt idx="173">
                  <c:v>1.405643779838</c:v>
                </c:pt>
                <c:pt idx="174">
                  <c:v>1.413371351599</c:v>
                </c:pt>
                <c:pt idx="175">
                  <c:v>1.420397819323</c:v>
                </c:pt>
                <c:pt idx="176">
                  <c:v>1.426694938175</c:v>
                </c:pt>
                <c:pt idx="177">
                  <c:v>1.432241844916</c:v>
                </c:pt>
                <c:pt idx="178">
                  <c:v>1.437025507202</c:v>
                </c:pt>
                <c:pt idx="179">
                  <c:v>1.441041032735</c:v>
                </c:pt>
                <c:pt idx="180">
                  <c:v>1.444291821804</c:v>
                </c:pt>
                <c:pt idx="181">
                  <c:v>1.446789550924</c:v>
                </c:pt>
                <c:pt idx="182">
                  <c:v>1.448553980249</c:v>
                </c:pt>
                <c:pt idx="183">
                  <c:v>1.449612582886</c:v>
                </c:pt>
                <c:pt idx="184">
                  <c:v>1.45</c:v>
                </c:pt>
                <c:pt idx="185">
                  <c:v>1.44975733135</c:v>
                </c:pt>
                <c:pt idx="186">
                  <c:v>1.448931276525</c:v>
                </c:pt>
                <c:pt idx="187">
                  <c:v>1.447573147218</c:v>
                </c:pt>
                <c:pt idx="188">
                  <c:v>1.44573777538</c:v>
                </c:pt>
                <c:pt idx="189">
                  <c:v>1.443482345648</c:v>
                </c:pt>
                <c:pt idx="190">
                  <c:v>1.440865183034</c:v>
                </c:pt>
                <c:pt idx="191">
                  <c:v>1.437944528357</c:v>
                </c:pt>
                <c:pt idx="192">
                  <c:v>1.434777334188</c:v>
                </c:pt>
                <c:pt idx="193">
                  <c:v>1.431418113291</c:v>
                </c:pt>
                <c:pt idx="194">
                  <c:v>1.427917869615</c:v>
                </c:pt>
                <c:pt idx="195">
                  <c:v>1.42432313901</c:v>
                </c:pt>
                <c:pt idx="196">
                  <c:v>1.420675163112</c:v>
                </c:pt>
                <c:pt idx="197">
                  <c:v>1.417009215427</c:v>
                </c:pt>
                <c:pt idx="198">
                  <c:v>1.413354093785</c:v>
                </c:pt>
                <c:pt idx="199">
                  <c:v>1.409731788157</c:v>
                </c:pt>
                <c:pt idx="200">
                  <c:v>1.406157327588</c:v>
                </c:pt>
                <c:pt idx="201">
                  <c:v>1.402638804895</c:v>
                </c:pt>
                <c:pt idx="202">
                  <c:v>1.399177572873</c:v>
                </c:pt>
                <c:pt idx="203">
                  <c:v>1.395768601358</c:v>
                </c:pt>
                <c:pt idx="204">
                  <c:v>1.392400980599</c:v>
                </c:pt>
                <c:pt idx="205">
                  <c:v>1.389058553072</c:v>
                </c:pt>
                <c:pt idx="206">
                  <c:v>1.385720653356</c:v>
                </c:pt>
                <c:pt idx="207">
                  <c:v>1.382362933711</c:v>
                </c:pt>
                <c:pt idx="208">
                  <c:v>1.37895825188</c:v>
                </c:pt>
                <c:pt idx="209">
                  <c:v>1.375477597075</c:v>
                </c:pt>
                <c:pt idx="210">
                  <c:v>1.371891030243</c:v>
                </c:pt>
                <c:pt idx="211">
                  <c:v>1.368168615384</c:v>
                </c:pt>
                <c:pt idx="212">
                  <c:v>1.3642813199</c:v>
                </c:pt>
                <c:pt idx="213">
                  <c:v>1.360201863571</c:v>
                </c:pt>
                <c:pt idx="214">
                  <c:v>1.355905497771</c:v>
                </c:pt>
                <c:pt idx="215">
                  <c:v>1.351370698803</c:v>
                </c:pt>
                <c:pt idx="216">
                  <c:v>1.34657976178</c:v>
                </c:pt>
                <c:pt idx="217">
                  <c:v>1.341519284154</c:v>
                </c:pt>
                <c:pt idx="218">
                  <c:v>1.336180530816</c:v>
                </c:pt>
                <c:pt idx="219">
                  <c:v>1.330559675536</c:v>
                </c:pt>
                <c:pt idx="220">
                  <c:v>1.324657916417</c:v>
                </c:pt>
                <c:pt idx="221">
                  <c:v>1.318481465896</c:v>
                </c:pt>
                <c:pt idx="222">
                  <c:v>1.312041418574</c:v>
                </c:pt>
                <c:pt idx="223">
                  <c:v>1.305353502895</c:v>
                </c:pt>
                <c:pt idx="224">
                  <c:v>1.298437725142</c:v>
                </c:pt>
                <c:pt idx="225">
                  <c:v>1.291317916596</c:v>
                </c:pt>
                <c:pt idx="226">
                  <c:v>1.284021196748</c:v>
                </c:pt>
                <c:pt idx="227">
                  <c:v>1.276577367277</c:v>
                </c:pt>
                <c:pt idx="228">
                  <c:v>1.269018252963</c:v>
                </c:pt>
                <c:pt idx="229">
                  <c:v>1.261377006809</c:v>
                </c:pt>
                <c:pt idx="230">
                  <c:v>1.253687397378</c:v>
                </c:pt>
                <c:pt idx="231">
                  <c:v>1.245983096599</c:v>
                </c:pt>
                <c:pt idx="232">
                  <c:v>1.238296986141</c:v>
                </c:pt>
                <c:pt idx="233">
                  <c:v>1.230660499837</c:v>
                </c:pt>
                <c:pt idx="234">
                  <c:v>1.22310301853</c:v>
                </c:pt>
                <c:pt idx="235">
                  <c:v>1.215651332221</c:v>
                </c:pt>
                <c:pt idx="236">
                  <c:v>1.20832918243</c:v>
                </c:pt>
                <c:pt idx="237">
                  <c:v>1.201156895397</c:v>
                </c:pt>
                <c:pt idx="238">
                  <c:v>1.194151114141</c:v>
                </c:pt>
                <c:pt idx="239">
                  <c:v>1.18732463452</c:v>
                </c:pt>
                <c:pt idx="240">
                  <c:v>1.180686347448</c:v>
                </c:pt>
                <c:pt idx="241">
                  <c:v>1.174241286333</c:v>
                </c:pt>
                <c:pt idx="242">
                  <c:v>1.167990775758</c:v>
                </c:pt>
                <c:pt idx="243">
                  <c:v>1.161932674514</c:v>
                </c:pt>
                <c:pt idx="244">
                  <c:v>1.15606170338</c:v>
                </c:pt>
                <c:pt idx="245">
                  <c:v>1.150369845682</c:v>
                </c:pt>
                <c:pt idx="246">
                  <c:v>1.144846806677</c:v>
                </c:pt>
                <c:pt idx="247">
                  <c:v>1.139480516294</c:v>
                </c:pt>
                <c:pt idx="248">
                  <c:v>1.134257658763</c:v>
                </c:pt>
                <c:pt idx="249">
                  <c:v>1.129164212243</c:v>
                </c:pt>
                <c:pt idx="250">
                  <c:v>1.124185981661</c:v>
                </c:pt>
                <c:pt idx="251">
                  <c:v>1.1193091087</c:v>
                </c:pt>
                <c:pt idx="252">
                  <c:v>1.114520544049</c:v>
                </c:pt>
                <c:pt idx="253">
                  <c:v>1.109808468766</c:v>
                </c:pt>
                <c:pt idx="254">
                  <c:v>1.105162653679</c:v>
                </c:pt>
                <c:pt idx="255">
                  <c:v>1.100574748206</c:v>
                </c:pt>
                <c:pt idx="256">
                  <c:v>0.8994252517941</c:v>
                </c:pt>
              </c:numCache>
            </c:numRef>
          </c:xVal>
          <c:yVal>
            <c:numRef>
              <c:f>'Chart Data'!$D$2:$D$258</c:f>
              <c:numCache>
                <c:formatCode>0.0</c:formatCode>
                <c:ptCount val="257"/>
                <c:pt idx="0">
                  <c:v>69.73293962806</c:v>
                </c:pt>
                <c:pt idx="1">
                  <c:v>69.74574824291</c:v>
                </c:pt>
                <c:pt idx="2">
                  <c:v>69.75855685777</c:v>
                </c:pt>
                <c:pt idx="3">
                  <c:v>69.77136547262</c:v>
                </c:pt>
                <c:pt idx="4">
                  <c:v>69.78417408748</c:v>
                </c:pt>
                <c:pt idx="5">
                  <c:v>69.79698270233</c:v>
                </c:pt>
                <c:pt idx="6">
                  <c:v>69.80979131719</c:v>
                </c:pt>
                <c:pt idx="7">
                  <c:v>69.82259993204</c:v>
                </c:pt>
                <c:pt idx="8">
                  <c:v>69.8354085469</c:v>
                </c:pt>
                <c:pt idx="9">
                  <c:v>69.84821716175</c:v>
                </c:pt>
                <c:pt idx="10">
                  <c:v>69.86102577661</c:v>
                </c:pt>
                <c:pt idx="11">
                  <c:v>69.87383439146</c:v>
                </c:pt>
                <c:pt idx="12">
                  <c:v>69.88664300632</c:v>
                </c:pt>
                <c:pt idx="13">
                  <c:v>69.89945162118</c:v>
                </c:pt>
                <c:pt idx="14">
                  <c:v>69.91226023603</c:v>
                </c:pt>
                <c:pt idx="15">
                  <c:v>69.92506885089</c:v>
                </c:pt>
                <c:pt idx="16">
                  <c:v>69.93787746574</c:v>
                </c:pt>
                <c:pt idx="17">
                  <c:v>69.9506860806</c:v>
                </c:pt>
                <c:pt idx="18">
                  <c:v>69.96349469545</c:v>
                </c:pt>
                <c:pt idx="19">
                  <c:v>69.97630331031</c:v>
                </c:pt>
                <c:pt idx="20">
                  <c:v>69.98911192516</c:v>
                </c:pt>
                <c:pt idx="21">
                  <c:v>70.00192054002</c:v>
                </c:pt>
                <c:pt idx="22">
                  <c:v>70.01472915487</c:v>
                </c:pt>
                <c:pt idx="23">
                  <c:v>70.02753776973</c:v>
                </c:pt>
                <c:pt idx="24">
                  <c:v>70.04034638458</c:v>
                </c:pt>
                <c:pt idx="25">
                  <c:v>70.05315499944</c:v>
                </c:pt>
                <c:pt idx="26">
                  <c:v>70.06596361429</c:v>
                </c:pt>
                <c:pt idx="27">
                  <c:v>70.07877222915</c:v>
                </c:pt>
                <c:pt idx="28">
                  <c:v>70.091580844</c:v>
                </c:pt>
                <c:pt idx="29">
                  <c:v>70.10438945886</c:v>
                </c:pt>
                <c:pt idx="30">
                  <c:v>70.11719807372</c:v>
                </c:pt>
                <c:pt idx="31">
                  <c:v>70.13000668857</c:v>
                </c:pt>
                <c:pt idx="32">
                  <c:v>70.14281530343</c:v>
                </c:pt>
                <c:pt idx="33">
                  <c:v>70.15562391828</c:v>
                </c:pt>
                <c:pt idx="34">
                  <c:v>70.16843253314</c:v>
                </c:pt>
                <c:pt idx="35">
                  <c:v>70.18124114799</c:v>
                </c:pt>
                <c:pt idx="36">
                  <c:v>70.19404976285</c:v>
                </c:pt>
                <c:pt idx="37">
                  <c:v>70.2068583777</c:v>
                </c:pt>
                <c:pt idx="38">
                  <c:v>70.21966699256</c:v>
                </c:pt>
                <c:pt idx="39">
                  <c:v>70.23247560741</c:v>
                </c:pt>
                <c:pt idx="40">
                  <c:v>70.24528422227</c:v>
                </c:pt>
                <c:pt idx="41">
                  <c:v>70.25809283712</c:v>
                </c:pt>
                <c:pt idx="42">
                  <c:v>70.27090145198</c:v>
                </c:pt>
                <c:pt idx="43">
                  <c:v>70.28371006683</c:v>
                </c:pt>
                <c:pt idx="44">
                  <c:v>70.29651868169</c:v>
                </c:pt>
                <c:pt idx="45">
                  <c:v>70.30932729654</c:v>
                </c:pt>
                <c:pt idx="46">
                  <c:v>70.3221359114</c:v>
                </c:pt>
                <c:pt idx="47">
                  <c:v>70.33494452626</c:v>
                </c:pt>
                <c:pt idx="48">
                  <c:v>70.34775314111</c:v>
                </c:pt>
                <c:pt idx="49">
                  <c:v>70.36056175597</c:v>
                </c:pt>
                <c:pt idx="50">
                  <c:v>70.37337037082</c:v>
                </c:pt>
                <c:pt idx="51">
                  <c:v>70.38617898568</c:v>
                </c:pt>
                <c:pt idx="52">
                  <c:v>70.39898760053</c:v>
                </c:pt>
                <c:pt idx="53">
                  <c:v>70.41179621539</c:v>
                </c:pt>
                <c:pt idx="54">
                  <c:v>70.42460483024</c:v>
                </c:pt>
                <c:pt idx="55">
                  <c:v>70.4374134451</c:v>
                </c:pt>
                <c:pt idx="56">
                  <c:v>70.45022205995</c:v>
                </c:pt>
                <c:pt idx="57">
                  <c:v>70.46303067481</c:v>
                </c:pt>
                <c:pt idx="58">
                  <c:v>70.47583928966</c:v>
                </c:pt>
                <c:pt idx="59">
                  <c:v>70.48864790452</c:v>
                </c:pt>
                <c:pt idx="60">
                  <c:v>70.50145651937</c:v>
                </c:pt>
                <c:pt idx="61">
                  <c:v>70.51426513423</c:v>
                </c:pt>
                <c:pt idx="62">
                  <c:v>70.52707374908</c:v>
                </c:pt>
                <c:pt idx="63">
                  <c:v>70.53988236394</c:v>
                </c:pt>
                <c:pt idx="64">
                  <c:v>70.5526909788</c:v>
                </c:pt>
                <c:pt idx="65">
                  <c:v>70.56549959365</c:v>
                </c:pt>
                <c:pt idx="66">
                  <c:v>70.57830820851</c:v>
                </c:pt>
                <c:pt idx="67">
                  <c:v>70.59111682336</c:v>
                </c:pt>
                <c:pt idx="68">
                  <c:v>70.60392543822</c:v>
                </c:pt>
                <c:pt idx="69">
                  <c:v>70.61673405307</c:v>
                </c:pt>
                <c:pt idx="70">
                  <c:v>70.62954266793</c:v>
                </c:pt>
                <c:pt idx="71">
                  <c:v>70.64235128278</c:v>
                </c:pt>
                <c:pt idx="72">
                  <c:v>70.65515989764</c:v>
                </c:pt>
                <c:pt idx="73">
                  <c:v>70.66796851249</c:v>
                </c:pt>
                <c:pt idx="74">
                  <c:v>70.68077712735</c:v>
                </c:pt>
                <c:pt idx="75">
                  <c:v>70.6935857422</c:v>
                </c:pt>
                <c:pt idx="76">
                  <c:v>70.70639435706</c:v>
                </c:pt>
                <c:pt idx="77">
                  <c:v>70.71920297191</c:v>
                </c:pt>
                <c:pt idx="78">
                  <c:v>70.73201158677</c:v>
                </c:pt>
                <c:pt idx="79">
                  <c:v>70.74482020163</c:v>
                </c:pt>
                <c:pt idx="80">
                  <c:v>70.75762881648</c:v>
                </c:pt>
                <c:pt idx="81">
                  <c:v>70.77043743134</c:v>
                </c:pt>
                <c:pt idx="82">
                  <c:v>70.78324604619</c:v>
                </c:pt>
                <c:pt idx="83">
                  <c:v>70.79605466105</c:v>
                </c:pt>
                <c:pt idx="84">
                  <c:v>70.8088632759</c:v>
                </c:pt>
                <c:pt idx="85">
                  <c:v>70.82167189076</c:v>
                </c:pt>
                <c:pt idx="86">
                  <c:v>70.83448050561</c:v>
                </c:pt>
                <c:pt idx="87">
                  <c:v>70.84728912047</c:v>
                </c:pt>
                <c:pt idx="88">
                  <c:v>70.86009773532</c:v>
                </c:pt>
                <c:pt idx="89">
                  <c:v>70.87290635018</c:v>
                </c:pt>
                <c:pt idx="90">
                  <c:v>70.88571496503</c:v>
                </c:pt>
                <c:pt idx="91">
                  <c:v>70.89852357989</c:v>
                </c:pt>
                <c:pt idx="92">
                  <c:v>70.91133219474</c:v>
                </c:pt>
                <c:pt idx="93">
                  <c:v>70.9241408096</c:v>
                </c:pt>
                <c:pt idx="94">
                  <c:v>70.93694942445</c:v>
                </c:pt>
                <c:pt idx="95">
                  <c:v>70.94975803931</c:v>
                </c:pt>
                <c:pt idx="96">
                  <c:v>70.96256665417</c:v>
                </c:pt>
                <c:pt idx="97">
                  <c:v>70.97537526902</c:v>
                </c:pt>
                <c:pt idx="98">
                  <c:v>70.98818388388</c:v>
                </c:pt>
                <c:pt idx="99">
                  <c:v>71.00099249873</c:v>
                </c:pt>
                <c:pt idx="100">
                  <c:v>71.01380111359</c:v>
                </c:pt>
                <c:pt idx="101">
                  <c:v>71.02660972844</c:v>
                </c:pt>
                <c:pt idx="102">
                  <c:v>71.0394183433</c:v>
                </c:pt>
                <c:pt idx="103">
                  <c:v>71.05222695815</c:v>
                </c:pt>
                <c:pt idx="104">
                  <c:v>71.06503557301</c:v>
                </c:pt>
                <c:pt idx="105">
                  <c:v>71.07784418786</c:v>
                </c:pt>
                <c:pt idx="106">
                  <c:v>71.09065280272</c:v>
                </c:pt>
                <c:pt idx="107">
                  <c:v>71.10346141757</c:v>
                </c:pt>
                <c:pt idx="108">
                  <c:v>71.11627003243</c:v>
                </c:pt>
                <c:pt idx="109">
                  <c:v>71.12907864728</c:v>
                </c:pt>
                <c:pt idx="110">
                  <c:v>71.14188726214</c:v>
                </c:pt>
                <c:pt idx="111">
                  <c:v>71.15469587699</c:v>
                </c:pt>
                <c:pt idx="112">
                  <c:v>71.16750449185</c:v>
                </c:pt>
                <c:pt idx="113">
                  <c:v>71.18031310671</c:v>
                </c:pt>
                <c:pt idx="114">
                  <c:v>71.19312172156</c:v>
                </c:pt>
                <c:pt idx="115">
                  <c:v>71.20593033642</c:v>
                </c:pt>
                <c:pt idx="116">
                  <c:v>71.21873895127</c:v>
                </c:pt>
                <c:pt idx="117">
                  <c:v>71.23154756613</c:v>
                </c:pt>
                <c:pt idx="118">
                  <c:v>71.24435618098</c:v>
                </c:pt>
                <c:pt idx="119">
                  <c:v>71.25716479584</c:v>
                </c:pt>
                <c:pt idx="120">
                  <c:v>71.26997341069</c:v>
                </c:pt>
                <c:pt idx="121">
                  <c:v>71.28278202555</c:v>
                </c:pt>
                <c:pt idx="122">
                  <c:v>71.2955906404</c:v>
                </c:pt>
                <c:pt idx="123">
                  <c:v>71.30839925526</c:v>
                </c:pt>
                <c:pt idx="124">
                  <c:v>71.32120787011</c:v>
                </c:pt>
                <c:pt idx="125">
                  <c:v>71.33401648497</c:v>
                </c:pt>
                <c:pt idx="126">
                  <c:v>71.34682509982</c:v>
                </c:pt>
                <c:pt idx="127">
                  <c:v>71.35963371468</c:v>
                </c:pt>
                <c:pt idx="128">
                  <c:v>71.35963371468</c:v>
                </c:pt>
                <c:pt idx="129">
                  <c:v>71.34682509982</c:v>
                </c:pt>
                <c:pt idx="130">
                  <c:v>71.33401648497</c:v>
                </c:pt>
                <c:pt idx="131">
                  <c:v>71.32120787011</c:v>
                </c:pt>
                <c:pt idx="132">
                  <c:v>71.30839925526</c:v>
                </c:pt>
                <c:pt idx="133">
                  <c:v>71.2955906404</c:v>
                </c:pt>
                <c:pt idx="134">
                  <c:v>71.28278202555</c:v>
                </c:pt>
                <c:pt idx="135">
                  <c:v>71.26997341069</c:v>
                </c:pt>
                <c:pt idx="136">
                  <c:v>71.25716479584</c:v>
                </c:pt>
                <c:pt idx="137">
                  <c:v>71.24435618098</c:v>
                </c:pt>
                <c:pt idx="138">
                  <c:v>71.23154756613</c:v>
                </c:pt>
                <c:pt idx="139">
                  <c:v>71.21873895127</c:v>
                </c:pt>
                <c:pt idx="140">
                  <c:v>71.20593033642</c:v>
                </c:pt>
                <c:pt idx="141">
                  <c:v>71.19312172156</c:v>
                </c:pt>
                <c:pt idx="142">
                  <c:v>71.18031310671</c:v>
                </c:pt>
                <c:pt idx="143">
                  <c:v>71.16750449185</c:v>
                </c:pt>
                <c:pt idx="144">
                  <c:v>71.15469587699</c:v>
                </c:pt>
                <c:pt idx="145">
                  <c:v>71.14188726214</c:v>
                </c:pt>
                <c:pt idx="146">
                  <c:v>71.12907864728</c:v>
                </c:pt>
                <c:pt idx="147">
                  <c:v>71.11627003243</c:v>
                </c:pt>
                <c:pt idx="148">
                  <c:v>71.10346141757</c:v>
                </c:pt>
                <c:pt idx="149">
                  <c:v>71.09065280272</c:v>
                </c:pt>
                <c:pt idx="150">
                  <c:v>71.07784418786</c:v>
                </c:pt>
                <c:pt idx="151">
                  <c:v>71.06503557301</c:v>
                </c:pt>
                <c:pt idx="152">
                  <c:v>71.05222695815</c:v>
                </c:pt>
                <c:pt idx="153">
                  <c:v>71.0394183433</c:v>
                </c:pt>
                <c:pt idx="154">
                  <c:v>71.02660972844</c:v>
                </c:pt>
                <c:pt idx="155">
                  <c:v>71.01380111359</c:v>
                </c:pt>
                <c:pt idx="156">
                  <c:v>71.00099249873</c:v>
                </c:pt>
                <c:pt idx="157">
                  <c:v>70.98818388388</c:v>
                </c:pt>
                <c:pt idx="158">
                  <c:v>70.97537526902</c:v>
                </c:pt>
                <c:pt idx="159">
                  <c:v>70.96256665417</c:v>
                </c:pt>
                <c:pt idx="160">
                  <c:v>70.94975803931</c:v>
                </c:pt>
                <c:pt idx="161">
                  <c:v>70.93694942445</c:v>
                </c:pt>
                <c:pt idx="162">
                  <c:v>70.9241408096</c:v>
                </c:pt>
                <c:pt idx="163">
                  <c:v>70.91133219474</c:v>
                </c:pt>
                <c:pt idx="164">
                  <c:v>70.89852357989</c:v>
                </c:pt>
                <c:pt idx="165">
                  <c:v>70.88571496503</c:v>
                </c:pt>
                <c:pt idx="166">
                  <c:v>70.87290635018</c:v>
                </c:pt>
                <c:pt idx="167">
                  <c:v>70.86009773532</c:v>
                </c:pt>
                <c:pt idx="168">
                  <c:v>70.84728912047</c:v>
                </c:pt>
                <c:pt idx="169">
                  <c:v>70.83448050561</c:v>
                </c:pt>
                <c:pt idx="170">
                  <c:v>70.82167189076</c:v>
                </c:pt>
                <c:pt idx="171">
                  <c:v>70.8088632759</c:v>
                </c:pt>
                <c:pt idx="172">
                  <c:v>70.79605466105</c:v>
                </c:pt>
                <c:pt idx="173">
                  <c:v>70.78324604619</c:v>
                </c:pt>
                <c:pt idx="174">
                  <c:v>70.77043743134</c:v>
                </c:pt>
                <c:pt idx="175">
                  <c:v>70.75762881648</c:v>
                </c:pt>
                <c:pt idx="176">
                  <c:v>70.74482020163</c:v>
                </c:pt>
                <c:pt idx="177">
                  <c:v>70.73201158677</c:v>
                </c:pt>
                <c:pt idx="178">
                  <c:v>70.71920297191</c:v>
                </c:pt>
                <c:pt idx="179">
                  <c:v>70.70639435706</c:v>
                </c:pt>
                <c:pt idx="180">
                  <c:v>70.6935857422</c:v>
                </c:pt>
                <c:pt idx="181">
                  <c:v>70.68077712735</c:v>
                </c:pt>
                <c:pt idx="182">
                  <c:v>70.66796851249</c:v>
                </c:pt>
                <c:pt idx="183">
                  <c:v>70.65515989764</c:v>
                </c:pt>
                <c:pt idx="184">
                  <c:v>70.64235128278</c:v>
                </c:pt>
                <c:pt idx="185">
                  <c:v>70.62954266793</c:v>
                </c:pt>
                <c:pt idx="186">
                  <c:v>70.61673405307</c:v>
                </c:pt>
                <c:pt idx="187">
                  <c:v>70.60392543822</c:v>
                </c:pt>
                <c:pt idx="188">
                  <c:v>70.59111682336</c:v>
                </c:pt>
                <c:pt idx="189">
                  <c:v>70.57830820851</c:v>
                </c:pt>
                <c:pt idx="190">
                  <c:v>70.56549959365</c:v>
                </c:pt>
                <c:pt idx="191">
                  <c:v>70.5526909788</c:v>
                </c:pt>
                <c:pt idx="192">
                  <c:v>70.53988236394</c:v>
                </c:pt>
                <c:pt idx="193">
                  <c:v>70.52707374908</c:v>
                </c:pt>
                <c:pt idx="194">
                  <c:v>70.51426513423</c:v>
                </c:pt>
                <c:pt idx="195">
                  <c:v>70.50145651937</c:v>
                </c:pt>
                <c:pt idx="196">
                  <c:v>70.48864790452</c:v>
                </c:pt>
                <c:pt idx="197">
                  <c:v>70.47583928966</c:v>
                </c:pt>
                <c:pt idx="198">
                  <c:v>70.46303067481</c:v>
                </c:pt>
                <c:pt idx="199">
                  <c:v>70.45022205995</c:v>
                </c:pt>
                <c:pt idx="200">
                  <c:v>70.4374134451</c:v>
                </c:pt>
                <c:pt idx="201">
                  <c:v>70.42460483024</c:v>
                </c:pt>
                <c:pt idx="202">
                  <c:v>70.41179621539</c:v>
                </c:pt>
                <c:pt idx="203">
                  <c:v>70.39898760053</c:v>
                </c:pt>
                <c:pt idx="204">
                  <c:v>70.38617898568</c:v>
                </c:pt>
                <c:pt idx="205">
                  <c:v>70.37337037082</c:v>
                </c:pt>
                <c:pt idx="206">
                  <c:v>70.36056175597</c:v>
                </c:pt>
                <c:pt idx="207">
                  <c:v>70.34775314111</c:v>
                </c:pt>
                <c:pt idx="208">
                  <c:v>70.33494452626</c:v>
                </c:pt>
                <c:pt idx="209">
                  <c:v>70.3221359114</c:v>
                </c:pt>
                <c:pt idx="210">
                  <c:v>70.30932729654</c:v>
                </c:pt>
                <c:pt idx="211">
                  <c:v>70.29651868169</c:v>
                </c:pt>
                <c:pt idx="212">
                  <c:v>70.28371006683</c:v>
                </c:pt>
                <c:pt idx="213">
                  <c:v>70.27090145198</c:v>
                </c:pt>
                <c:pt idx="214">
                  <c:v>70.25809283712</c:v>
                </c:pt>
                <c:pt idx="215">
                  <c:v>70.24528422227</c:v>
                </c:pt>
                <c:pt idx="216">
                  <c:v>70.23247560741</c:v>
                </c:pt>
                <c:pt idx="217">
                  <c:v>70.21966699256</c:v>
                </c:pt>
                <c:pt idx="218">
                  <c:v>70.2068583777</c:v>
                </c:pt>
                <c:pt idx="219">
                  <c:v>70.19404976285</c:v>
                </c:pt>
                <c:pt idx="220">
                  <c:v>70.18124114799</c:v>
                </c:pt>
                <c:pt idx="221">
                  <c:v>70.16843253314</c:v>
                </c:pt>
                <c:pt idx="222">
                  <c:v>70.15562391828</c:v>
                </c:pt>
                <c:pt idx="223">
                  <c:v>70.14281530343</c:v>
                </c:pt>
                <c:pt idx="224">
                  <c:v>70.13000668857</c:v>
                </c:pt>
                <c:pt idx="225">
                  <c:v>70.11719807372</c:v>
                </c:pt>
                <c:pt idx="226">
                  <c:v>70.10438945886</c:v>
                </c:pt>
                <c:pt idx="227">
                  <c:v>70.091580844</c:v>
                </c:pt>
                <c:pt idx="228">
                  <c:v>70.07877222915</c:v>
                </c:pt>
                <c:pt idx="229">
                  <c:v>70.06596361429</c:v>
                </c:pt>
                <c:pt idx="230">
                  <c:v>70.05315499944</c:v>
                </c:pt>
                <c:pt idx="231">
                  <c:v>70.04034638458</c:v>
                </c:pt>
                <c:pt idx="232">
                  <c:v>70.02753776973</c:v>
                </c:pt>
                <c:pt idx="233">
                  <c:v>70.01472915487</c:v>
                </c:pt>
                <c:pt idx="234">
                  <c:v>70.00192054002</c:v>
                </c:pt>
                <c:pt idx="235">
                  <c:v>69.98911192516</c:v>
                </c:pt>
                <c:pt idx="236">
                  <c:v>69.97630331031</c:v>
                </c:pt>
                <c:pt idx="237">
                  <c:v>69.96349469545</c:v>
                </c:pt>
                <c:pt idx="238">
                  <c:v>69.9506860806</c:v>
                </c:pt>
                <c:pt idx="239">
                  <c:v>69.93787746574</c:v>
                </c:pt>
                <c:pt idx="240">
                  <c:v>69.92506885089</c:v>
                </c:pt>
                <c:pt idx="241">
                  <c:v>69.91226023603</c:v>
                </c:pt>
                <c:pt idx="242">
                  <c:v>69.89945162118</c:v>
                </c:pt>
                <c:pt idx="243">
                  <c:v>69.88664300632</c:v>
                </c:pt>
                <c:pt idx="244">
                  <c:v>69.87383439146</c:v>
                </c:pt>
                <c:pt idx="245">
                  <c:v>69.86102577661</c:v>
                </c:pt>
                <c:pt idx="246">
                  <c:v>69.84821716175</c:v>
                </c:pt>
                <c:pt idx="247">
                  <c:v>69.8354085469</c:v>
                </c:pt>
                <c:pt idx="248">
                  <c:v>69.82259993204</c:v>
                </c:pt>
                <c:pt idx="249">
                  <c:v>69.80979131719</c:v>
                </c:pt>
                <c:pt idx="250">
                  <c:v>69.79698270233</c:v>
                </c:pt>
                <c:pt idx="251">
                  <c:v>69.78417408748</c:v>
                </c:pt>
                <c:pt idx="252">
                  <c:v>69.77136547262</c:v>
                </c:pt>
                <c:pt idx="253">
                  <c:v>69.75855685777</c:v>
                </c:pt>
                <c:pt idx="254">
                  <c:v>69.74574824291</c:v>
                </c:pt>
                <c:pt idx="255">
                  <c:v>69.73293962806</c:v>
                </c:pt>
                <c:pt idx="256">
                  <c:v>69.73293962806</c:v>
                </c:pt>
              </c:numCache>
            </c:numRef>
          </c:yVal>
        </c:ser>
        <c:ser>
          <c:idx val="2"/>
          <c:order val="2"/>
          <c:tx>
            <c:v>C1.3</c:v>
          </c:tx>
          <c:spPr>
            <a:solidFill>
              <a:srgbClr val="2CA02C"/>
            </a:solidFill>
            <a:ln w="23813">
              <a:solidFill>
                <a:srgbClr val="2CA02C"/>
              </a:solidFill>
            </a:ln>
          </c:spPr>
          <c:marker>
            <c:symbol val="none"/>
          </c:marker>
          <c:xVal>
            <c:numRef>
              <c:f>'Chart Data'!$E$2:$E$258</c:f>
              <c:numCache>
                <c:formatCode>General</c:formatCode>
                <c:ptCount val="257"/>
                <c:pt idx="0">
                  <c:v>1.964949453846</c:v>
                </c:pt>
                <c:pt idx="1">
                  <c:v>1.965010554178</c:v>
                </c:pt>
                <c:pt idx="2">
                  <c:v>1.965193482239</c:v>
                </c:pt>
                <c:pt idx="3">
                  <c:v>1.965496309447</c:v>
                </c:pt>
                <c:pt idx="4">
                  <c:v>1.965915864332</c:v>
                </c:pt>
                <c:pt idx="5">
                  <c:v>1.966447786116</c:v>
                </c:pt>
                <c:pt idx="6">
                  <c:v>1.96708659804</c:v>
                </c:pt>
                <c:pt idx="7">
                  <c:v>1.967825798603</c:v>
                </c:pt>
                <c:pt idx="8">
                  <c:v>1.968657968461</c:v>
                </c:pt>
                <c:pt idx="9">
                  <c:v>1.969574890365</c:v>
                </c:pt>
                <c:pt idx="10">
                  <c:v>1.970567679269</c:v>
                </c:pt>
                <c:pt idx="11">
                  <c:v>1.971626919498</c:v>
                </c:pt>
                <c:pt idx="12">
                  <c:v>1.972742805808</c:v>
                </c:pt>
                <c:pt idx="13">
                  <c:v>1.97390528513</c:v>
                </c:pt>
                <c:pt idx="14">
                  <c:v>1.975104195841</c:v>
                </c:pt>
                <c:pt idx="15">
                  <c:v>1.976329401598</c:v>
                </c:pt>
                <c:pt idx="16">
                  <c:v>1.977570916952</c:v>
                </c:pt>
                <c:pt idx="17">
                  <c:v>1.97881902228</c:v>
                </c:pt>
                <c:pt idx="18">
                  <c:v>1.980064365886</c:v>
                </c:pt>
                <c:pt idx="19">
                  <c:v>1.981298051536</c:v>
                </c:pt>
                <c:pt idx="20">
                  <c:v>1.982511710083</c:v>
                </c:pt>
                <c:pt idx="21">
                  <c:v>1.983697554255</c:v>
                </c:pt>
                <c:pt idx="22">
                  <c:v>1.98484841615</c:v>
                </c:pt>
                <c:pt idx="23">
                  <c:v>1.985957767341</c:v>
                </c:pt>
                <c:pt idx="24">
                  <c:v>1.987019721952</c:v>
                </c:pt>
                <c:pt idx="25">
                  <c:v>1.988029023395</c:v>
                </c:pt>
                <c:pt idx="26">
                  <c:v>1.988981015811</c:v>
                </c:pt>
                <c:pt idx="27">
                  <c:v>1.989871601548</c:v>
                </c:pt>
                <c:pt idx="28">
                  <c:v>1.990697186254</c:v>
                </c:pt>
                <c:pt idx="29">
                  <c:v>1.991454613366</c:v>
                </c:pt>
                <c:pt idx="30">
                  <c:v>1.992141089913</c:v>
                </c:pt>
                <c:pt idx="31">
                  <c:v>1.992754105683</c:v>
                </c:pt>
                <c:pt idx="32">
                  <c:v>1.993291347841</c:v>
                </c:pt>
                <c:pt idx="33">
                  <c:v>1.993750613106</c:v>
                </c:pt>
                <c:pt idx="34">
                  <c:v>1.994129719596</c:v>
                </c:pt>
                <c:pt idx="35">
                  <c:v>1.994426420363</c:v>
                </c:pt>
                <c:pt idx="36">
                  <c:v>1.994638320594</c:v>
                </c:pt>
                <c:pt idx="37">
                  <c:v>1.994762800309</c:v>
                </c:pt>
                <c:pt idx="38">
                  <c:v>1.99479694427</c:v>
                </c:pt>
                <c:pt idx="39">
                  <c:v>1.994737480662</c:v>
                </c:pt>
                <c:pt idx="40">
                  <c:v>1.994580729908</c:v>
                </c:pt>
                <c:pt idx="41">
                  <c:v>1.994322564811</c:v>
                </c:pt>
                <c:pt idx="42">
                  <c:v>1.993958382986</c:v>
                </c:pt>
                <c:pt idx="43">
                  <c:v>1.993483092316</c:v>
                </c:pt>
                <c:pt idx="44">
                  <c:v>1.992891109924</c:v>
                </c:pt>
                <c:pt idx="45">
                  <c:v>1.992176374886</c:v>
                </c:pt>
                <c:pt idx="46">
                  <c:v>1.991332374628</c:v>
                </c:pt>
                <c:pt idx="47">
                  <c:v>1.99035218466</c:v>
                </c:pt>
                <c:pt idx="48">
                  <c:v>1.989228521</c:v>
                </c:pt>
                <c:pt idx="49">
                  <c:v>1.98795380431</c:v>
                </c:pt>
                <c:pt idx="50">
                  <c:v>1.986520234482</c:v>
                </c:pt>
                <c:pt idx="51">
                  <c:v>1.984919874084</c:v>
                </c:pt>
                <c:pt idx="52">
                  <c:v>1.983144738776</c:v>
                </c:pt>
                <c:pt idx="53">
                  <c:v>1.981186892548</c:v>
                </c:pt>
                <c:pt idx="54">
                  <c:v>1.979038545389</c:v>
                </c:pt>
                <c:pt idx="55">
                  <c:v>1.976692150786</c:v>
                </c:pt>
                <c:pt idx="56">
                  <c:v>1.974140500333</c:v>
                </c:pt>
                <c:pt idx="57">
                  <c:v>1.971376812644</c:v>
                </c:pt>
                <c:pt idx="58">
                  <c:v>1.968394813796</c:v>
                </c:pt>
                <c:pt idx="59">
                  <c:v>1.965188806597</c:v>
                </c:pt>
                <c:pt idx="60">
                  <c:v>1.961753726209</c:v>
                </c:pt>
                <c:pt idx="61">
                  <c:v>1.958085179926</c:v>
                </c:pt>
                <c:pt idx="62">
                  <c:v>1.954179469344</c:v>
                </c:pt>
                <c:pt idx="63">
                  <c:v>1.950033593638</c:v>
                </c:pt>
                <c:pt idx="64">
                  <c:v>1.94564523331</c:v>
                </c:pt>
                <c:pt idx="65">
                  <c:v>1.941012714423</c:v>
                </c:pt>
                <c:pt idx="66">
                  <c:v>1.936134954135</c:v>
                </c:pt>
                <c:pt idx="67">
                  <c:v>1.93101138914</c:v>
                </c:pt>
                <c:pt idx="68">
                  <c:v>1.925641889486</c:v>
                </c:pt>
                <c:pt idx="69">
                  <c:v>1.920026661033</c:v>
                </c:pt>
                <c:pt idx="70">
                  <c:v>1.914166140673</c:v>
                </c:pt>
                <c:pt idx="71">
                  <c:v>1.908060889111</c:v>
                </c:pt>
                <c:pt idx="72">
                  <c:v>1.901711486659</c:v>
                </c:pt>
                <c:pt idx="73">
                  <c:v>1.895118437985</c:v>
                </c:pt>
                <c:pt idx="74">
                  <c:v>1.888282092053</c:v>
                </c:pt>
                <c:pt idx="75">
                  <c:v>1.88120258362</c:v>
                </c:pt>
                <c:pt idx="76">
                  <c:v>1.873879802544</c:v>
                </c:pt>
                <c:pt idx="77">
                  <c:v>1.866313396793</c:v>
                </c:pt>
                <c:pt idx="78">
                  <c:v>1.858502814444</c:v>
                </c:pt>
                <c:pt idx="79">
                  <c:v>1.850447389103</c:v>
                </c:pt>
                <c:pt idx="80">
                  <c:v>1.842146472043</c:v>
                </c:pt>
                <c:pt idx="81">
                  <c:v>1.83359961305</c:v>
                </c:pt>
                <c:pt idx="82">
                  <c:v>1.824806790413</c:v>
                </c:pt>
                <c:pt idx="83">
                  <c:v>1.815768688773</c:v>
                </c:pt>
                <c:pt idx="84">
                  <c:v>1.80648702176</c:v>
                </c:pt>
                <c:pt idx="85">
                  <c:v>1.796964894451</c:v>
                </c:pt>
                <c:pt idx="86">
                  <c:v>1.787207198793</c:v>
                </c:pt>
                <c:pt idx="87">
                  <c:v>1.777221033341</c:v>
                </c:pt>
                <c:pt idx="88">
                  <c:v>1.767016136976</c:v>
                </c:pt>
                <c:pt idx="89">
                  <c:v>1.756605324781</c:v>
                </c:pt>
                <c:pt idx="90">
                  <c:v>1.746004913056</c:v>
                </c:pt>
                <c:pt idx="91">
                  <c:v>1.735235119565</c:v>
                </c:pt>
                <c:pt idx="92">
                  <c:v>1.724320424594</c:v>
                </c:pt>
                <c:pt idx="93">
                  <c:v>1.713289878334</c:v>
                </c:pt>
                <c:pt idx="94">
                  <c:v>1.70217734044</c:v>
                </c:pt>
                <c:pt idx="95">
                  <c:v>1.691021638465</c:v>
                </c:pt>
                <c:pt idx="96">
                  <c:v>1.67986663316</c:v>
                </c:pt>
                <c:pt idx="97">
                  <c:v>1.668761180346</c:v>
                </c:pt>
                <c:pt idx="98">
                  <c:v>1.657758981256</c:v>
                </c:pt>
                <c:pt idx="99">
                  <c:v>1.646918315739</c:v>
                </c:pt>
                <c:pt idx="100">
                  <c:v>1.636301655561</c:v>
                </c:pt>
                <c:pt idx="101">
                  <c:v>1.625975158098</c:v>
                </c:pt>
                <c:pt idx="102">
                  <c:v>1.616008043913</c:v>
                </c:pt>
                <c:pt idx="103">
                  <c:v>1.606471864966</c:v>
                </c:pt>
                <c:pt idx="104">
                  <c:v>1.597439673413</c:v>
                </c:pt>
                <c:pt idx="105">
                  <c:v>1.588985104005</c:v>
                </c:pt>
                <c:pt idx="106">
                  <c:v>1.581181385904</c:v>
                </c:pt>
                <c:pt idx="107">
                  <c:v>1.574100302196</c:v>
                </c:pt>
                <c:pt idx="108">
                  <c:v>1.567811117433</c:v>
                </c:pt>
                <c:pt idx="109">
                  <c:v>1.56237949505</c:v>
                </c:pt>
                <c:pt idx="110">
                  <c:v>1.557866427521</c:v>
                </c:pt>
                <c:pt idx="111">
                  <c:v>1.554327202469</c:v>
                </c:pt>
                <c:pt idx="112">
                  <c:v>1.551810427725</c:v>
                </c:pt>
                <c:pt idx="113">
                  <c:v>1.55035713745</c:v>
                </c:pt>
                <c:pt idx="114">
                  <c:v>1.55</c:v>
                </c:pt>
                <c:pt idx="115">
                  <c:v>1.550762646098</c:v>
                </c:pt>
                <c:pt idx="116">
                  <c:v>1.552659133401</c:v>
                </c:pt>
                <c:pt idx="117">
                  <c:v>1.55569356046</c:v>
                </c:pt>
                <c:pt idx="118">
                  <c:v>1.559859839761</c:v>
                </c:pt>
                <c:pt idx="119">
                  <c:v>1.565141635854</c:v>
                </c:pt>
                <c:pt idx="120">
                  <c:v>1.571512470817</c:v>
                </c:pt>
                <c:pt idx="121">
                  <c:v>1.578935995435</c:v>
                </c:pt>
                <c:pt idx="122">
                  <c:v>1.587366420693</c:v>
                </c:pt>
                <c:pt idx="123">
                  <c:v>1.596749100585</c:v>
                </c:pt>
                <c:pt idx="124">
                  <c:v>1.607021253864</c:v>
                </c:pt>
                <c:pt idx="125">
                  <c:v>1.618112809386</c:v>
                </c:pt>
                <c:pt idx="126">
                  <c:v>1.629947357164</c:v>
                </c:pt>
                <c:pt idx="127">
                  <c:v>1.642443185168</c:v>
                </c:pt>
                <c:pt idx="128">
                  <c:v>2.357556814832</c:v>
                </c:pt>
                <c:pt idx="129">
                  <c:v>2.370052642836</c:v>
                </c:pt>
                <c:pt idx="130">
                  <c:v>2.381887190614</c:v>
                </c:pt>
                <c:pt idx="131">
                  <c:v>2.392978746136</c:v>
                </c:pt>
                <c:pt idx="132">
                  <c:v>2.403250899415</c:v>
                </c:pt>
                <c:pt idx="133">
                  <c:v>2.412633579307</c:v>
                </c:pt>
                <c:pt idx="134">
                  <c:v>2.421064004565</c:v>
                </c:pt>
                <c:pt idx="135">
                  <c:v>2.428487529183</c:v>
                </c:pt>
                <c:pt idx="136">
                  <c:v>2.434858364146</c:v>
                </c:pt>
                <c:pt idx="137">
                  <c:v>2.440140160239</c:v>
                </c:pt>
                <c:pt idx="138">
                  <c:v>2.44430643954</c:v>
                </c:pt>
                <c:pt idx="139">
                  <c:v>2.447340866599</c:v>
                </c:pt>
                <c:pt idx="140">
                  <c:v>2.449237353902</c:v>
                </c:pt>
                <c:pt idx="141">
                  <c:v>2.45</c:v>
                </c:pt>
                <c:pt idx="142">
                  <c:v>2.44964286255</c:v>
                </c:pt>
                <c:pt idx="143">
                  <c:v>2.448189572275</c:v>
                </c:pt>
                <c:pt idx="144">
                  <c:v>2.445672797531</c:v>
                </c:pt>
                <c:pt idx="145">
                  <c:v>2.442133572479</c:v>
                </c:pt>
                <c:pt idx="146">
                  <c:v>2.43762050495</c:v>
                </c:pt>
                <c:pt idx="147">
                  <c:v>2.432188882567</c:v>
                </c:pt>
                <c:pt idx="148">
                  <c:v>2.425899697804</c:v>
                </c:pt>
                <c:pt idx="149">
                  <c:v>2.418818614096</c:v>
                </c:pt>
                <c:pt idx="150">
                  <c:v>2.411014895995</c:v>
                </c:pt>
                <c:pt idx="151">
                  <c:v>2.402560326587</c:v>
                </c:pt>
                <c:pt idx="152">
                  <c:v>2.393528135034</c:v>
                </c:pt>
                <c:pt idx="153">
                  <c:v>2.383991956087</c:v>
                </c:pt>
                <c:pt idx="154">
                  <c:v>2.374024841902</c:v>
                </c:pt>
                <c:pt idx="155">
                  <c:v>2.363698344439</c:v>
                </c:pt>
                <c:pt idx="156">
                  <c:v>2.353081684261</c:v>
                </c:pt>
                <c:pt idx="157">
                  <c:v>2.342241018744</c:v>
                </c:pt>
                <c:pt idx="158">
                  <c:v>2.331238819654</c:v>
                </c:pt>
                <c:pt idx="159">
                  <c:v>2.32013336684</c:v>
                </c:pt>
                <c:pt idx="160">
                  <c:v>2.308978361535</c:v>
                </c:pt>
                <c:pt idx="161">
                  <c:v>2.29782265956</c:v>
                </c:pt>
                <c:pt idx="162">
                  <c:v>2.286710121666</c:v>
                </c:pt>
                <c:pt idx="163">
                  <c:v>2.275679575406</c:v>
                </c:pt>
                <c:pt idx="164">
                  <c:v>2.264764880435</c:v>
                </c:pt>
                <c:pt idx="165">
                  <c:v>2.253995086944</c:v>
                </c:pt>
                <c:pt idx="166">
                  <c:v>2.243394675219</c:v>
                </c:pt>
                <c:pt idx="167">
                  <c:v>2.232983863024</c:v>
                </c:pt>
                <c:pt idx="168">
                  <c:v>2.222778966659</c:v>
                </c:pt>
                <c:pt idx="169">
                  <c:v>2.212792801207</c:v>
                </c:pt>
                <c:pt idx="170">
                  <c:v>2.203035105549</c:v>
                </c:pt>
                <c:pt idx="171">
                  <c:v>2.19351297824</c:v>
                </c:pt>
                <c:pt idx="172">
                  <c:v>2.184231311227</c:v>
                </c:pt>
                <c:pt idx="173">
                  <c:v>2.175193209587</c:v>
                </c:pt>
                <c:pt idx="174">
                  <c:v>2.16640038695</c:v>
                </c:pt>
                <c:pt idx="175">
                  <c:v>2.157853527957</c:v>
                </c:pt>
                <c:pt idx="176">
                  <c:v>2.149552610897</c:v>
                </c:pt>
                <c:pt idx="177">
                  <c:v>2.141497185556</c:v>
                </c:pt>
                <c:pt idx="178">
                  <c:v>2.133686603207</c:v>
                </c:pt>
                <c:pt idx="179">
                  <c:v>2.126120197456</c:v>
                </c:pt>
                <c:pt idx="180">
                  <c:v>2.11879741638</c:v>
                </c:pt>
                <c:pt idx="181">
                  <c:v>2.111717907947</c:v>
                </c:pt>
                <c:pt idx="182">
                  <c:v>2.104881562015</c:v>
                </c:pt>
                <c:pt idx="183">
                  <c:v>2.098288513341</c:v>
                </c:pt>
                <c:pt idx="184">
                  <c:v>2.091939110889</c:v>
                </c:pt>
                <c:pt idx="185">
                  <c:v>2.085833859327</c:v>
                </c:pt>
                <c:pt idx="186">
                  <c:v>2.079973338967</c:v>
                </c:pt>
                <c:pt idx="187">
                  <c:v>2.074358110514</c:v>
                </c:pt>
                <c:pt idx="188">
                  <c:v>2.06898861086</c:v>
                </c:pt>
                <c:pt idx="189">
                  <c:v>2.063865045865</c:v>
                </c:pt>
                <c:pt idx="190">
                  <c:v>2.058987285577</c:v>
                </c:pt>
                <c:pt idx="191">
                  <c:v>2.05435476669</c:v>
                </c:pt>
                <c:pt idx="192">
                  <c:v>2.049966406362</c:v>
                </c:pt>
                <c:pt idx="193">
                  <c:v>2.045820530656</c:v>
                </c:pt>
                <c:pt idx="194">
                  <c:v>2.041914820074</c:v>
                </c:pt>
                <c:pt idx="195">
                  <c:v>2.038246273791</c:v>
                </c:pt>
                <c:pt idx="196">
                  <c:v>2.034811193403</c:v>
                </c:pt>
                <c:pt idx="197">
                  <c:v>2.031605186204</c:v>
                </c:pt>
                <c:pt idx="198">
                  <c:v>2.028623187356</c:v>
                </c:pt>
                <c:pt idx="199">
                  <c:v>2.025859499667</c:v>
                </c:pt>
                <c:pt idx="200">
                  <c:v>2.023307849214</c:v>
                </c:pt>
                <c:pt idx="201">
                  <c:v>2.020961454611</c:v>
                </c:pt>
                <c:pt idx="202">
                  <c:v>2.018813107452</c:v>
                </c:pt>
                <c:pt idx="203">
                  <c:v>2.016855261224</c:v>
                </c:pt>
                <c:pt idx="204">
                  <c:v>2.015080125916</c:v>
                </c:pt>
                <c:pt idx="205">
                  <c:v>2.013479765518</c:v>
                </c:pt>
                <c:pt idx="206">
                  <c:v>2.01204619569</c:v>
                </c:pt>
                <c:pt idx="207">
                  <c:v>2.010771479</c:v>
                </c:pt>
                <c:pt idx="208">
                  <c:v>2.00964781534</c:v>
                </c:pt>
                <c:pt idx="209">
                  <c:v>2.008667625372</c:v>
                </c:pt>
                <c:pt idx="210">
                  <c:v>2.007823625114</c:v>
                </c:pt>
                <c:pt idx="211">
                  <c:v>2.007108890076</c:v>
                </c:pt>
                <c:pt idx="212">
                  <c:v>2.006516907684</c:v>
                </c:pt>
                <c:pt idx="213">
                  <c:v>2.006041617014</c:v>
                </c:pt>
                <c:pt idx="214">
                  <c:v>2.005677435189</c:v>
                </c:pt>
                <c:pt idx="215">
                  <c:v>2.005419270092</c:v>
                </c:pt>
                <c:pt idx="216">
                  <c:v>2.005262519338</c:v>
                </c:pt>
                <c:pt idx="217">
                  <c:v>2.00520305573</c:v>
                </c:pt>
                <c:pt idx="218">
                  <c:v>2.005237199691</c:v>
                </c:pt>
                <c:pt idx="219">
                  <c:v>2.005361679406</c:v>
                </c:pt>
                <c:pt idx="220">
                  <c:v>2.005573579637</c:v>
                </c:pt>
                <c:pt idx="221">
                  <c:v>2.005870280404</c:v>
                </c:pt>
                <c:pt idx="222">
                  <c:v>2.006249386894</c:v>
                </c:pt>
                <c:pt idx="223">
                  <c:v>2.006708652159</c:v>
                </c:pt>
                <c:pt idx="224">
                  <c:v>2.007245894317</c:v>
                </c:pt>
                <c:pt idx="225">
                  <c:v>2.007858910087</c:v>
                </c:pt>
                <c:pt idx="226">
                  <c:v>2.008545386634</c:v>
                </c:pt>
                <c:pt idx="227">
                  <c:v>2.009302813746</c:v>
                </c:pt>
                <c:pt idx="228">
                  <c:v>2.010128398452</c:v>
                </c:pt>
                <c:pt idx="229">
                  <c:v>2.011018984189</c:v>
                </c:pt>
                <c:pt idx="230">
                  <c:v>2.011970976605</c:v>
                </c:pt>
                <c:pt idx="231">
                  <c:v>2.012980278048</c:v>
                </c:pt>
                <c:pt idx="232">
                  <c:v>2.014042232659</c:v>
                </c:pt>
                <c:pt idx="233">
                  <c:v>2.01515158385</c:v>
                </c:pt>
                <c:pt idx="234">
                  <c:v>2.016302445745</c:v>
                </c:pt>
                <c:pt idx="235">
                  <c:v>2.017488289917</c:v>
                </c:pt>
                <c:pt idx="236">
                  <c:v>2.018701948464</c:v>
                </c:pt>
                <c:pt idx="237">
                  <c:v>2.019935634114</c:v>
                </c:pt>
                <c:pt idx="238">
                  <c:v>2.02118097772</c:v>
                </c:pt>
                <c:pt idx="239">
                  <c:v>2.022429083048</c:v>
                </c:pt>
                <c:pt idx="240">
                  <c:v>2.023670598402</c:v>
                </c:pt>
                <c:pt idx="241">
                  <c:v>2.024895804159</c:v>
                </c:pt>
                <c:pt idx="242">
                  <c:v>2.02609471487</c:v>
                </c:pt>
                <c:pt idx="243">
                  <c:v>2.027257194192</c:v>
                </c:pt>
                <c:pt idx="244">
                  <c:v>2.028373080502</c:v>
                </c:pt>
                <c:pt idx="245">
                  <c:v>2.029432320731</c:v>
                </c:pt>
                <c:pt idx="246">
                  <c:v>2.030425109635</c:v>
                </c:pt>
                <c:pt idx="247">
                  <c:v>2.031342031539</c:v>
                </c:pt>
                <c:pt idx="248">
                  <c:v>2.032174201397</c:v>
                </c:pt>
                <c:pt idx="249">
                  <c:v>2.03291340196</c:v>
                </c:pt>
                <c:pt idx="250">
                  <c:v>2.033552213884</c:v>
                </c:pt>
                <c:pt idx="251">
                  <c:v>2.034084135668</c:v>
                </c:pt>
                <c:pt idx="252">
                  <c:v>2.034503690553</c:v>
                </c:pt>
                <c:pt idx="253">
                  <c:v>2.034806517761</c:v>
                </c:pt>
                <c:pt idx="254">
                  <c:v>2.034989445822</c:v>
                </c:pt>
                <c:pt idx="255">
                  <c:v>2.035050546154</c:v>
                </c:pt>
                <c:pt idx="256">
                  <c:v>1.964949453846</c:v>
                </c:pt>
              </c:numCache>
            </c:numRef>
          </c:xVal>
          <c:yVal>
            <c:numRef>
              <c:f>'Chart Data'!$F$2:$F$258</c:f>
              <c:numCache>
                <c:formatCode>0.0</c:formatCode>
                <c:ptCount val="257"/>
                <c:pt idx="0">
                  <c:v>62.78140186916</c:v>
                </c:pt>
                <c:pt idx="1">
                  <c:v>62.81968980408</c:v>
                </c:pt>
                <c:pt idx="2">
                  <c:v>62.85797773901</c:v>
                </c:pt>
                <c:pt idx="3">
                  <c:v>62.89626567393</c:v>
                </c:pt>
                <c:pt idx="4">
                  <c:v>62.93455360885</c:v>
                </c:pt>
                <c:pt idx="5">
                  <c:v>62.97284154378</c:v>
                </c:pt>
                <c:pt idx="6">
                  <c:v>63.0111294787</c:v>
                </c:pt>
                <c:pt idx="7">
                  <c:v>63.04941741362</c:v>
                </c:pt>
                <c:pt idx="8">
                  <c:v>63.08770534855</c:v>
                </c:pt>
                <c:pt idx="9">
                  <c:v>63.12599328347</c:v>
                </c:pt>
                <c:pt idx="10">
                  <c:v>63.1642812184</c:v>
                </c:pt>
                <c:pt idx="11">
                  <c:v>63.20256915332</c:v>
                </c:pt>
                <c:pt idx="12">
                  <c:v>63.24085708824</c:v>
                </c:pt>
                <c:pt idx="13">
                  <c:v>63.27914502317</c:v>
                </c:pt>
                <c:pt idx="14">
                  <c:v>63.31743295809</c:v>
                </c:pt>
                <c:pt idx="15">
                  <c:v>63.35572089301</c:v>
                </c:pt>
                <c:pt idx="16">
                  <c:v>63.39400882794</c:v>
                </c:pt>
                <c:pt idx="17">
                  <c:v>63.43229676286</c:v>
                </c:pt>
                <c:pt idx="18">
                  <c:v>63.47058469779</c:v>
                </c:pt>
                <c:pt idx="19">
                  <c:v>63.50887263271</c:v>
                </c:pt>
                <c:pt idx="20">
                  <c:v>63.54716056763</c:v>
                </c:pt>
                <c:pt idx="21">
                  <c:v>63.58544850256</c:v>
                </c:pt>
                <c:pt idx="22">
                  <c:v>63.62373643748</c:v>
                </c:pt>
                <c:pt idx="23">
                  <c:v>63.6620243724</c:v>
                </c:pt>
                <c:pt idx="24">
                  <c:v>63.70031230733</c:v>
                </c:pt>
                <c:pt idx="25">
                  <c:v>63.73860024225</c:v>
                </c:pt>
                <c:pt idx="26">
                  <c:v>63.77688817718</c:v>
                </c:pt>
                <c:pt idx="27">
                  <c:v>63.8151761121</c:v>
                </c:pt>
                <c:pt idx="28">
                  <c:v>63.85346404702</c:v>
                </c:pt>
                <c:pt idx="29">
                  <c:v>63.89175198195</c:v>
                </c:pt>
                <c:pt idx="30">
                  <c:v>63.93003991687</c:v>
                </c:pt>
                <c:pt idx="31">
                  <c:v>63.96832785179</c:v>
                </c:pt>
                <c:pt idx="32">
                  <c:v>64.00661578672</c:v>
                </c:pt>
                <c:pt idx="33">
                  <c:v>64.04490372164</c:v>
                </c:pt>
                <c:pt idx="34">
                  <c:v>64.08319165656</c:v>
                </c:pt>
                <c:pt idx="35">
                  <c:v>64.12147959149</c:v>
                </c:pt>
                <c:pt idx="36">
                  <c:v>64.15976752641</c:v>
                </c:pt>
                <c:pt idx="37">
                  <c:v>64.19805546134</c:v>
                </c:pt>
                <c:pt idx="38">
                  <c:v>64.23634339626</c:v>
                </c:pt>
                <c:pt idx="39">
                  <c:v>64.27463133118</c:v>
                </c:pt>
                <c:pt idx="40">
                  <c:v>64.31291926611</c:v>
                </c:pt>
                <c:pt idx="41">
                  <c:v>64.35120720103</c:v>
                </c:pt>
                <c:pt idx="42">
                  <c:v>64.38949513595</c:v>
                </c:pt>
                <c:pt idx="43">
                  <c:v>64.42778307088</c:v>
                </c:pt>
                <c:pt idx="44">
                  <c:v>64.4660710058</c:v>
                </c:pt>
                <c:pt idx="45">
                  <c:v>64.50435894073</c:v>
                </c:pt>
                <c:pt idx="46">
                  <c:v>64.54264687565</c:v>
                </c:pt>
                <c:pt idx="47">
                  <c:v>64.58093481057</c:v>
                </c:pt>
                <c:pt idx="48">
                  <c:v>64.6192227455</c:v>
                </c:pt>
                <c:pt idx="49">
                  <c:v>64.65751068042</c:v>
                </c:pt>
                <c:pt idx="50">
                  <c:v>64.69579861534</c:v>
                </c:pt>
                <c:pt idx="51">
                  <c:v>64.73408655027</c:v>
                </c:pt>
                <c:pt idx="52">
                  <c:v>64.77237448519</c:v>
                </c:pt>
                <c:pt idx="53">
                  <c:v>64.81066242011</c:v>
                </c:pt>
                <c:pt idx="54">
                  <c:v>64.84895035504</c:v>
                </c:pt>
                <c:pt idx="55">
                  <c:v>64.88723828996</c:v>
                </c:pt>
                <c:pt idx="56">
                  <c:v>64.92552622489</c:v>
                </c:pt>
                <c:pt idx="57">
                  <c:v>64.96381415981</c:v>
                </c:pt>
                <c:pt idx="58">
                  <c:v>65.00210209473</c:v>
                </c:pt>
                <c:pt idx="59">
                  <c:v>65.04039002966</c:v>
                </c:pt>
                <c:pt idx="60">
                  <c:v>65.07867796458</c:v>
                </c:pt>
                <c:pt idx="61">
                  <c:v>65.1169658995</c:v>
                </c:pt>
                <c:pt idx="62">
                  <c:v>65.15525383443</c:v>
                </c:pt>
                <c:pt idx="63">
                  <c:v>65.19354176935</c:v>
                </c:pt>
                <c:pt idx="64">
                  <c:v>65.23182970428</c:v>
                </c:pt>
                <c:pt idx="65">
                  <c:v>65.2701176392</c:v>
                </c:pt>
                <c:pt idx="66">
                  <c:v>65.30840557412</c:v>
                </c:pt>
                <c:pt idx="67">
                  <c:v>65.34669350905</c:v>
                </c:pt>
                <c:pt idx="68">
                  <c:v>65.38498144397</c:v>
                </c:pt>
                <c:pt idx="69">
                  <c:v>65.42326937889</c:v>
                </c:pt>
                <c:pt idx="70">
                  <c:v>65.46155731382</c:v>
                </c:pt>
                <c:pt idx="71">
                  <c:v>65.49984524874</c:v>
                </c:pt>
                <c:pt idx="72">
                  <c:v>65.53813318367</c:v>
                </c:pt>
                <c:pt idx="73">
                  <c:v>65.57642111859</c:v>
                </c:pt>
                <c:pt idx="74">
                  <c:v>65.61470905351</c:v>
                </c:pt>
                <c:pt idx="75">
                  <c:v>65.65299698844</c:v>
                </c:pt>
                <c:pt idx="76">
                  <c:v>65.69128492336</c:v>
                </c:pt>
                <c:pt idx="77">
                  <c:v>65.72957285828</c:v>
                </c:pt>
                <c:pt idx="78">
                  <c:v>65.76786079321</c:v>
                </c:pt>
                <c:pt idx="79">
                  <c:v>65.80614872813</c:v>
                </c:pt>
                <c:pt idx="80">
                  <c:v>65.84443666305</c:v>
                </c:pt>
                <c:pt idx="81">
                  <c:v>65.88272459798</c:v>
                </c:pt>
                <c:pt idx="82">
                  <c:v>65.9210125329</c:v>
                </c:pt>
                <c:pt idx="83">
                  <c:v>65.95930046783</c:v>
                </c:pt>
                <c:pt idx="84">
                  <c:v>65.99758840275</c:v>
                </c:pt>
                <c:pt idx="85">
                  <c:v>66.03587633767</c:v>
                </c:pt>
                <c:pt idx="86">
                  <c:v>66.0741642726</c:v>
                </c:pt>
                <c:pt idx="87">
                  <c:v>66.11245220752</c:v>
                </c:pt>
                <c:pt idx="88">
                  <c:v>66.15074014244</c:v>
                </c:pt>
                <c:pt idx="89">
                  <c:v>66.18902807737</c:v>
                </c:pt>
                <c:pt idx="90">
                  <c:v>66.22731601229</c:v>
                </c:pt>
                <c:pt idx="91">
                  <c:v>66.26560394722</c:v>
                </c:pt>
                <c:pt idx="92">
                  <c:v>66.30389188214</c:v>
                </c:pt>
                <c:pt idx="93">
                  <c:v>66.34217981706</c:v>
                </c:pt>
                <c:pt idx="94">
                  <c:v>66.38046775199</c:v>
                </c:pt>
                <c:pt idx="95">
                  <c:v>66.41875568691</c:v>
                </c:pt>
                <c:pt idx="96">
                  <c:v>66.45704362183</c:v>
                </c:pt>
                <c:pt idx="97">
                  <c:v>66.49533155676</c:v>
                </c:pt>
                <c:pt idx="98">
                  <c:v>66.53361949168</c:v>
                </c:pt>
                <c:pt idx="99">
                  <c:v>66.57190742661</c:v>
                </c:pt>
                <c:pt idx="100">
                  <c:v>66.61019536153</c:v>
                </c:pt>
                <c:pt idx="101">
                  <c:v>66.64848329645</c:v>
                </c:pt>
                <c:pt idx="102">
                  <c:v>66.68677123138</c:v>
                </c:pt>
                <c:pt idx="103">
                  <c:v>66.7250591663</c:v>
                </c:pt>
                <c:pt idx="104">
                  <c:v>66.76334710122</c:v>
                </c:pt>
                <c:pt idx="105">
                  <c:v>66.80163503615</c:v>
                </c:pt>
                <c:pt idx="106">
                  <c:v>66.83992297107</c:v>
                </c:pt>
                <c:pt idx="107">
                  <c:v>66.87821090599</c:v>
                </c:pt>
                <c:pt idx="108">
                  <c:v>66.91649884092</c:v>
                </c:pt>
                <c:pt idx="109">
                  <c:v>66.95478677584</c:v>
                </c:pt>
                <c:pt idx="110">
                  <c:v>66.99307471077</c:v>
                </c:pt>
                <c:pt idx="111">
                  <c:v>67.03136264569</c:v>
                </c:pt>
                <c:pt idx="112">
                  <c:v>67.06965058061</c:v>
                </c:pt>
                <c:pt idx="113">
                  <c:v>67.10793851554</c:v>
                </c:pt>
                <c:pt idx="114">
                  <c:v>67.14622645046</c:v>
                </c:pt>
                <c:pt idx="115">
                  <c:v>67.18451438538</c:v>
                </c:pt>
                <c:pt idx="116">
                  <c:v>67.22280232031</c:v>
                </c:pt>
                <c:pt idx="117">
                  <c:v>67.26109025523</c:v>
                </c:pt>
                <c:pt idx="118">
                  <c:v>67.29937819016</c:v>
                </c:pt>
                <c:pt idx="119">
                  <c:v>67.33766612508</c:v>
                </c:pt>
                <c:pt idx="120">
                  <c:v>67.37595406</c:v>
                </c:pt>
                <c:pt idx="121">
                  <c:v>67.41424199493</c:v>
                </c:pt>
                <c:pt idx="122">
                  <c:v>67.45252992985</c:v>
                </c:pt>
                <c:pt idx="123">
                  <c:v>67.49081786477</c:v>
                </c:pt>
                <c:pt idx="124">
                  <c:v>67.5291057997</c:v>
                </c:pt>
                <c:pt idx="125">
                  <c:v>67.56739373462</c:v>
                </c:pt>
                <c:pt idx="126">
                  <c:v>67.60568166955</c:v>
                </c:pt>
                <c:pt idx="127">
                  <c:v>67.64396960447</c:v>
                </c:pt>
                <c:pt idx="128">
                  <c:v>67.64396960447</c:v>
                </c:pt>
                <c:pt idx="129">
                  <c:v>67.60568166955</c:v>
                </c:pt>
                <c:pt idx="130">
                  <c:v>67.56739373462</c:v>
                </c:pt>
                <c:pt idx="131">
                  <c:v>67.5291057997</c:v>
                </c:pt>
                <c:pt idx="132">
                  <c:v>67.49081786477</c:v>
                </c:pt>
                <c:pt idx="133">
                  <c:v>67.45252992985</c:v>
                </c:pt>
                <c:pt idx="134">
                  <c:v>67.41424199493</c:v>
                </c:pt>
                <c:pt idx="135">
                  <c:v>67.37595406</c:v>
                </c:pt>
                <c:pt idx="136">
                  <c:v>67.33766612508</c:v>
                </c:pt>
                <c:pt idx="137">
                  <c:v>67.29937819016</c:v>
                </c:pt>
                <c:pt idx="138">
                  <c:v>67.26109025523</c:v>
                </c:pt>
                <c:pt idx="139">
                  <c:v>67.22280232031</c:v>
                </c:pt>
                <c:pt idx="140">
                  <c:v>67.18451438538</c:v>
                </c:pt>
                <c:pt idx="141">
                  <c:v>67.14622645046</c:v>
                </c:pt>
                <c:pt idx="142">
                  <c:v>67.10793851554</c:v>
                </c:pt>
                <c:pt idx="143">
                  <c:v>67.06965058061</c:v>
                </c:pt>
                <c:pt idx="144">
                  <c:v>67.03136264569</c:v>
                </c:pt>
                <c:pt idx="145">
                  <c:v>66.99307471077</c:v>
                </c:pt>
                <c:pt idx="146">
                  <c:v>66.95478677584</c:v>
                </c:pt>
                <c:pt idx="147">
                  <c:v>66.91649884092</c:v>
                </c:pt>
                <c:pt idx="148">
                  <c:v>66.87821090599</c:v>
                </c:pt>
                <c:pt idx="149">
                  <c:v>66.83992297107</c:v>
                </c:pt>
                <c:pt idx="150">
                  <c:v>66.80163503615</c:v>
                </c:pt>
                <c:pt idx="151">
                  <c:v>66.76334710122</c:v>
                </c:pt>
                <c:pt idx="152">
                  <c:v>66.7250591663</c:v>
                </c:pt>
                <c:pt idx="153">
                  <c:v>66.68677123138</c:v>
                </c:pt>
                <c:pt idx="154">
                  <c:v>66.64848329645</c:v>
                </c:pt>
                <c:pt idx="155">
                  <c:v>66.61019536153</c:v>
                </c:pt>
                <c:pt idx="156">
                  <c:v>66.57190742661</c:v>
                </c:pt>
                <c:pt idx="157">
                  <c:v>66.53361949168</c:v>
                </c:pt>
                <c:pt idx="158">
                  <c:v>66.49533155676</c:v>
                </c:pt>
                <c:pt idx="159">
                  <c:v>66.45704362183</c:v>
                </c:pt>
                <c:pt idx="160">
                  <c:v>66.41875568691</c:v>
                </c:pt>
                <c:pt idx="161">
                  <c:v>66.38046775199</c:v>
                </c:pt>
                <c:pt idx="162">
                  <c:v>66.34217981706</c:v>
                </c:pt>
                <c:pt idx="163">
                  <c:v>66.30389188214</c:v>
                </c:pt>
                <c:pt idx="164">
                  <c:v>66.26560394722</c:v>
                </c:pt>
                <c:pt idx="165">
                  <c:v>66.22731601229</c:v>
                </c:pt>
                <c:pt idx="166">
                  <c:v>66.18902807737</c:v>
                </c:pt>
                <c:pt idx="167">
                  <c:v>66.15074014244</c:v>
                </c:pt>
                <c:pt idx="168">
                  <c:v>66.11245220752</c:v>
                </c:pt>
                <c:pt idx="169">
                  <c:v>66.0741642726</c:v>
                </c:pt>
                <c:pt idx="170">
                  <c:v>66.03587633767</c:v>
                </c:pt>
                <c:pt idx="171">
                  <c:v>65.99758840275</c:v>
                </c:pt>
                <c:pt idx="172">
                  <c:v>65.95930046783</c:v>
                </c:pt>
                <c:pt idx="173">
                  <c:v>65.9210125329</c:v>
                </c:pt>
                <c:pt idx="174">
                  <c:v>65.88272459798</c:v>
                </c:pt>
                <c:pt idx="175">
                  <c:v>65.84443666305</c:v>
                </c:pt>
                <c:pt idx="176">
                  <c:v>65.80614872813</c:v>
                </c:pt>
                <c:pt idx="177">
                  <c:v>65.76786079321</c:v>
                </c:pt>
                <c:pt idx="178">
                  <c:v>65.72957285828</c:v>
                </c:pt>
                <c:pt idx="179">
                  <c:v>65.69128492336</c:v>
                </c:pt>
                <c:pt idx="180">
                  <c:v>65.65299698844</c:v>
                </c:pt>
                <c:pt idx="181">
                  <c:v>65.61470905351</c:v>
                </c:pt>
                <c:pt idx="182">
                  <c:v>65.57642111859</c:v>
                </c:pt>
                <c:pt idx="183">
                  <c:v>65.53813318367</c:v>
                </c:pt>
                <c:pt idx="184">
                  <c:v>65.49984524874</c:v>
                </c:pt>
                <c:pt idx="185">
                  <c:v>65.46155731382</c:v>
                </c:pt>
                <c:pt idx="186">
                  <c:v>65.42326937889</c:v>
                </c:pt>
                <c:pt idx="187">
                  <c:v>65.38498144397</c:v>
                </c:pt>
                <c:pt idx="188">
                  <c:v>65.34669350905</c:v>
                </c:pt>
                <c:pt idx="189">
                  <c:v>65.30840557412</c:v>
                </c:pt>
                <c:pt idx="190">
                  <c:v>65.2701176392</c:v>
                </c:pt>
                <c:pt idx="191">
                  <c:v>65.23182970428</c:v>
                </c:pt>
                <c:pt idx="192">
                  <c:v>65.19354176935</c:v>
                </c:pt>
                <c:pt idx="193">
                  <c:v>65.15525383443</c:v>
                </c:pt>
                <c:pt idx="194">
                  <c:v>65.1169658995</c:v>
                </c:pt>
                <c:pt idx="195">
                  <c:v>65.07867796458</c:v>
                </c:pt>
                <c:pt idx="196">
                  <c:v>65.04039002966</c:v>
                </c:pt>
                <c:pt idx="197">
                  <c:v>65.00210209473</c:v>
                </c:pt>
                <c:pt idx="198">
                  <c:v>64.96381415981</c:v>
                </c:pt>
                <c:pt idx="199">
                  <c:v>64.92552622489</c:v>
                </c:pt>
                <c:pt idx="200">
                  <c:v>64.88723828996</c:v>
                </c:pt>
                <c:pt idx="201">
                  <c:v>64.84895035504</c:v>
                </c:pt>
                <c:pt idx="202">
                  <c:v>64.81066242011</c:v>
                </c:pt>
                <c:pt idx="203">
                  <c:v>64.77237448519</c:v>
                </c:pt>
                <c:pt idx="204">
                  <c:v>64.73408655027</c:v>
                </c:pt>
                <c:pt idx="205">
                  <c:v>64.69579861534</c:v>
                </c:pt>
                <c:pt idx="206">
                  <c:v>64.65751068042</c:v>
                </c:pt>
                <c:pt idx="207">
                  <c:v>64.6192227455</c:v>
                </c:pt>
                <c:pt idx="208">
                  <c:v>64.58093481057</c:v>
                </c:pt>
                <c:pt idx="209">
                  <c:v>64.54264687565</c:v>
                </c:pt>
                <c:pt idx="210">
                  <c:v>64.50435894073</c:v>
                </c:pt>
                <c:pt idx="211">
                  <c:v>64.4660710058</c:v>
                </c:pt>
                <c:pt idx="212">
                  <c:v>64.42778307088</c:v>
                </c:pt>
                <c:pt idx="213">
                  <c:v>64.38949513595</c:v>
                </c:pt>
                <c:pt idx="214">
                  <c:v>64.35120720103</c:v>
                </c:pt>
                <c:pt idx="215">
                  <c:v>64.31291926611</c:v>
                </c:pt>
                <c:pt idx="216">
                  <c:v>64.27463133118</c:v>
                </c:pt>
                <c:pt idx="217">
                  <c:v>64.23634339626</c:v>
                </c:pt>
                <c:pt idx="218">
                  <c:v>64.19805546134</c:v>
                </c:pt>
                <c:pt idx="219">
                  <c:v>64.15976752641</c:v>
                </c:pt>
                <c:pt idx="220">
                  <c:v>64.12147959149</c:v>
                </c:pt>
                <c:pt idx="221">
                  <c:v>64.08319165656</c:v>
                </c:pt>
                <c:pt idx="222">
                  <c:v>64.04490372164</c:v>
                </c:pt>
                <c:pt idx="223">
                  <c:v>64.00661578672</c:v>
                </c:pt>
                <c:pt idx="224">
                  <c:v>63.96832785179</c:v>
                </c:pt>
                <c:pt idx="225">
                  <c:v>63.93003991687</c:v>
                </c:pt>
                <c:pt idx="226">
                  <c:v>63.89175198195</c:v>
                </c:pt>
                <c:pt idx="227">
                  <c:v>63.85346404702</c:v>
                </c:pt>
                <c:pt idx="228">
                  <c:v>63.8151761121</c:v>
                </c:pt>
                <c:pt idx="229">
                  <c:v>63.77688817718</c:v>
                </c:pt>
                <c:pt idx="230">
                  <c:v>63.73860024225</c:v>
                </c:pt>
                <c:pt idx="231">
                  <c:v>63.70031230733</c:v>
                </c:pt>
                <c:pt idx="232">
                  <c:v>63.6620243724</c:v>
                </c:pt>
                <c:pt idx="233">
                  <c:v>63.62373643748</c:v>
                </c:pt>
                <c:pt idx="234">
                  <c:v>63.58544850256</c:v>
                </c:pt>
                <c:pt idx="235">
                  <c:v>63.54716056763</c:v>
                </c:pt>
                <c:pt idx="236">
                  <c:v>63.50887263271</c:v>
                </c:pt>
                <c:pt idx="237">
                  <c:v>63.47058469779</c:v>
                </c:pt>
                <c:pt idx="238">
                  <c:v>63.43229676286</c:v>
                </c:pt>
                <c:pt idx="239">
                  <c:v>63.39400882794</c:v>
                </c:pt>
                <c:pt idx="240">
                  <c:v>63.35572089301</c:v>
                </c:pt>
                <c:pt idx="241">
                  <c:v>63.31743295809</c:v>
                </c:pt>
                <c:pt idx="242">
                  <c:v>63.27914502317</c:v>
                </c:pt>
                <c:pt idx="243">
                  <c:v>63.24085708824</c:v>
                </c:pt>
                <c:pt idx="244">
                  <c:v>63.20256915332</c:v>
                </c:pt>
                <c:pt idx="245">
                  <c:v>63.1642812184</c:v>
                </c:pt>
                <c:pt idx="246">
                  <c:v>63.12599328347</c:v>
                </c:pt>
                <c:pt idx="247">
                  <c:v>63.08770534855</c:v>
                </c:pt>
                <c:pt idx="248">
                  <c:v>63.04941741362</c:v>
                </c:pt>
                <c:pt idx="249">
                  <c:v>63.0111294787</c:v>
                </c:pt>
                <c:pt idx="250">
                  <c:v>62.97284154378</c:v>
                </c:pt>
                <c:pt idx="251">
                  <c:v>62.93455360885</c:v>
                </c:pt>
                <c:pt idx="252">
                  <c:v>62.89626567393</c:v>
                </c:pt>
                <c:pt idx="253">
                  <c:v>62.85797773901</c:v>
                </c:pt>
                <c:pt idx="254">
                  <c:v>62.81968980408</c:v>
                </c:pt>
                <c:pt idx="255">
                  <c:v>62.78140186916</c:v>
                </c:pt>
                <c:pt idx="256">
                  <c:v>62.78140186916</c:v>
                </c:pt>
              </c:numCache>
            </c:numRef>
          </c:yVal>
        </c:ser>
        <c:ser>
          <c:idx val="3"/>
          <c:order val="3"/>
          <c:tx>
            <c:v>C1.4</c:v>
          </c:tx>
          <c:spPr>
            <a:solidFill>
              <a:srgbClr val="D62728"/>
            </a:solidFill>
            <a:ln w="23813">
              <a:solidFill>
                <a:srgbClr val="D62728"/>
              </a:solidFill>
            </a:ln>
          </c:spPr>
          <c:marker>
            <c:symbol val="none"/>
          </c:marker>
          <c:xVal>
            <c:numRef>
              <c:f>'Chart Data'!$G$2:$G$3</c:f>
              <c:numCache>
                <c:formatCode>General</c:formatCode>
                <c:ptCount val="2"/>
                <c:pt idx="0">
                  <c:v>2.55</c:v>
                </c:pt>
                <c:pt idx="1">
                  <c:v>3.45</c:v>
                </c:pt>
              </c:numCache>
            </c:numRef>
          </c:xVal>
          <c:yVal>
            <c:numRef>
              <c:f>'Chart Data'!$H$2:$H$3</c:f>
              <c:numCache>
                <c:formatCode>0.0</c:formatCode>
                <c:ptCount val="2"/>
                <c:pt idx="0">
                  <c:v>65.82527262116</c:v>
                </c:pt>
                <c:pt idx="1">
                  <c:v>65.82527262116</c:v>
                </c:pt>
              </c:numCache>
            </c:numRef>
          </c:yVal>
        </c:ser>
        <c:ser>
          <c:idx val="4"/>
          <c:order val="4"/>
          <c:tx>
            <c:v>Displayed models</c:v>
          </c:tx>
          <c:spPr>
            <a:solidFill>
              <a:srgbClr val="111111"/>
            </a:solidFill>
            <a:ln w="0">
              <a:noFill/>
            </a:ln>
          </c:spPr>
          <c:marker>
            <c:symbol val="circle"/>
            <c:size val="8"/>
            <c:spPr>
              <a:solidFill>
                <a:srgbClr val="111111"/>
              </a:solidFill>
              <a:ln w="9525">
                <a:solidFill>
                  <a:srgbClr val="111111"/>
                </a:solidFill>
              </a:ln>
            </c:spPr>
          </c:marker>
          <c:xVal>
            <c:numRef>
              <c:f>'Chart Data'!$I$2:$I$17</c:f>
              <c:numCache>
                <c:formatCode>General</c:formatCode>
                <c:ptCount val="16"/>
                <c:pt idx="0">
                  <c:v>-0.28</c:v>
                </c:pt>
                <c:pt idx="1">
                  <c:v>-0.14</c:v>
                </c:pt>
                <c:pt idx="2">
                  <c:v>0</c:v>
                </c:pt>
                <c:pt idx="3">
                  <c:v>0.14</c:v>
                </c:pt>
                <c:pt idx="4">
                  <c:v>0.28</c:v>
                </c:pt>
                <c:pt idx="5">
                  <c:v>0.72</c:v>
                </c:pt>
                <c:pt idx="6">
                  <c:v>0.86</c:v>
                </c:pt>
                <c:pt idx="7">
                  <c:v>1</c:v>
                </c:pt>
                <c:pt idx="8">
                  <c:v>1.14</c:v>
                </c:pt>
                <c:pt idx="9">
                  <c:v>1.28</c:v>
                </c:pt>
                <c:pt idx="10">
                  <c:v>1.72</c:v>
                </c:pt>
                <c:pt idx="11">
                  <c:v>1.86</c:v>
                </c:pt>
                <c:pt idx="12">
                  <c:v>2</c:v>
                </c:pt>
                <c:pt idx="13">
                  <c:v>2.14</c:v>
                </c:pt>
                <c:pt idx="14">
                  <c:v>2.28</c:v>
                </c:pt>
                <c:pt idx="15">
                  <c:v>3</c:v>
                </c:pt>
              </c:numCache>
            </c:numRef>
          </c:xVal>
          <c:yVal>
            <c:numRef>
              <c:f>'Chart Data'!$J$2:$J$17</c:f>
              <c:numCache>
                <c:formatCode>0.0</c:formatCode>
                <c:ptCount val="16"/>
                <c:pt idx="0">
                  <c:v>98.36513519287</c:v>
                </c:pt>
                <c:pt idx="1">
                  <c:v>98.35317230225</c:v>
                </c:pt>
                <c:pt idx="2">
                  <c:v>98.3295135498</c:v>
                </c:pt>
                <c:pt idx="3">
                  <c:v>98.30561828613</c:v>
                </c:pt>
                <c:pt idx="4">
                  <c:v>98.30228424072</c:v>
                </c:pt>
                <c:pt idx="5">
                  <c:v>71.35963371468</c:v>
                </c:pt>
                <c:pt idx="6">
                  <c:v>70.98799121377</c:v>
                </c:pt>
                <c:pt idx="7">
                  <c:v>70.97022779459</c:v>
                </c:pt>
                <c:pt idx="8">
                  <c:v>70.890440365</c:v>
                </c:pt>
                <c:pt idx="9">
                  <c:v>70.86222200688</c:v>
                </c:pt>
                <c:pt idx="10">
                  <c:v>67.64396960447</c:v>
                </c:pt>
                <c:pt idx="11">
                  <c:v>67.50427255329</c:v>
                </c:pt>
                <c:pt idx="12">
                  <c:v>67.44871633754</c:v>
                </c:pt>
                <c:pt idx="13">
                  <c:v>67.38858613123</c:v>
                </c:pt>
                <c:pt idx="14">
                  <c:v>67.29807128989</c:v>
                </c:pt>
                <c:pt idx="15">
                  <c:v>65.82527262116</c:v>
                </c:pt>
              </c:numCache>
            </c:numRef>
          </c:yVal>
        </c:ser>
        <c:axId val="48650112"/>
        <c:axId val="48672768"/>
      </c:scatterChart>
      <c:valAx>
        <c:axId val="48672768"/>
        <c:scaling>
          <c:orientation val="minMax"/>
          <c:max val="100"/>
          <c:min val="40"/>
        </c:scaling>
        <c:delete val="0"/>
        <c:axPos val="l"/>
        <c:majorGridlines>
          <c:spPr>
            <a:ln w="4763">
              <a:solidFill>
                <a:srgbClr val="EEEEEE"/>
              </a:solidFill>
            </a:ln>
          </c:spPr>
        </c:majorGridlines>
        <c:title>
          <c:tx>
            <c:rich>
              <a:bodyPr/>
              <a:lstStyle/>
              <a:p>
                <a:r>
                  <a:rPr sz="1500">
                    <a:solidFill>
                      <a:srgbClr val="222222"/>
                    </a:solidFill>
                    <a:latin typeface="DejaVu Sans"/>
                    <a:ea typeface="DejaVu Sans"/>
                    <a:cs typeface="DejaVu Sans"/>
                  </a:rPr>
                  <a:t>&lt;pLDDT&gt;</a:t>
                </a:r>
              </a:p>
            </c:rich>
          </c:tx>
          <c:overlay val="0"/>
          <c:txPr>
            <a:bodyPr anchorCtr="1"/>
            <a:lstStyle/>
            <a:p>
              <a:pPr>
                <a:defRPr sz="1500">
                  <a:solidFill>
                    <a:srgbClr val="222222"/>
                  </a:solidFill>
                  <a:latin typeface="DejaVu Sans"/>
                  <a:ea typeface="DejaVu Sans"/>
                  <a:cs typeface="DejaVu Sans"/>
                </a:defRPr>
              </a:pPr>
            </a:p>
          </c:txPr>
        </c:title>
        <c:numFmt formatCode="0.0"/>
        <c:majorTickMark val="none"/>
        <c:minorTickMark val="none"/>
        <c:spPr>
          <a:ln w="9525">
            <a:solidFill>
              <a:srgbClr val="D4D4D4"/>
            </a:solidFill>
            <a:prstDash val="solid"/>
          </a:ln>
        </c:spPr>
        <c:txPr>
          <a:bodyPr anchorCtr="1"/>
          <a:lstStyle/>
          <a:p>
            <a:pPr>
              <a:defRPr sz="1200">
                <a:solidFill>
                  <a:srgbClr val="222222"/>
                </a:solidFill>
                <a:latin typeface="DejaVu Sans"/>
                <a:ea typeface="DejaVu Sans"/>
                <a:cs typeface="DejaVu Sans"/>
              </a:defRPr>
            </a:pPr>
          </a:p>
        </c:txPr>
        <c:crossAx val="48650112"/>
        <c:crossesAt val="-0.65"/>
        <c:majorUnit val="5"/>
      </c:valAx>
      <c:valAx>
        <c:axId val="48650112"/>
        <c:scaling>
          <c:orientation val="minMax"/>
          <c:max val="3.65"/>
          <c:min val="-0.65"/>
        </c:scaling>
        <c:delete val="0"/>
        <c:axPos val="b"/>
        <c:numFmt formatCode="General"/>
        <c:majorTickMark val="none"/>
        <c:minorTickMark val="none"/>
        <c:tickLblPos val="none"/>
        <c:spPr>
          <a:ln w="9525">
            <a:solidFill>
              <a:srgbClr val="555555"/>
            </a:solidFill>
          </a:ln>
        </c:spPr>
        <c:txPr>
          <a:bodyPr anchorCtr="1"/>
          <a:lstStyle/>
          <a:p>
            <a:pPr>
              <a:defRPr>
                <a:solidFill>
                  <a:srgbClr val="666666"/>
                </a:solidFill>
              </a:defRPr>
            </a:pPr>
          </a:p>
        </c:txPr>
        <c:crossAx val="48672768"/>
        <c:crossesAt val="40"/>
      </c:valAx>
      <c:spPr>
        <a:solidFill>
          <a:srgbClr val="FFFFFF"/>
        </a:solidFill>
        <a:ln w="0">
          <a:noFill/>
        </a:ln>
      </c:spPr>
    </c:plotArea>
    <c:plotVisOnly val="1"/>
  </c:chart>
  <c:spPr>
    <a:solidFill>
      <a:srgbClr val="FFFFFF"/>
    </a:solidFill>
    <a:ln w="0">
      <a:noFill/>
    </a:ln>
  </c:spPr>
  <c:externalData r:id="rIdConfidenceData">
    <c:autoUpdate val="0"/>
  </c:externalData>
</c:chartSpace>
</file>

<file path=ppt/workflow_addition_15_workflow-pptx-nss143hy/notesMasters/_rels/notesMaster1.xml.rels><?xml version='1.0' encoding='utf-8'?>
<Relationships xmlns="http://schemas.openxmlformats.org/package/2006/relationships"><Relationship Type="http://schemas.openxmlformats.org/officeDocument/2006/relationships/theme" Target="theme/theme3.xml" Id="R9c6e40e708a940d6" /></Relationships>
</file>

<file path=ppt/workflow_addition_15_workflow-pptx-nss143hy/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5_workflow-pptx-nss143hy/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5_workflow-pptx-nss143hy/notesSlides/_rels/notesSlide1.xml.rels><?xml version='1.0' encoding='utf-8'?>
<Relationships xmlns="http://schemas.openxmlformats.org/package/2006/relationships"><Relationship Type="http://schemas.openxmlformats.org/officeDocument/2006/relationships/slide" Target="../../slides/slide15.xml" Id="Rbb444f5c120a4fd2" /><Relationship Type="http://schemas.openxmlformats.org/officeDocument/2006/relationships/notesMaster" Target="../notesMasters/notesMaster1.xml" Id="R6a24cd1474e044dd" /></Relationships>
</file>

<file path=ppt/workflow_addition_15_workflow-pptx-nss143hy/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Bonsai: [{"points":[{"model":"BhR2_bmr6717__AlphaFlowMD__0007","vertex":4,"x":0.1567791822086669,"y":0.8072020866440117,"radius_pixels":9.001028747788695,"sector":0,"sector_count":1},{"model":"BhR2_bmr6717__AlphaFlowMD__0802","vertex":2,"x":0.1598097649640583,"y":0.7329046683717517,"radius_pixels":9.001028747788695,"sector":0,"sector_count":1},{"model":"BhR2_bmr6717__AlphaFlowMD__0142","vertex":5,"x":0.12153193905256277,"y":0.866408313988459,"radius_pixels":9.001028747788695,"sector":0,"sector_count":1},{"model":"BhR2_bmr6717__AlphaFlowMD__0478","vertex":3,"x":0.1012382328236548,"y":0.7561302125198577,"radius_pixels":9.001028747788695,"sector":0,"sector_count":1},{"model":"BhR2_bmr6717__AlphaFlowMD__0298","vertex":6,"x":0.10061919504643962,"y":0.9015363003259758,"radius_pixels":9.001028747788695,"sector":0,"sector_count":1},{"model":"BhR2_bmr6717__SPEACHAF__0432","vertex":13,"x":0.9004127966976265,"y":0.23494953772166027,"radius_pixels":9.001028747788695,"sector":0,"sector_count":1},{"model":"BhR2_bmr6717__SPEACHAF__0572","vertex":10,"x":0.880772666199153,"y":0.2467332242036671,"radius_pixels":9.001028747788695,"sector":0,"sector_count":1},{"model":"BhR2_bmr6717__SPEACHAF__0362","vertex":8,"x":0.8766442055891165,"y":0.2301960246592275,"radius_pixels":9.001028747788695,"sector":0,"sector_count":1},{"model":"BhR2_bmr6717__SPEACHAF__0117","vertex":11,"x":0.8918477187779433,"y":0.26430579779773705,"radius_pixels":9.001028747788695,"sector":0,"sector_count":1},{"model":"BhR2_bmr6717__SPEACHAF__0992","vertex":14,"x":0.8903502012193244,"y":0.22943266256237996,"radius_pixels":9.001028747788695,"sector":0,"sector_count":1},{"model":"BhR2_bmr6717__SPEACHAF__0692","vertex":16,"x":0.8165810114921739,"y":0.17513779465652002,"radius_pixels":9.001028747788695,"sector":0,"sector_count":1},{"model":"BhR2_bmr6717__SPEACHAF__0937","vertex":7,"x":0.8166133609752845,"y":0.17696819368403158,"radius_pixels":9.001028747788695,"sector":0,"sector_count":1},{"model":"BhR2_bmr6717__SPEACHAF__0272","vertex":18,"x":0.8155270411247,"y":0.17438997224288444,"radius_pixels":9.001028747788695,"sector":0,"sector_count":1},{"model":"BhR2_bmr6717__SPEACHAF__0167","vertex":19,"x":0.813264118683893,"y":0.1724170762272572,"radius_pixels":9.001028747788695,"sector":0,"sector_count":1},{"model":"BhR2_bmr6717__SPEACHAF__0027","vertex":21,"x":0.8107971491116691,"y":0.16983285963701902,"radius_pixels":9.001028747788695,"sector":0,"sector_count":1},{"model":"BhR2_bmr6717__SPEACHAF__0202","vertex":22,"x":0.7916128091454908,"y":0.16286769969378187,"radius_pixels":9.001028747788695,"sector":0,"sector_count":1}],"labels":[],"group_labels":[{"group":"B1","box":[0.04088179972998116,0.6861990367730338,0.21510952590817176,0.7476180124237475]},{"group":"B2","box":[0.7473392716859181,0.1327227133385969,0.9443740154079683,0.19414168898931056]}],"image":"[private source path] [B1]","x":0.6530777811580977,"y":0.9029069767441861},{"model":"BhR2_bmr6717__AlphaFlowMD__0478","text":"C1.4 [B1]","x":0.6530777811580977,"y":0.8531653746770025},{"model":"BhR2_bmr6717__AlphaFlowMD__0007","text":"C1.1 [B1]","x":0.6530777811580977,"y":0.8034237726098191},{"model":"BhR2_bmr6717__AlphaFlowMD__0142","text":"C1.3 [B1]","x":0.6530777811580977,"y":0.7536821705426358},{"model":"BhR2_bmr6717__AlphaFlowMD__0298","text":"C1.5 [B1]","x":0.6530777811580977,"y":0.7039405684754523},{"model":"BhR2_bmr6717__SPEACHAF__0572","text":"C2.2 [B2]","x":0.6530777811580977,"y":0.6541989664082687},{"model":"BhR2_bmr6717__SPEACHAF__0117","text":"C2.4 [B2]","x":0.6530777811580977,"y":0.6044573643410852},{"model":"BhR2_bmr6717__SPEACHAF__0362","text":"C2.3 [B2]","x":0.6530777811580977,"y":0.5547157622739018},{"model":"BhR2_bmr6717__SPEACHAF__0432","text":"C2.1 [B2]","x":0.6530777811580977,"y":0.5049741602067183},{"model":"BhR2_bmr6717__SPEACHAF__0992","text":"C2.5 [B2]","x":0.6530777811580977,"y":0.4552325581395349},{"model":"BhR2_bmr6717__SPEACHAF__0937","text":"C3.2 [B2]","x":0.6530777811580977,"y":0.40549095607235136},{"model":"BhR2_bmr6717__SPEACHAF__0692","text":"C3.1 [B2]","x":0.6530777811580977,"y":0.355749354005168},{"model":"BhR2_bmr6717__SPEACHAF__0272","text":"C3.3 [B2]","x":0.6530777811580977,"y":0.30600775193798446},{"model":"BhR2_bmr6717__SPEACHAF__0027","text":"C3.5 [B2]","x":0.6530777811580977,"y":0.25626614987080093},{"model":"BhR2_bmr6717__SPEACHAF__0167","text":"C3.4 [B2]","x":0.6530777811580977,"y":0.20652454780361768},{"model":"BhR2_bmr6717__SPEACHAF__0202","text":"C4.1 [B2]","x":0.6530777811580977,"y":0.15678294573643403}],"group_labels":[],"image":"[private source path] dendrogram","layout":"ly_dendrogram_ladderized","sha256":"a51767a135092086914154ee43af2d956ca7c91523e7fdc632509bcf5dc26d29"}]</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5_workflow-pptx-nss143hy/slideLayouts/_rels/slideLayout1.xml.rels><?xml version='1.0' encoding='utf-8'?>
<Relationships xmlns="http://schemas.openxmlformats.org/package/2006/relationships"><Relationship Type="http://schemas.openxmlformats.org/officeDocument/2006/relationships/slideMaster" Target="../slideMasters/slideMaster1.xml" Id="Rf28aff0415ce4ee7" /></Relationships>
</file>

<file path=ppt/workflow_addition_15_workflow-pptx-nss143hy/slideLayouts/_rels/slideLayout2.xml.rels><?xml version='1.0' encoding='utf-8'?>
<Relationships xmlns="http://schemas.openxmlformats.org/package/2006/relationships"><Relationship Type="http://schemas.openxmlformats.org/officeDocument/2006/relationships/slideMaster" Target="../slideMasters/slideMaster1.xml" Id="R26be89ceefae470b" /></Relationships>
</file>

<file path=ppt/workflow_addition_15_workflow-pptx-nss143hy/slideLayouts/_rels/slideLayout3.xml.rels><?xml version='1.0' encoding='utf-8'?>
<Relationships xmlns="http://schemas.openxmlformats.org/package/2006/relationships"><Relationship Type="http://schemas.openxmlformats.org/officeDocument/2006/relationships/slideMaster" Target="../slideMasters/slideMaster1.xml" Id="R1ba49178d7fd4cae" /></Relationships>
</file>

<file path=ppt/workflow_addition_15_workflow-pptx-nss143hy/slideLayouts/_rels/slideLayout4.xml.rels><?xml version='1.0' encoding='utf-8'?>
<Relationships xmlns="http://schemas.openxmlformats.org/package/2006/relationships"><Relationship Type="http://schemas.openxmlformats.org/officeDocument/2006/relationships/slideMaster" Target="../slideMasters/slideMaster1.xml" Id="R1a22e9edb190477e" /></Relationships>
</file>

<file path=ppt/workflow_addition_15_workflow-pptx-nss143hy/slideLayouts/_rels/slideLayout5.xml.rels><?xml version='1.0' encoding='utf-8'?>
<Relationships xmlns="http://schemas.openxmlformats.org/package/2006/relationships"><Relationship Type="http://schemas.openxmlformats.org/officeDocument/2006/relationships/slideMaster" Target="../slideMasters/slideMaster1.xml" Id="Rd0dc4624de3f4e20" /></Relationships>
</file>

<file path=ppt/workflow_addition_15_workflow-pptx-nss143hy/slideLayouts/_rels/slideLayout6.xml.rels><?xml version='1.0' encoding='utf-8'?>
<Relationships xmlns="http://schemas.openxmlformats.org/package/2006/relationships"><Relationship Type="http://schemas.openxmlformats.org/officeDocument/2006/relationships/slideMaster" Target="../slideMasters/slideMaster1.xml" Id="Rf2a4e608ce1a472d" /></Relationships>
</file>

<file path=ppt/workflow_addition_15_workflow-pptx-nss143hy/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37C717-E91C-4D13-BA26-4768F79D893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78BD0B-031B-4D23-BC8B-DFEB2AF856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5_workflow-pptx-nss143hy/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B65536-BDC0-4DB1-B62F-65779CE25D4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5_workflow-pptx-nss143hy/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17F9FC-F0B9-447D-8E52-C4C0FD5BC4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4AB5D8-79F7-4017-9521-CDAB263C86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5_workflow-pptx-nss143hy/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1B0411-B7DB-49FA-AAED-DAB8C63ECE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EDE4B7-3DBF-4C9C-BF7E-77CFF0E318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DAD62C7-00A5-429F-AD0E-6D765795316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5_workflow-pptx-nss143hy/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C4AA07-CC25-4652-85A1-92BB2802FF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2D9BE2-82C8-4BBF-ADE0-60A4A56C26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5_workflow-pptx-nss143hy/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5_workflow-pptx-nss143hy/slideMasters/_rels/slideMaster1.xml.rels><?xml version='1.0' encoding='utf-8'?>
<Relationships xmlns="http://schemas.openxmlformats.org/package/2006/relationships"><Relationship Type="http://schemas.openxmlformats.org/officeDocument/2006/relationships/theme" Target="theme/theme2.xml" Id="R6af859121b8a4613" /><Relationship Type="http://schemas.openxmlformats.org/officeDocument/2006/relationships/slideLayout" Target="../slideLayouts/slideLayout1.xml" Id="Rfd22b71992764cf3" /><Relationship Type="http://schemas.openxmlformats.org/officeDocument/2006/relationships/slideLayout" Target="../slideLayouts/slideLayout2.xml" Id="Ree250f12c1224753" /><Relationship Type="http://schemas.openxmlformats.org/officeDocument/2006/relationships/slideLayout" Target="../slideLayouts/slideLayout3.xml" Id="R15f50c7265dd4d20" /><Relationship Type="http://schemas.openxmlformats.org/officeDocument/2006/relationships/slideLayout" Target="../slideLayouts/slideLayout4.xml" Id="R2219fd0ac30c4e65" /><Relationship Type="http://schemas.openxmlformats.org/officeDocument/2006/relationships/slideLayout" Target="../slideLayouts/slideLayout5.xml" Id="Rbd1876d9ba5b471e" /><Relationship Type="http://schemas.openxmlformats.org/officeDocument/2006/relationships/slideLayout" Target="../slideLayouts/slideLayout6.xml" Id="R5ddd9f840e0644fc" /></Relationships>
</file>

<file path=ppt/workflow_addition_15_workflow-pptx-nss143hy/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22b71992764cf3"/>
    <p:sldLayoutId xmlns:r="http://schemas.openxmlformats.org/officeDocument/2006/relationships" id="2147483650" r:id="Ree250f12c1224753"/>
    <p:sldLayoutId xmlns:r="http://schemas.openxmlformats.org/officeDocument/2006/relationships" id="2147483651" r:id="R15f50c7265dd4d20"/>
    <p:sldLayoutId xmlns:r="http://schemas.openxmlformats.org/officeDocument/2006/relationships" id="2147483652" r:id="R2219fd0ac30c4e65"/>
    <p:sldLayoutId xmlns:r="http://schemas.openxmlformats.org/officeDocument/2006/relationships" id="2147483653" r:id="Rbd1876d9ba5b471e"/>
    <p:sldLayoutId xmlns:r="http://schemas.openxmlformats.org/officeDocument/2006/relationships" id="2147483654" r:id="R5ddd9f840e0644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5_workflow-pptx-nss143hy/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19</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2026-10-28T00:33:04.5020000Z</dcterms:created>
  <dcterms:modified xsi:type="dcterms:W3CDTF">2026-10-28T00:33:04.5020000Z</dcterms:modified>
</coreProperties>
</file>